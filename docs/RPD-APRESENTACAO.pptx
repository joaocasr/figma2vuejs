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4"/>
  </p:sldMasterIdLst>
  <p:notesMasterIdLst>
    <p:notesMasterId r:id="rId23"/>
  </p:notesMasterIdLst>
  <p:sldIdLst>
    <p:sldId id="334" r:id="rId5"/>
    <p:sldId id="319" r:id="rId6"/>
    <p:sldId id="259" r:id="rId7"/>
    <p:sldId id="312" r:id="rId8"/>
    <p:sldId id="332" r:id="rId9"/>
    <p:sldId id="333" r:id="rId10"/>
    <p:sldId id="318" r:id="rId11"/>
    <p:sldId id="265" r:id="rId12"/>
    <p:sldId id="317" r:id="rId13"/>
    <p:sldId id="320" r:id="rId14"/>
    <p:sldId id="271" r:id="rId15"/>
    <p:sldId id="325" r:id="rId16"/>
    <p:sldId id="323" r:id="rId17"/>
    <p:sldId id="327" r:id="rId18"/>
    <p:sldId id="326" r:id="rId19"/>
    <p:sldId id="329" r:id="rId20"/>
    <p:sldId id="328" r:id="rId21"/>
    <p:sldId id="331" r:id="rId22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24"/>
    </p:embeddedFont>
    <p:embeddedFont>
      <p:font typeface="Aharoni" panose="02010803020104030203" pitchFamily="2" charset="-79"/>
      <p:bold r:id="rId25"/>
    </p:embeddedFont>
    <p:embeddedFont>
      <p:font typeface="Castellar" panose="020A0402060406010301" pitchFamily="18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Zen Dots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FF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DF422A-4A06-49EC-A698-7F9628E261D0}">
  <a:tblStyle styleId="{71DF422A-4A06-49EC-A698-7F9628E261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57A7B6E-B3A1-4AA1-875A-8F0028BE8AD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Destaqu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Destaqu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Destaqu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79226" autoAdjust="0"/>
  </p:normalViewPr>
  <p:slideViewPr>
    <p:cSldViewPr snapToGrid="0">
      <p:cViewPr varScale="1">
        <p:scale>
          <a:sx n="170" d="100"/>
          <a:sy n="170" d="100"/>
        </p:scale>
        <p:origin x="1556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6646BDF2-5D4C-8357-BA39-A728E6BC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88697a9d27_0_0:notes">
            <a:extLst>
              <a:ext uri="{FF2B5EF4-FFF2-40B4-BE49-F238E27FC236}">
                <a16:creationId xmlns:a16="http://schemas.microsoft.com/office/drawing/2014/main" id="{DDE78EA4-39BF-692B-B6D3-436642D761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88697a9d27_0_0:notes">
            <a:extLst>
              <a:ext uri="{FF2B5EF4-FFF2-40B4-BE49-F238E27FC236}">
                <a16:creationId xmlns:a16="http://schemas.microsoft.com/office/drawing/2014/main" id="{0867340C-37A0-A2F5-D898-2E71E8987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636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B8772FA5-80EF-63D9-EA77-388D0B862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54dda1946d_6_308:notes">
            <a:extLst>
              <a:ext uri="{FF2B5EF4-FFF2-40B4-BE49-F238E27FC236}">
                <a16:creationId xmlns:a16="http://schemas.microsoft.com/office/drawing/2014/main" id="{03CF981D-4D37-3105-E6A0-31902D581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6E64FD9A-C876-ED84-C739-D37544F74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57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O desenvolvimento da UI de uma aplicação representa cerca de 50% do código total da aplicação e do tempo de desenvolvimento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Fonte: </a:t>
            </a:r>
            <a:r>
              <a:rPr lang="pt-PT" dirty="0" err="1"/>
              <a:t>Myers</a:t>
            </a:r>
            <a:r>
              <a:rPr lang="pt-PT" dirty="0"/>
              <a:t>, B.A., </a:t>
            </a:r>
            <a:r>
              <a:rPr lang="pt-PT" dirty="0" err="1"/>
              <a:t>Rosson</a:t>
            </a:r>
            <a:r>
              <a:rPr lang="pt-PT" dirty="0"/>
              <a:t>, M.B., 1992. </a:t>
            </a:r>
            <a:r>
              <a:rPr lang="pt-PT" dirty="0" err="1"/>
              <a:t>Survey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User</a:t>
            </a:r>
            <a:r>
              <a:rPr lang="pt-PT" dirty="0"/>
              <a:t> Interface </a:t>
            </a:r>
            <a:r>
              <a:rPr lang="pt-PT" dirty="0" err="1"/>
              <a:t>Programming</a:t>
            </a:r>
            <a:r>
              <a:rPr lang="pt-PT" dirty="0"/>
              <a:t>. ACM </a:t>
            </a:r>
            <a:r>
              <a:rPr lang="pt-PT" dirty="0" err="1"/>
              <a:t>Press</a:t>
            </a:r>
            <a:r>
              <a:rPr lang="pt-PT" dirty="0"/>
              <a:t>, </a:t>
            </a:r>
            <a:r>
              <a:rPr lang="pt-PT" dirty="0" err="1"/>
              <a:t>NewYork</a:t>
            </a:r>
            <a:r>
              <a:rPr lang="pt-PT" dirty="0"/>
              <a:t>, NY, USA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pt-PT" dirty="0"/>
              <a:t>Mencionar um estudo conduzido que concluiu que a utilização de ferramentas que seguem uma abordagem baseada em modelos são capazes de facilitar o desenvolvimento de softwares reduzindo custos médios em cerca de 30% e possibilita a diminuição de 40% do tempo de desenvolvimento.</a:t>
            </a:r>
          </a:p>
          <a:p>
            <a:pPr marL="158750" indent="0">
              <a:buNone/>
            </a:pPr>
            <a:endParaRPr lang="pt-PT" dirty="0"/>
          </a:p>
          <a:p>
            <a:pPr marL="158750" indent="0">
              <a:buNone/>
            </a:pPr>
            <a:r>
              <a:rPr lang="en-US" dirty="0"/>
              <a:t>Fonte: Bernhard </a:t>
            </a:r>
            <a:r>
              <a:rPr lang="en-US" dirty="0" err="1"/>
              <a:t>Schätz</a:t>
            </a:r>
            <a:r>
              <a:rPr lang="en-US" dirty="0"/>
              <a:t>, Manfred </a:t>
            </a:r>
            <a:r>
              <a:rPr lang="en-US" dirty="0" err="1"/>
              <a:t>Broy</a:t>
            </a:r>
            <a:r>
              <a:rPr lang="en-US" dirty="0"/>
              <a:t>, Sascha </a:t>
            </a:r>
            <a:r>
              <a:rPr lang="en-US" dirty="0" err="1"/>
              <a:t>Kirstan</a:t>
            </a:r>
            <a:r>
              <a:rPr lang="en-US" dirty="0"/>
              <a:t>, and Helmut </a:t>
            </a:r>
            <a:r>
              <a:rPr lang="en-US" dirty="0" err="1"/>
              <a:t>Krcmar</a:t>
            </a:r>
            <a:r>
              <a:rPr lang="en-US" dirty="0"/>
              <a:t>. What is the benefit of a model-based design of embedded software systems in the car </a:t>
            </a:r>
            <a:r>
              <a:rPr lang="pt-PT" dirty="0" err="1"/>
              <a:t>industry</a:t>
            </a:r>
            <a:r>
              <a:rPr lang="pt-PT" dirty="0"/>
              <a:t>? , 1, 01 2011. doi: 10.4018/978-1-4666-4301-7.ch017</a:t>
            </a:r>
          </a:p>
        </p:txBody>
      </p:sp>
    </p:spTree>
    <p:extLst>
      <p:ext uri="{BB962C8B-B14F-4D97-AF65-F5344CB8AC3E}">
        <p14:creationId xmlns:p14="http://schemas.microsoft.com/office/powerpoint/2010/main" val="2510216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E4A7-2B59-5AFF-BC1F-04621C62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7DC4571-B0D8-3642-04AE-7DAE27860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0ED493F-B911-67B6-287F-647C2F916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Mencionar que com o trabalho proposto se pretende reduzir o intervalo entre o design e a implementação  (foco na vertente </a:t>
            </a:r>
            <a:r>
              <a:rPr lang="pt-PT" dirty="0" err="1"/>
              <a:t>frontend</a:t>
            </a:r>
            <a:r>
              <a:rPr lang="pt-PT" dirty="0"/>
              <a:t> de uma aplicação)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- Abordagem baseada em modelos mas com foco na geração da UI (MBUID)</a:t>
            </a:r>
          </a:p>
        </p:txBody>
      </p:sp>
    </p:spTree>
    <p:extLst>
      <p:ext uri="{BB962C8B-B14F-4D97-AF65-F5344CB8AC3E}">
        <p14:creationId xmlns:p14="http://schemas.microsoft.com/office/powerpoint/2010/main" val="2370311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93959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C26F839E-3F14-AEBB-EB1C-D379B05A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54dda1946d_6_308:notes">
            <a:extLst>
              <a:ext uri="{FF2B5EF4-FFF2-40B4-BE49-F238E27FC236}">
                <a16:creationId xmlns:a16="http://schemas.microsoft.com/office/drawing/2014/main" id="{9E66B798-DD8E-2418-ED0A-9C3CE1B6F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59E6BBDD-837D-F747-B46B-7EFC3E0FD9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694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https://cdn.sanity.io/images/599r6htc/regionalized/a110121fd6a5f4cd7534b0066a57a9b5da915de9-2782x1710.png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. Existência de plugins que permitem a obtenção de código e extração de propriedades dos elementos do protótipo selecionados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Limitações: posicionamento absoluto de elementos, falta de implementação do lógica da aplicação (navegabilidade entre paginas, eventos de clique, envio de formulários, filtragem de dados,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. Os plugins que não são integrados com </a:t>
            </a:r>
            <a:r>
              <a:rPr lang="pt-PT" dirty="0" err="1"/>
              <a:t>LLMs</a:t>
            </a:r>
            <a:r>
              <a:rPr lang="pt-PT" dirty="0"/>
              <a:t>, o código obtido não tem em atenção ao contexto.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. Os plugins com </a:t>
            </a:r>
            <a:r>
              <a:rPr lang="pt-PT" dirty="0" err="1"/>
              <a:t>LLMs</a:t>
            </a:r>
            <a:r>
              <a:rPr lang="pt-PT" dirty="0"/>
              <a:t> possuem a introdução de </a:t>
            </a:r>
            <a:r>
              <a:rPr lang="pt-PT" dirty="0" err="1"/>
              <a:t>prompts</a:t>
            </a:r>
            <a:r>
              <a:rPr lang="pt-PT" dirty="0"/>
              <a:t> para introduzir contexto, porém quebra um pouco o fluxo continuo do desenvolvimento e por outro lado exige o esforço do programador a interpretar o fluxo gerado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>
          <a:extLst>
            <a:ext uri="{FF2B5EF4-FFF2-40B4-BE49-F238E27FC236}">
              <a16:creationId xmlns:a16="http://schemas.microsoft.com/office/drawing/2014/main" id="{849B7B4D-D8A1-30CC-D166-8E111C91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d5260bdd85_0_256:notes">
            <a:extLst>
              <a:ext uri="{FF2B5EF4-FFF2-40B4-BE49-F238E27FC236}">
                <a16:creationId xmlns:a16="http://schemas.microsoft.com/office/drawing/2014/main" id="{B6BE477D-1774-6DE8-AFCA-D51E0A506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d5260bdd85_0_256:notes">
            <a:extLst>
              <a:ext uri="{FF2B5EF4-FFF2-40B4-BE49-F238E27FC236}">
                <a16:creationId xmlns:a16="http://schemas.microsoft.com/office/drawing/2014/main" id="{D78F279B-95D3-6525-4E6F-1F4355C6E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https://www.outsystems.com/</a:t>
            </a:r>
            <a:r>
              <a:rPr lang="en-US" dirty="0"/>
              <a:t>-/media/images/low-code-platform/main/hero/</a:t>
            </a:r>
            <a:r>
              <a:rPr lang="en-US" dirty="0" err="1"/>
              <a:t>outsystems-low-code-platform-hero.png?updated</a:t>
            </a:r>
            <a:r>
              <a:rPr lang="en-US" dirty="0"/>
              <a:t>=20240325202138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r>
              <a:rPr lang="en-US" dirty="0" err="1"/>
              <a:t>Existencia</a:t>
            </a:r>
            <a:r>
              <a:rPr lang="en-US" dirty="0"/>
              <a:t> de </a:t>
            </a:r>
            <a:r>
              <a:rPr lang="en-US" dirty="0" err="1"/>
              <a:t>plataformas</a:t>
            </a:r>
            <a:r>
              <a:rPr lang="en-US" dirty="0"/>
              <a:t> low-code (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retirada</a:t>
            </a:r>
            <a:r>
              <a:rPr lang="en-US" dirty="0"/>
              <a:t> da </a:t>
            </a:r>
            <a:r>
              <a:rPr lang="en-US" dirty="0" err="1"/>
              <a:t>outsystems</a:t>
            </a:r>
            <a:r>
              <a:rPr lang="en-U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-Este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soluções</a:t>
            </a:r>
            <a:r>
              <a:rPr lang="en-US" dirty="0"/>
              <a:t> </a:t>
            </a:r>
            <a:r>
              <a:rPr lang="en-US" dirty="0" err="1"/>
              <a:t>possui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UI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pré-feitos</a:t>
            </a:r>
            <a:r>
              <a:rPr lang="en-US" dirty="0"/>
              <a:t>, </a:t>
            </a:r>
            <a:r>
              <a:rPr lang="en-US" dirty="0" err="1"/>
              <a:t>permitindo</a:t>
            </a:r>
            <a:r>
              <a:rPr lang="en-US" dirty="0"/>
              <a:t> a </a:t>
            </a:r>
            <a:r>
              <a:rPr lang="en-US" dirty="0" err="1"/>
              <a:t>reutilização</a:t>
            </a:r>
            <a:r>
              <a:rPr lang="en-US" dirty="0"/>
              <a:t> para </a:t>
            </a:r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projetos</a:t>
            </a:r>
            <a:r>
              <a:rPr lang="en-US" dirty="0"/>
              <a:t>, </a:t>
            </a:r>
            <a:r>
              <a:rPr lang="en-US" dirty="0" err="1"/>
              <a:t>porém</a:t>
            </a:r>
            <a:r>
              <a:rPr lang="en-US" dirty="0"/>
              <a:t> </a:t>
            </a:r>
            <a:r>
              <a:rPr lang="en-US" dirty="0" err="1"/>
              <a:t>oferece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flexibilidade</a:t>
            </a:r>
            <a:r>
              <a:rPr lang="en-US" dirty="0"/>
              <a:t> para o design </a:t>
            </a:r>
            <a:r>
              <a:rPr lang="en-US" dirty="0" err="1"/>
              <a:t>pelo</a:t>
            </a:r>
            <a:r>
              <a:rPr lang="en-US" dirty="0"/>
              <a:t> que para </a:t>
            </a:r>
            <a:r>
              <a:rPr lang="en-US" dirty="0" err="1"/>
              <a:t>projetos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costumizáveis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nao</a:t>
            </a:r>
            <a:r>
              <a:rPr lang="en-US" dirty="0"/>
              <a:t> ser a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soluçãoo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150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38EAD459-98E2-FD68-60F1-DC9FF38C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54dda1946d_6_308:notes">
            <a:extLst>
              <a:ext uri="{FF2B5EF4-FFF2-40B4-BE49-F238E27FC236}">
                <a16:creationId xmlns:a16="http://schemas.microsoft.com/office/drawing/2014/main" id="{CC53197D-FAD8-BECD-E868-34E513D07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BA469EEF-23A7-9507-0212-EF0B8267D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209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1- Estudar o modelo de interface no qual podemos extrair diferentes propriedades do protótipo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O protótipo do </a:t>
            </a:r>
            <a:r>
              <a:rPr lang="pt-PT" dirty="0" err="1"/>
              <a:t>figma</a:t>
            </a:r>
            <a:r>
              <a:rPr lang="pt-PT" dirty="0"/>
              <a:t> é em si um modelo que pode ser descrito por um modelo de interface que é representado por um objeto JSON fornecido pela API do FIGMA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D74D5B4E-12FD-988E-1911-246AF6E5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54dda1946d_4_2726:notes">
            <a:extLst>
              <a:ext uri="{FF2B5EF4-FFF2-40B4-BE49-F238E27FC236}">
                <a16:creationId xmlns:a16="http://schemas.microsoft.com/office/drawing/2014/main" id="{D1D06764-EDB0-2D7B-2EC7-A823F4AC1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54dda1946d_4_2726:notes">
            <a:extLst>
              <a:ext uri="{FF2B5EF4-FFF2-40B4-BE49-F238E27FC236}">
                <a16:creationId xmlns:a16="http://schemas.microsoft.com/office/drawing/2014/main" id="{1F16AA78-F9ED-CE30-FF7C-98C280B52C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/>
              <a:t>2-Estudar e elaborar o modelo do design estrutural de um projeto </a:t>
            </a:r>
            <a:r>
              <a:rPr lang="pt-PT" dirty="0" err="1"/>
              <a:t>Vue</a:t>
            </a:r>
            <a:r>
              <a:rPr lang="pt-PT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6546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18333643-7109-166F-B726-C083C852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54dda1946d_6_257:notes">
            <a:extLst>
              <a:ext uri="{FF2B5EF4-FFF2-40B4-BE49-F238E27FC236}">
                <a16:creationId xmlns:a16="http://schemas.microsoft.com/office/drawing/2014/main" id="{07AE20BB-2803-C7E4-D7CF-3618A2235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54dda1946d_6_257:notes">
            <a:extLst>
              <a:ext uri="{FF2B5EF4-FFF2-40B4-BE49-F238E27FC236}">
                <a16:creationId xmlns:a16="http://schemas.microsoft.com/office/drawing/2014/main" id="{F8372A14-3F86-CD22-4E35-C39871B77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3- Construção de uma ferramenta que terá por base um modelo intermedio e no qual serão aplicadas um conjunto de regras de transformação para converter o modelo de interface (protótipo) para o modelo representativo de um projeto </a:t>
            </a:r>
            <a:r>
              <a:rPr lang="pt-PT" dirty="0" err="1"/>
              <a:t>Vue</a:t>
            </a:r>
            <a:r>
              <a:rPr lang="pt-PT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8083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BF15E9B4-7414-133D-B280-B09C2814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54dda1946d_6_308:notes">
            <a:extLst>
              <a:ext uri="{FF2B5EF4-FFF2-40B4-BE49-F238E27FC236}">
                <a16:creationId xmlns:a16="http://schemas.microsoft.com/office/drawing/2014/main" id="{C0EB3A01-3DF9-C50D-F409-422225A47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C9CFFFCE-5BF4-93A7-89F5-D9F2B9416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4315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>
          <a:extLst>
            <a:ext uri="{FF2B5EF4-FFF2-40B4-BE49-F238E27FC236}">
              <a16:creationId xmlns:a16="http://schemas.microsoft.com/office/drawing/2014/main" id="{64CF8E7A-A9CC-A522-5BEE-824999D3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54dda1946d_6_344:notes">
            <a:extLst>
              <a:ext uri="{FF2B5EF4-FFF2-40B4-BE49-F238E27FC236}">
                <a16:creationId xmlns:a16="http://schemas.microsoft.com/office/drawing/2014/main" id="{E3B7D6AA-D25A-2C6E-2352-6D5563E92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54dda1946d_6_344:notes">
            <a:extLst>
              <a:ext uri="{FF2B5EF4-FFF2-40B4-BE49-F238E27FC236}">
                <a16:creationId xmlns:a16="http://schemas.microsoft.com/office/drawing/2014/main" id="{05A5690D-E0F9-DE6F-8ED6-46E75F3FE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- Referir as 3 vertentes principais deste trabalho: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PT" dirty="0"/>
              <a:t>1º desafio trata de obter um código com uma representação fidedigna do protótipo elaborado, e que possua um design adaptável ao dispositivo em que o projeto é executado.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PT" dirty="0"/>
              <a:t>2º desafio trata de extrair o comportamento do protótipo de forma a que a aplicação web tenha o maior nível possível de interatividade com o utilizador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PT" dirty="0"/>
              <a:t>3º desafio consiste em povoar as interfaces com dados em memória de forma a projetar a futura integração com os dados da API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3524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B4C4E185-F90C-8FD5-27C2-12A8B544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54dda1946d_6_308:notes">
            <a:extLst>
              <a:ext uri="{FF2B5EF4-FFF2-40B4-BE49-F238E27FC236}">
                <a16:creationId xmlns:a16="http://schemas.microsoft.com/office/drawing/2014/main" id="{A3E5CEEF-E801-C025-393E-7443DC6C5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BAECF48A-AFD5-BD95-35DD-53BD9BA2C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682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>
          <a:extLst>
            <a:ext uri="{FF2B5EF4-FFF2-40B4-BE49-F238E27FC236}">
              <a16:creationId xmlns:a16="http://schemas.microsoft.com/office/drawing/2014/main" id="{E0C0C3B1-D9B5-F992-99A3-9E1A125D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1e91c332062_1_328:notes">
            <a:extLst>
              <a:ext uri="{FF2B5EF4-FFF2-40B4-BE49-F238E27FC236}">
                <a16:creationId xmlns:a16="http://schemas.microsoft.com/office/drawing/2014/main" id="{432BC04F-6153-97A0-63AA-B1793BC92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1e91c332062_1_328:notes">
            <a:extLst>
              <a:ext uri="{FF2B5EF4-FFF2-40B4-BE49-F238E27FC236}">
                <a16:creationId xmlns:a16="http://schemas.microsoft.com/office/drawing/2014/main" id="{7ED60D17-BBE0-341F-364A-44AA2D4BD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- Referir brevemente as próximas tarefas a realizar.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6857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64697BF3-0164-628C-E88A-481D5EA2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88697a9d27_0_0:notes">
            <a:extLst>
              <a:ext uri="{FF2B5EF4-FFF2-40B4-BE49-F238E27FC236}">
                <a16:creationId xmlns:a16="http://schemas.microsoft.com/office/drawing/2014/main" id="{5623619C-7497-B28E-D8D9-66E68E52C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88697a9d27_0_0:notes">
            <a:extLst>
              <a:ext uri="{FF2B5EF4-FFF2-40B4-BE49-F238E27FC236}">
                <a16:creationId xmlns:a16="http://schemas.microsoft.com/office/drawing/2014/main" id="{8016A108-AA4E-8FE0-4F50-AC0459A0F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29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65125"/>
            <a:ext cx="4655700" cy="242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78600"/>
            <a:ext cx="4260000" cy="370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55500" y="752145"/>
            <a:ext cx="2721825" cy="165350"/>
            <a:chOff x="-155500" y="301425"/>
            <a:chExt cx="2721825" cy="16535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-155500" y="301425"/>
              <a:ext cx="21414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136075" y="466775"/>
              <a:ext cx="270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20000" y="2414400"/>
            <a:ext cx="4370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720300" y="1448975"/>
            <a:ext cx="43701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720000" y="3395725"/>
            <a:ext cx="4370100" cy="365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-155500" y="752145"/>
            <a:ext cx="2721825" cy="165350"/>
            <a:chOff x="-155500" y="301425"/>
            <a:chExt cx="2721825" cy="165350"/>
          </a:xfrm>
        </p:grpSpPr>
        <p:cxnSp>
          <p:nvCxnSpPr>
            <p:cNvPr id="19" name="Google Shape;19;p3"/>
            <p:cNvCxnSpPr/>
            <p:nvPr/>
          </p:nvCxnSpPr>
          <p:spPr>
            <a:xfrm>
              <a:off x="-155500" y="301425"/>
              <a:ext cx="21414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3"/>
            <p:cNvCxnSpPr/>
            <p:nvPr/>
          </p:nvCxnSpPr>
          <p:spPr>
            <a:xfrm>
              <a:off x="-136075" y="466775"/>
              <a:ext cx="270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3910750" y="1672600"/>
            <a:ext cx="4520100" cy="10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ubTitle" idx="1"/>
          </p:nvPr>
        </p:nvSpPr>
        <p:spPr>
          <a:xfrm>
            <a:off x="3910750" y="2799800"/>
            <a:ext cx="4520100" cy="671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1" name="Google Shape;71;p9"/>
          <p:cNvGrpSpPr/>
          <p:nvPr/>
        </p:nvGrpSpPr>
        <p:grpSpPr>
          <a:xfrm flipH="1">
            <a:off x="6511689" y="752145"/>
            <a:ext cx="2721825" cy="165350"/>
            <a:chOff x="-155500" y="301425"/>
            <a:chExt cx="2721825" cy="165350"/>
          </a:xfrm>
        </p:grpSpPr>
        <p:cxnSp>
          <p:nvCxnSpPr>
            <p:cNvPr id="72" name="Google Shape;72;p9"/>
            <p:cNvCxnSpPr/>
            <p:nvPr/>
          </p:nvCxnSpPr>
          <p:spPr>
            <a:xfrm>
              <a:off x="-155500" y="301425"/>
              <a:ext cx="21414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>
              <a:off x="-136075" y="466775"/>
              <a:ext cx="270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720000" y="4062025"/>
            <a:ext cx="7704000" cy="525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7" name="Google Shape;117;p14"/>
          <p:cNvGrpSpPr/>
          <p:nvPr/>
        </p:nvGrpSpPr>
        <p:grpSpPr>
          <a:xfrm flipH="1">
            <a:off x="273213" y="8"/>
            <a:ext cx="8597574" cy="5143504"/>
            <a:chOff x="273213" y="8"/>
            <a:chExt cx="8597574" cy="5143504"/>
          </a:xfrm>
        </p:grpSpPr>
        <p:grpSp>
          <p:nvGrpSpPr>
            <p:cNvPr id="118" name="Google Shape;118;p14"/>
            <p:cNvGrpSpPr/>
            <p:nvPr/>
          </p:nvGrpSpPr>
          <p:grpSpPr>
            <a:xfrm rot="5400000">
              <a:off x="-1005025" y="1278245"/>
              <a:ext cx="2721825" cy="165350"/>
              <a:chOff x="-155500" y="301425"/>
              <a:chExt cx="2721825" cy="165350"/>
            </a:xfrm>
          </p:grpSpPr>
          <p:cxnSp>
            <p:nvCxnSpPr>
              <p:cNvPr id="119" name="Google Shape;119;p14"/>
              <p:cNvCxnSpPr/>
              <p:nvPr/>
            </p:nvCxnSpPr>
            <p:spPr>
              <a:xfrm>
                <a:off x="-155500" y="301425"/>
                <a:ext cx="214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>
                <a:off x="-136075" y="466775"/>
                <a:ext cx="270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1" name="Google Shape;121;p14"/>
            <p:cNvGrpSpPr/>
            <p:nvPr/>
          </p:nvGrpSpPr>
          <p:grpSpPr>
            <a:xfrm rot="5400000">
              <a:off x="6928300" y="3201024"/>
              <a:ext cx="3706425" cy="178550"/>
              <a:chOff x="5527089" y="4218224"/>
              <a:chExt cx="3706425" cy="178550"/>
            </a:xfrm>
          </p:grpSpPr>
          <p:cxnSp>
            <p:nvCxnSpPr>
              <p:cNvPr id="122" name="Google Shape;122;p14"/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4"/>
          <p:cNvSpPr txBox="1">
            <a:spLocks noGrp="1"/>
          </p:cNvSpPr>
          <p:nvPr>
            <p:ph type="subTitle" idx="1"/>
          </p:nvPr>
        </p:nvSpPr>
        <p:spPr>
          <a:xfrm>
            <a:off x="937626" y="28283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4"/>
          <p:cNvSpPr txBox="1">
            <a:spLocks noGrp="1"/>
          </p:cNvSpPr>
          <p:nvPr>
            <p:ph type="subTitle" idx="2"/>
          </p:nvPr>
        </p:nvSpPr>
        <p:spPr>
          <a:xfrm>
            <a:off x="3484350" y="28283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ubTitle" idx="3"/>
          </p:nvPr>
        </p:nvSpPr>
        <p:spPr>
          <a:xfrm>
            <a:off x="6031074" y="28283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ubTitle" idx="4"/>
          </p:nvPr>
        </p:nvSpPr>
        <p:spPr>
          <a:xfrm>
            <a:off x="937625" y="23737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subTitle" idx="5"/>
          </p:nvPr>
        </p:nvSpPr>
        <p:spPr>
          <a:xfrm>
            <a:off x="3484350" y="23737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subTitle" idx="6"/>
          </p:nvPr>
        </p:nvSpPr>
        <p:spPr>
          <a:xfrm>
            <a:off x="6031075" y="23737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225" name="Google Shape;225;p24"/>
          <p:cNvGrpSpPr/>
          <p:nvPr/>
        </p:nvGrpSpPr>
        <p:grpSpPr>
          <a:xfrm rot="10800000" flipH="1">
            <a:off x="0" y="202153"/>
            <a:ext cx="9143989" cy="4739194"/>
            <a:chOff x="0" y="202153"/>
            <a:chExt cx="9143989" cy="4739194"/>
          </a:xfrm>
        </p:grpSpPr>
        <p:grpSp>
          <p:nvGrpSpPr>
            <p:cNvPr id="226" name="Google Shape;226;p24"/>
            <p:cNvGrpSpPr/>
            <p:nvPr/>
          </p:nvGrpSpPr>
          <p:grpSpPr>
            <a:xfrm flipH="1">
              <a:off x="6422164" y="202153"/>
              <a:ext cx="2721825" cy="165350"/>
              <a:chOff x="-155500" y="301425"/>
              <a:chExt cx="2721825" cy="165350"/>
            </a:xfrm>
          </p:grpSpPr>
          <p:cxnSp>
            <p:nvCxnSpPr>
              <p:cNvPr id="227" name="Google Shape;227;p24"/>
              <p:cNvCxnSpPr/>
              <p:nvPr/>
            </p:nvCxnSpPr>
            <p:spPr>
              <a:xfrm>
                <a:off x="-155500" y="301425"/>
                <a:ext cx="214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24"/>
              <p:cNvCxnSpPr/>
              <p:nvPr/>
            </p:nvCxnSpPr>
            <p:spPr>
              <a:xfrm>
                <a:off x="-136075" y="466775"/>
                <a:ext cx="270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9" name="Google Shape;229;p24"/>
            <p:cNvGrpSpPr/>
            <p:nvPr/>
          </p:nvGrpSpPr>
          <p:grpSpPr>
            <a:xfrm flipH="1">
              <a:off x="0" y="4762797"/>
              <a:ext cx="3706425" cy="178550"/>
              <a:chOff x="5527089" y="4218224"/>
              <a:chExt cx="3706425" cy="178550"/>
            </a:xfrm>
          </p:grpSpPr>
          <p:cxnSp>
            <p:nvCxnSpPr>
              <p:cNvPr id="230" name="Google Shape;230;p24"/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24"/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subTitle" idx="1"/>
          </p:nvPr>
        </p:nvSpPr>
        <p:spPr>
          <a:xfrm>
            <a:off x="2293597" y="1976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subTitle" idx="2"/>
          </p:nvPr>
        </p:nvSpPr>
        <p:spPr>
          <a:xfrm>
            <a:off x="5600301" y="1976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subTitle" idx="3"/>
          </p:nvPr>
        </p:nvSpPr>
        <p:spPr>
          <a:xfrm>
            <a:off x="2293597" y="34095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ubTitle" idx="4"/>
          </p:nvPr>
        </p:nvSpPr>
        <p:spPr>
          <a:xfrm>
            <a:off x="5600301" y="34095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subTitle" idx="5"/>
          </p:nvPr>
        </p:nvSpPr>
        <p:spPr>
          <a:xfrm>
            <a:off x="2293597" y="16925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subTitle" idx="6"/>
          </p:nvPr>
        </p:nvSpPr>
        <p:spPr>
          <a:xfrm>
            <a:off x="2293597" y="31260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7"/>
          </p:nvPr>
        </p:nvSpPr>
        <p:spPr>
          <a:xfrm>
            <a:off x="5600297" y="16925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8"/>
          </p:nvPr>
        </p:nvSpPr>
        <p:spPr>
          <a:xfrm>
            <a:off x="5600297" y="31260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en Dots"/>
              <a:buNone/>
              <a:defRPr sz="1800" b="1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242" name="Google Shape;242;p25"/>
          <p:cNvGrpSpPr/>
          <p:nvPr/>
        </p:nvGrpSpPr>
        <p:grpSpPr>
          <a:xfrm flipH="1">
            <a:off x="273213" y="8"/>
            <a:ext cx="8597574" cy="5143504"/>
            <a:chOff x="273213" y="8"/>
            <a:chExt cx="8597574" cy="5143504"/>
          </a:xfrm>
        </p:grpSpPr>
        <p:grpSp>
          <p:nvGrpSpPr>
            <p:cNvPr id="243" name="Google Shape;243;p25"/>
            <p:cNvGrpSpPr/>
            <p:nvPr/>
          </p:nvGrpSpPr>
          <p:grpSpPr>
            <a:xfrm rot="5400000">
              <a:off x="-1005025" y="1278245"/>
              <a:ext cx="2721825" cy="165350"/>
              <a:chOff x="-155500" y="301425"/>
              <a:chExt cx="2721825" cy="165350"/>
            </a:xfrm>
          </p:grpSpPr>
          <p:cxnSp>
            <p:nvCxnSpPr>
              <p:cNvPr id="244" name="Google Shape;244;p25"/>
              <p:cNvCxnSpPr/>
              <p:nvPr/>
            </p:nvCxnSpPr>
            <p:spPr>
              <a:xfrm>
                <a:off x="-155500" y="301425"/>
                <a:ext cx="214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" name="Google Shape;245;p25"/>
              <p:cNvCxnSpPr/>
              <p:nvPr/>
            </p:nvCxnSpPr>
            <p:spPr>
              <a:xfrm>
                <a:off x="-136075" y="466775"/>
                <a:ext cx="270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6" name="Google Shape;246;p25"/>
            <p:cNvGrpSpPr/>
            <p:nvPr/>
          </p:nvGrpSpPr>
          <p:grpSpPr>
            <a:xfrm rot="5400000">
              <a:off x="6928300" y="3201024"/>
              <a:ext cx="3706425" cy="178550"/>
              <a:chOff x="5527089" y="4218224"/>
              <a:chExt cx="3706425" cy="178550"/>
            </a:xfrm>
          </p:grpSpPr>
          <p:cxnSp>
            <p:nvCxnSpPr>
              <p:cNvPr id="247" name="Google Shape;247;p25"/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25"/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30"/>
          <p:cNvGrpSpPr/>
          <p:nvPr/>
        </p:nvGrpSpPr>
        <p:grpSpPr>
          <a:xfrm>
            <a:off x="5842549" y="1488947"/>
            <a:ext cx="2588217" cy="2165594"/>
            <a:chOff x="5337524" y="893772"/>
            <a:chExt cx="2588217" cy="2165594"/>
          </a:xfrm>
        </p:grpSpPr>
        <p:sp>
          <p:nvSpPr>
            <p:cNvPr id="312" name="Google Shape;312;p30"/>
            <p:cNvSpPr/>
            <p:nvPr/>
          </p:nvSpPr>
          <p:spPr>
            <a:xfrm>
              <a:off x="5928445" y="1481358"/>
              <a:ext cx="558791" cy="437327"/>
            </a:xfrm>
            <a:custGeom>
              <a:avLst/>
              <a:gdLst/>
              <a:ahLst/>
              <a:cxnLst/>
              <a:rect l="l" t="t" r="r" b="b"/>
              <a:pathLst>
                <a:path w="10052" h="7867" extrusionOk="0">
                  <a:moveTo>
                    <a:pt x="765" y="0"/>
                  </a:moveTo>
                  <a:cubicBezTo>
                    <a:pt x="352" y="0"/>
                    <a:pt x="1" y="352"/>
                    <a:pt x="1" y="764"/>
                  </a:cubicBezTo>
                  <a:lnTo>
                    <a:pt x="1" y="7103"/>
                  </a:lnTo>
                  <a:cubicBezTo>
                    <a:pt x="1" y="7530"/>
                    <a:pt x="352" y="7867"/>
                    <a:pt x="765" y="7867"/>
                  </a:cubicBezTo>
                  <a:lnTo>
                    <a:pt x="9288" y="7867"/>
                  </a:lnTo>
                  <a:cubicBezTo>
                    <a:pt x="9700" y="7867"/>
                    <a:pt x="10051" y="7530"/>
                    <a:pt x="10051" y="7103"/>
                  </a:cubicBezTo>
                  <a:lnTo>
                    <a:pt x="10051" y="764"/>
                  </a:lnTo>
                  <a:cubicBezTo>
                    <a:pt x="10051" y="352"/>
                    <a:pt x="9700" y="0"/>
                    <a:pt x="92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6073646" y="1566244"/>
              <a:ext cx="268389" cy="268389"/>
            </a:xfrm>
            <a:custGeom>
              <a:avLst/>
              <a:gdLst/>
              <a:ahLst/>
              <a:cxnLst/>
              <a:rect l="l" t="t" r="r" b="b"/>
              <a:pathLst>
                <a:path w="4828" h="4828" extrusionOk="0">
                  <a:moveTo>
                    <a:pt x="2427" y="1248"/>
                  </a:moveTo>
                  <a:cubicBezTo>
                    <a:pt x="3180" y="1248"/>
                    <a:pt x="3775" y="1927"/>
                    <a:pt x="3636" y="2720"/>
                  </a:cubicBezTo>
                  <a:cubicBezTo>
                    <a:pt x="3544" y="3193"/>
                    <a:pt x="3147" y="3575"/>
                    <a:pt x="2674" y="3667"/>
                  </a:cubicBezTo>
                  <a:cubicBezTo>
                    <a:pt x="2591" y="3683"/>
                    <a:pt x="2508" y="3691"/>
                    <a:pt x="2428" y="3691"/>
                  </a:cubicBezTo>
                  <a:cubicBezTo>
                    <a:pt x="1682" y="3691"/>
                    <a:pt x="1086" y="3017"/>
                    <a:pt x="1238" y="2231"/>
                  </a:cubicBezTo>
                  <a:cubicBezTo>
                    <a:pt x="1330" y="1757"/>
                    <a:pt x="1712" y="1375"/>
                    <a:pt x="2200" y="1268"/>
                  </a:cubicBezTo>
                  <a:cubicBezTo>
                    <a:pt x="2277" y="1255"/>
                    <a:pt x="2353" y="1248"/>
                    <a:pt x="2427" y="1248"/>
                  </a:cubicBezTo>
                  <a:close/>
                  <a:moveTo>
                    <a:pt x="2200" y="1"/>
                  </a:moveTo>
                  <a:cubicBezTo>
                    <a:pt x="2063" y="1"/>
                    <a:pt x="1956" y="108"/>
                    <a:pt x="1956" y="230"/>
                  </a:cubicBezTo>
                  <a:lnTo>
                    <a:pt x="1956" y="627"/>
                  </a:lnTo>
                  <a:cubicBezTo>
                    <a:pt x="1803" y="658"/>
                    <a:pt x="1650" y="719"/>
                    <a:pt x="1513" y="795"/>
                  </a:cubicBezTo>
                  <a:lnTo>
                    <a:pt x="1223" y="520"/>
                  </a:lnTo>
                  <a:cubicBezTo>
                    <a:pt x="1177" y="467"/>
                    <a:pt x="1116" y="440"/>
                    <a:pt x="1055" y="440"/>
                  </a:cubicBezTo>
                  <a:cubicBezTo>
                    <a:pt x="994" y="440"/>
                    <a:pt x="933" y="467"/>
                    <a:pt x="887" y="520"/>
                  </a:cubicBezTo>
                  <a:lnTo>
                    <a:pt x="551" y="856"/>
                  </a:lnTo>
                  <a:cubicBezTo>
                    <a:pt x="459" y="948"/>
                    <a:pt x="459" y="1100"/>
                    <a:pt x="551" y="1192"/>
                  </a:cubicBezTo>
                  <a:lnTo>
                    <a:pt x="810" y="1452"/>
                  </a:lnTo>
                  <a:cubicBezTo>
                    <a:pt x="719" y="1589"/>
                    <a:pt x="658" y="1742"/>
                    <a:pt x="612" y="1910"/>
                  </a:cubicBezTo>
                  <a:lnTo>
                    <a:pt x="230" y="1910"/>
                  </a:lnTo>
                  <a:cubicBezTo>
                    <a:pt x="108" y="1910"/>
                    <a:pt x="1" y="2017"/>
                    <a:pt x="1" y="2139"/>
                  </a:cubicBezTo>
                  <a:lnTo>
                    <a:pt x="1" y="2628"/>
                  </a:lnTo>
                  <a:cubicBezTo>
                    <a:pt x="1" y="2765"/>
                    <a:pt x="108" y="2872"/>
                    <a:pt x="230" y="2872"/>
                  </a:cubicBezTo>
                  <a:lnTo>
                    <a:pt x="566" y="2872"/>
                  </a:lnTo>
                  <a:cubicBezTo>
                    <a:pt x="597" y="3040"/>
                    <a:pt x="658" y="3208"/>
                    <a:pt x="749" y="3376"/>
                  </a:cubicBezTo>
                  <a:lnTo>
                    <a:pt x="520" y="3590"/>
                  </a:lnTo>
                  <a:cubicBezTo>
                    <a:pt x="428" y="3682"/>
                    <a:pt x="428" y="3835"/>
                    <a:pt x="520" y="3926"/>
                  </a:cubicBezTo>
                  <a:lnTo>
                    <a:pt x="856" y="4278"/>
                  </a:lnTo>
                  <a:cubicBezTo>
                    <a:pt x="910" y="4323"/>
                    <a:pt x="971" y="4346"/>
                    <a:pt x="1030" y="4346"/>
                  </a:cubicBezTo>
                  <a:cubicBezTo>
                    <a:pt x="1089" y="4346"/>
                    <a:pt x="1146" y="4323"/>
                    <a:pt x="1192" y="4278"/>
                  </a:cubicBezTo>
                  <a:lnTo>
                    <a:pt x="1391" y="4079"/>
                  </a:lnTo>
                  <a:cubicBezTo>
                    <a:pt x="1559" y="4186"/>
                    <a:pt x="1727" y="4262"/>
                    <a:pt x="1910" y="4323"/>
                  </a:cubicBezTo>
                  <a:lnTo>
                    <a:pt x="1910" y="4583"/>
                  </a:lnTo>
                  <a:cubicBezTo>
                    <a:pt x="1910" y="4720"/>
                    <a:pt x="2017" y="4827"/>
                    <a:pt x="2154" y="4827"/>
                  </a:cubicBezTo>
                  <a:lnTo>
                    <a:pt x="2643" y="4827"/>
                  </a:lnTo>
                  <a:cubicBezTo>
                    <a:pt x="2765" y="4827"/>
                    <a:pt x="2872" y="4720"/>
                    <a:pt x="2872" y="4583"/>
                  </a:cubicBezTo>
                  <a:lnTo>
                    <a:pt x="2872" y="4339"/>
                  </a:lnTo>
                  <a:cubicBezTo>
                    <a:pt x="3071" y="4293"/>
                    <a:pt x="3254" y="4216"/>
                    <a:pt x="3422" y="4109"/>
                  </a:cubicBezTo>
                  <a:lnTo>
                    <a:pt x="3606" y="4308"/>
                  </a:lnTo>
                  <a:cubicBezTo>
                    <a:pt x="3651" y="4354"/>
                    <a:pt x="3712" y="4377"/>
                    <a:pt x="3774" y="4377"/>
                  </a:cubicBezTo>
                  <a:cubicBezTo>
                    <a:pt x="3835" y="4377"/>
                    <a:pt x="3896" y="4354"/>
                    <a:pt x="3942" y="4308"/>
                  </a:cubicBezTo>
                  <a:lnTo>
                    <a:pt x="4278" y="3957"/>
                  </a:lnTo>
                  <a:cubicBezTo>
                    <a:pt x="4369" y="3865"/>
                    <a:pt x="4369" y="3712"/>
                    <a:pt x="4278" y="3621"/>
                  </a:cubicBezTo>
                  <a:lnTo>
                    <a:pt x="4094" y="3437"/>
                  </a:lnTo>
                  <a:cubicBezTo>
                    <a:pt x="4186" y="3269"/>
                    <a:pt x="4247" y="3101"/>
                    <a:pt x="4293" y="2903"/>
                  </a:cubicBezTo>
                  <a:lnTo>
                    <a:pt x="4598" y="2903"/>
                  </a:lnTo>
                  <a:cubicBezTo>
                    <a:pt x="4721" y="2903"/>
                    <a:pt x="4827" y="2796"/>
                    <a:pt x="4827" y="2674"/>
                  </a:cubicBezTo>
                  <a:lnTo>
                    <a:pt x="4827" y="2185"/>
                  </a:lnTo>
                  <a:cubicBezTo>
                    <a:pt x="4827" y="2063"/>
                    <a:pt x="4721" y="1956"/>
                    <a:pt x="4598" y="1956"/>
                  </a:cubicBezTo>
                  <a:lnTo>
                    <a:pt x="4278" y="1956"/>
                  </a:lnTo>
                  <a:cubicBezTo>
                    <a:pt x="4232" y="1773"/>
                    <a:pt x="4155" y="1620"/>
                    <a:pt x="4064" y="1467"/>
                  </a:cubicBezTo>
                  <a:lnTo>
                    <a:pt x="4308" y="1223"/>
                  </a:lnTo>
                  <a:cubicBezTo>
                    <a:pt x="4400" y="1131"/>
                    <a:pt x="4400" y="978"/>
                    <a:pt x="4308" y="887"/>
                  </a:cubicBezTo>
                  <a:lnTo>
                    <a:pt x="3972" y="551"/>
                  </a:lnTo>
                  <a:cubicBezTo>
                    <a:pt x="3926" y="505"/>
                    <a:pt x="3865" y="482"/>
                    <a:pt x="3804" y="482"/>
                  </a:cubicBezTo>
                  <a:cubicBezTo>
                    <a:pt x="3743" y="482"/>
                    <a:pt x="3682" y="505"/>
                    <a:pt x="3636" y="551"/>
                  </a:cubicBezTo>
                  <a:lnTo>
                    <a:pt x="3376" y="810"/>
                  </a:lnTo>
                  <a:cubicBezTo>
                    <a:pt x="3224" y="719"/>
                    <a:pt x="3071" y="658"/>
                    <a:pt x="2918" y="612"/>
                  </a:cubicBezTo>
                  <a:lnTo>
                    <a:pt x="2918" y="230"/>
                  </a:lnTo>
                  <a:cubicBezTo>
                    <a:pt x="2918" y="92"/>
                    <a:pt x="2811" y="1"/>
                    <a:pt x="2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6641721" y="1240208"/>
              <a:ext cx="557901" cy="437327"/>
            </a:xfrm>
            <a:custGeom>
              <a:avLst/>
              <a:gdLst/>
              <a:ahLst/>
              <a:cxnLst/>
              <a:rect l="l" t="t" r="r" b="b"/>
              <a:pathLst>
                <a:path w="10036" h="7867" extrusionOk="0">
                  <a:moveTo>
                    <a:pt x="764" y="0"/>
                  </a:moveTo>
                  <a:cubicBezTo>
                    <a:pt x="336" y="0"/>
                    <a:pt x="0" y="352"/>
                    <a:pt x="0" y="764"/>
                  </a:cubicBezTo>
                  <a:lnTo>
                    <a:pt x="0" y="7103"/>
                  </a:lnTo>
                  <a:cubicBezTo>
                    <a:pt x="0" y="7515"/>
                    <a:pt x="336" y="7867"/>
                    <a:pt x="764" y="7867"/>
                  </a:cubicBezTo>
                  <a:lnTo>
                    <a:pt x="9272" y="7867"/>
                  </a:lnTo>
                  <a:cubicBezTo>
                    <a:pt x="9699" y="7867"/>
                    <a:pt x="10035" y="7515"/>
                    <a:pt x="10035" y="7103"/>
                  </a:cubicBezTo>
                  <a:lnTo>
                    <a:pt x="10035" y="764"/>
                  </a:lnTo>
                  <a:cubicBezTo>
                    <a:pt x="10035" y="352"/>
                    <a:pt x="9699" y="0"/>
                    <a:pt x="92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6752956" y="1377571"/>
              <a:ext cx="89166" cy="154763"/>
            </a:xfrm>
            <a:custGeom>
              <a:avLst/>
              <a:gdLst/>
              <a:ahLst/>
              <a:cxnLst/>
              <a:rect l="l" t="t" r="r" b="b"/>
              <a:pathLst>
                <a:path w="1604" h="2784" extrusionOk="0">
                  <a:moveTo>
                    <a:pt x="1344" y="0"/>
                  </a:moveTo>
                  <a:cubicBezTo>
                    <a:pt x="1283" y="0"/>
                    <a:pt x="1222" y="27"/>
                    <a:pt x="1176" y="80"/>
                  </a:cubicBezTo>
                  <a:lnTo>
                    <a:pt x="92" y="1226"/>
                  </a:lnTo>
                  <a:cubicBezTo>
                    <a:pt x="0" y="1317"/>
                    <a:pt x="0" y="1485"/>
                    <a:pt x="92" y="1577"/>
                  </a:cubicBezTo>
                  <a:lnTo>
                    <a:pt x="1161" y="2707"/>
                  </a:lnTo>
                  <a:cubicBezTo>
                    <a:pt x="1207" y="2753"/>
                    <a:pt x="1268" y="2784"/>
                    <a:pt x="1329" y="2784"/>
                  </a:cubicBezTo>
                  <a:cubicBezTo>
                    <a:pt x="1375" y="2784"/>
                    <a:pt x="1436" y="2753"/>
                    <a:pt x="1482" y="2707"/>
                  </a:cubicBezTo>
                  <a:cubicBezTo>
                    <a:pt x="1573" y="2616"/>
                    <a:pt x="1573" y="2448"/>
                    <a:pt x="1482" y="2356"/>
                  </a:cubicBezTo>
                  <a:lnTo>
                    <a:pt x="596" y="1409"/>
                  </a:lnTo>
                  <a:lnTo>
                    <a:pt x="1512" y="432"/>
                  </a:lnTo>
                  <a:cubicBezTo>
                    <a:pt x="1604" y="325"/>
                    <a:pt x="1604" y="172"/>
                    <a:pt x="1512" y="80"/>
                  </a:cubicBezTo>
                  <a:cubicBezTo>
                    <a:pt x="1467" y="27"/>
                    <a:pt x="1405" y="0"/>
                    <a:pt x="1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6999164" y="1377571"/>
              <a:ext cx="87499" cy="154763"/>
            </a:xfrm>
            <a:custGeom>
              <a:avLst/>
              <a:gdLst/>
              <a:ahLst/>
              <a:cxnLst/>
              <a:rect l="l" t="t" r="r" b="b"/>
              <a:pathLst>
                <a:path w="1574" h="2784" extrusionOk="0">
                  <a:moveTo>
                    <a:pt x="260" y="0"/>
                  </a:moveTo>
                  <a:cubicBezTo>
                    <a:pt x="199" y="0"/>
                    <a:pt x="138" y="27"/>
                    <a:pt x="92" y="80"/>
                  </a:cubicBezTo>
                  <a:cubicBezTo>
                    <a:pt x="1" y="172"/>
                    <a:pt x="1" y="325"/>
                    <a:pt x="92" y="432"/>
                  </a:cubicBezTo>
                  <a:lnTo>
                    <a:pt x="1009" y="1409"/>
                  </a:lnTo>
                  <a:lnTo>
                    <a:pt x="123" y="2356"/>
                  </a:lnTo>
                  <a:cubicBezTo>
                    <a:pt x="31" y="2448"/>
                    <a:pt x="31" y="2616"/>
                    <a:pt x="123" y="2707"/>
                  </a:cubicBezTo>
                  <a:cubicBezTo>
                    <a:pt x="169" y="2753"/>
                    <a:pt x="230" y="2784"/>
                    <a:pt x="276" y="2784"/>
                  </a:cubicBezTo>
                  <a:cubicBezTo>
                    <a:pt x="337" y="2784"/>
                    <a:pt x="398" y="2753"/>
                    <a:pt x="444" y="2707"/>
                  </a:cubicBezTo>
                  <a:lnTo>
                    <a:pt x="1513" y="1577"/>
                  </a:lnTo>
                  <a:cubicBezTo>
                    <a:pt x="1559" y="1531"/>
                    <a:pt x="1574" y="1470"/>
                    <a:pt x="1574" y="1409"/>
                  </a:cubicBezTo>
                  <a:cubicBezTo>
                    <a:pt x="1574" y="1333"/>
                    <a:pt x="1559" y="1272"/>
                    <a:pt x="1513" y="1226"/>
                  </a:cubicBezTo>
                  <a:lnTo>
                    <a:pt x="428" y="80"/>
                  </a:lnTo>
                  <a:cubicBezTo>
                    <a:pt x="383" y="27"/>
                    <a:pt x="321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6876922" y="1368399"/>
              <a:ext cx="87499" cy="180945"/>
            </a:xfrm>
            <a:custGeom>
              <a:avLst/>
              <a:gdLst/>
              <a:ahLst/>
              <a:cxnLst/>
              <a:rect l="l" t="t" r="r" b="b"/>
              <a:pathLst>
                <a:path w="1574" h="3255" extrusionOk="0">
                  <a:moveTo>
                    <a:pt x="1322" y="1"/>
                  </a:moveTo>
                  <a:cubicBezTo>
                    <a:pt x="1226" y="1"/>
                    <a:pt x="1135" y="59"/>
                    <a:pt x="1100" y="154"/>
                  </a:cubicBezTo>
                  <a:lnTo>
                    <a:pt x="46" y="2918"/>
                  </a:lnTo>
                  <a:cubicBezTo>
                    <a:pt x="0" y="3040"/>
                    <a:pt x="46" y="3193"/>
                    <a:pt x="168" y="3239"/>
                  </a:cubicBezTo>
                  <a:cubicBezTo>
                    <a:pt x="199" y="3254"/>
                    <a:pt x="229" y="3254"/>
                    <a:pt x="260" y="3254"/>
                  </a:cubicBezTo>
                  <a:cubicBezTo>
                    <a:pt x="352" y="3254"/>
                    <a:pt x="443" y="3208"/>
                    <a:pt x="474" y="3102"/>
                  </a:cubicBezTo>
                  <a:lnTo>
                    <a:pt x="1528" y="337"/>
                  </a:lnTo>
                  <a:cubicBezTo>
                    <a:pt x="1573" y="215"/>
                    <a:pt x="1528" y="62"/>
                    <a:pt x="1405" y="16"/>
                  </a:cubicBezTo>
                  <a:cubicBezTo>
                    <a:pt x="1378" y="6"/>
                    <a:pt x="1350" y="1"/>
                    <a:pt x="13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7776090" y="2314318"/>
              <a:ext cx="6838" cy="20402"/>
            </a:xfrm>
            <a:custGeom>
              <a:avLst/>
              <a:gdLst/>
              <a:ahLst/>
              <a:cxnLst/>
              <a:rect l="l" t="t" r="r" b="b"/>
              <a:pathLst>
                <a:path w="123" h="367" fill="none" extrusionOk="0">
                  <a:moveTo>
                    <a:pt x="1" y="0"/>
                  </a:moveTo>
                  <a:cubicBezTo>
                    <a:pt x="1" y="0"/>
                    <a:pt x="46" y="122"/>
                    <a:pt x="123" y="367"/>
                  </a:cubicBezTo>
                </a:path>
              </a:pathLst>
            </a:custGeom>
            <a:noFill/>
            <a:ln w="3825" cap="rnd" cmpd="sng">
              <a:solidFill>
                <a:schemeClr val="dk1"/>
              </a:solidFill>
              <a:prstDash val="solid"/>
              <a:miter lim="1527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6157699" y="976156"/>
              <a:ext cx="557957" cy="436493"/>
            </a:xfrm>
            <a:custGeom>
              <a:avLst/>
              <a:gdLst/>
              <a:ahLst/>
              <a:cxnLst/>
              <a:rect l="l" t="t" r="r" b="b"/>
              <a:pathLst>
                <a:path w="10037" h="7852" extrusionOk="0">
                  <a:moveTo>
                    <a:pt x="765" y="0"/>
                  </a:moveTo>
                  <a:cubicBezTo>
                    <a:pt x="337" y="0"/>
                    <a:pt x="1" y="336"/>
                    <a:pt x="1" y="764"/>
                  </a:cubicBezTo>
                  <a:lnTo>
                    <a:pt x="1" y="7087"/>
                  </a:lnTo>
                  <a:cubicBezTo>
                    <a:pt x="1" y="7515"/>
                    <a:pt x="337" y="7851"/>
                    <a:pt x="765" y="7851"/>
                  </a:cubicBezTo>
                  <a:lnTo>
                    <a:pt x="9288" y="7851"/>
                  </a:lnTo>
                  <a:cubicBezTo>
                    <a:pt x="9700" y="7851"/>
                    <a:pt x="10036" y="7515"/>
                    <a:pt x="10036" y="7087"/>
                  </a:cubicBezTo>
                  <a:lnTo>
                    <a:pt x="10036" y="764"/>
                  </a:lnTo>
                  <a:cubicBezTo>
                    <a:pt x="10036" y="336"/>
                    <a:pt x="9700" y="0"/>
                    <a:pt x="92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6271491" y="1123859"/>
              <a:ext cx="72211" cy="141032"/>
            </a:xfrm>
            <a:custGeom>
              <a:avLst/>
              <a:gdLst/>
              <a:ahLst/>
              <a:cxnLst/>
              <a:rect l="l" t="t" r="r" b="b"/>
              <a:pathLst>
                <a:path w="1299" h="2537" extrusionOk="0">
                  <a:moveTo>
                    <a:pt x="123" y="1"/>
                  </a:moveTo>
                  <a:cubicBezTo>
                    <a:pt x="62" y="1"/>
                    <a:pt x="1" y="47"/>
                    <a:pt x="1" y="123"/>
                  </a:cubicBezTo>
                  <a:lnTo>
                    <a:pt x="1" y="2414"/>
                  </a:lnTo>
                  <a:cubicBezTo>
                    <a:pt x="1" y="2475"/>
                    <a:pt x="62" y="2536"/>
                    <a:pt x="123" y="2536"/>
                  </a:cubicBezTo>
                  <a:lnTo>
                    <a:pt x="169" y="2536"/>
                  </a:lnTo>
                  <a:cubicBezTo>
                    <a:pt x="230" y="2536"/>
                    <a:pt x="291" y="2475"/>
                    <a:pt x="291" y="2414"/>
                  </a:cubicBezTo>
                  <a:lnTo>
                    <a:pt x="291" y="1467"/>
                  </a:lnTo>
                  <a:cubicBezTo>
                    <a:pt x="291" y="1406"/>
                    <a:pt x="352" y="1345"/>
                    <a:pt x="413" y="1345"/>
                  </a:cubicBezTo>
                  <a:lnTo>
                    <a:pt x="887" y="1345"/>
                  </a:lnTo>
                  <a:cubicBezTo>
                    <a:pt x="948" y="1345"/>
                    <a:pt x="1009" y="1406"/>
                    <a:pt x="1009" y="1467"/>
                  </a:cubicBezTo>
                  <a:lnTo>
                    <a:pt x="1009" y="2414"/>
                  </a:lnTo>
                  <a:cubicBezTo>
                    <a:pt x="1009" y="2475"/>
                    <a:pt x="1055" y="2536"/>
                    <a:pt x="1131" y="2536"/>
                  </a:cubicBezTo>
                  <a:lnTo>
                    <a:pt x="1177" y="2536"/>
                  </a:lnTo>
                  <a:cubicBezTo>
                    <a:pt x="1238" y="2536"/>
                    <a:pt x="1299" y="2475"/>
                    <a:pt x="1299" y="2414"/>
                  </a:cubicBezTo>
                  <a:lnTo>
                    <a:pt x="1299" y="123"/>
                  </a:lnTo>
                  <a:cubicBezTo>
                    <a:pt x="1299" y="47"/>
                    <a:pt x="1238" y="1"/>
                    <a:pt x="1177" y="1"/>
                  </a:cubicBezTo>
                  <a:lnTo>
                    <a:pt x="1131" y="1"/>
                  </a:lnTo>
                  <a:cubicBezTo>
                    <a:pt x="1055" y="1"/>
                    <a:pt x="1009" y="47"/>
                    <a:pt x="1009" y="123"/>
                  </a:cubicBezTo>
                  <a:lnTo>
                    <a:pt x="1009" y="963"/>
                  </a:lnTo>
                  <a:cubicBezTo>
                    <a:pt x="1009" y="1024"/>
                    <a:pt x="948" y="1085"/>
                    <a:pt x="887" y="1085"/>
                  </a:cubicBezTo>
                  <a:lnTo>
                    <a:pt x="413" y="1085"/>
                  </a:lnTo>
                  <a:cubicBezTo>
                    <a:pt x="352" y="1085"/>
                    <a:pt x="291" y="1024"/>
                    <a:pt x="291" y="963"/>
                  </a:cubicBezTo>
                  <a:lnTo>
                    <a:pt x="291" y="123"/>
                  </a:lnTo>
                  <a:cubicBezTo>
                    <a:pt x="291" y="47"/>
                    <a:pt x="245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6359824" y="1123859"/>
              <a:ext cx="67097" cy="141032"/>
            </a:xfrm>
            <a:custGeom>
              <a:avLst/>
              <a:gdLst/>
              <a:ahLst/>
              <a:cxnLst/>
              <a:rect l="l" t="t" r="r" b="b"/>
              <a:pathLst>
                <a:path w="1207" h="2537" extrusionOk="0">
                  <a:moveTo>
                    <a:pt x="122" y="1"/>
                  </a:moveTo>
                  <a:cubicBezTo>
                    <a:pt x="46" y="1"/>
                    <a:pt x="0" y="47"/>
                    <a:pt x="0" y="123"/>
                  </a:cubicBezTo>
                  <a:lnTo>
                    <a:pt x="0" y="138"/>
                  </a:lnTo>
                  <a:cubicBezTo>
                    <a:pt x="0" y="199"/>
                    <a:pt x="46" y="261"/>
                    <a:pt x="122" y="261"/>
                  </a:cubicBezTo>
                  <a:lnTo>
                    <a:pt x="336" y="261"/>
                  </a:lnTo>
                  <a:cubicBezTo>
                    <a:pt x="397" y="261"/>
                    <a:pt x="458" y="306"/>
                    <a:pt x="458" y="383"/>
                  </a:cubicBezTo>
                  <a:lnTo>
                    <a:pt x="458" y="2414"/>
                  </a:lnTo>
                  <a:cubicBezTo>
                    <a:pt x="458" y="2491"/>
                    <a:pt x="520" y="2536"/>
                    <a:pt x="581" y="2536"/>
                  </a:cubicBezTo>
                  <a:lnTo>
                    <a:pt x="626" y="2536"/>
                  </a:lnTo>
                  <a:cubicBezTo>
                    <a:pt x="688" y="2536"/>
                    <a:pt x="749" y="2491"/>
                    <a:pt x="749" y="2414"/>
                  </a:cubicBezTo>
                  <a:lnTo>
                    <a:pt x="749" y="383"/>
                  </a:lnTo>
                  <a:cubicBezTo>
                    <a:pt x="749" y="306"/>
                    <a:pt x="810" y="261"/>
                    <a:pt x="871" y="261"/>
                  </a:cubicBezTo>
                  <a:lnTo>
                    <a:pt x="1085" y="261"/>
                  </a:lnTo>
                  <a:cubicBezTo>
                    <a:pt x="1161" y="261"/>
                    <a:pt x="1207" y="199"/>
                    <a:pt x="1207" y="138"/>
                  </a:cubicBezTo>
                  <a:lnTo>
                    <a:pt x="1207" y="123"/>
                  </a:lnTo>
                  <a:cubicBezTo>
                    <a:pt x="1207" y="47"/>
                    <a:pt x="1161" y="1"/>
                    <a:pt x="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6438762" y="1123859"/>
              <a:ext cx="107066" cy="141032"/>
            </a:xfrm>
            <a:custGeom>
              <a:avLst/>
              <a:gdLst/>
              <a:ahLst/>
              <a:cxnLst/>
              <a:rect l="l" t="t" r="r" b="b"/>
              <a:pathLst>
                <a:path w="1926" h="2537" extrusionOk="0">
                  <a:moveTo>
                    <a:pt x="260" y="1"/>
                  </a:moveTo>
                  <a:cubicBezTo>
                    <a:pt x="199" y="1"/>
                    <a:pt x="138" y="47"/>
                    <a:pt x="138" y="108"/>
                  </a:cubicBezTo>
                  <a:lnTo>
                    <a:pt x="1" y="2414"/>
                  </a:lnTo>
                  <a:cubicBezTo>
                    <a:pt x="1" y="2475"/>
                    <a:pt x="62" y="2536"/>
                    <a:pt x="123" y="2536"/>
                  </a:cubicBezTo>
                  <a:lnTo>
                    <a:pt x="138" y="2536"/>
                  </a:lnTo>
                  <a:cubicBezTo>
                    <a:pt x="199" y="2536"/>
                    <a:pt x="260" y="2491"/>
                    <a:pt x="260" y="2429"/>
                  </a:cubicBezTo>
                  <a:lnTo>
                    <a:pt x="306" y="1467"/>
                  </a:lnTo>
                  <a:cubicBezTo>
                    <a:pt x="321" y="1101"/>
                    <a:pt x="337" y="749"/>
                    <a:pt x="337" y="444"/>
                  </a:cubicBezTo>
                  <a:lnTo>
                    <a:pt x="352" y="444"/>
                  </a:lnTo>
                  <a:cubicBezTo>
                    <a:pt x="398" y="749"/>
                    <a:pt x="474" y="1055"/>
                    <a:pt x="551" y="1376"/>
                  </a:cubicBezTo>
                  <a:lnTo>
                    <a:pt x="856" y="2521"/>
                  </a:lnTo>
                  <a:lnTo>
                    <a:pt x="1039" y="2521"/>
                  </a:lnTo>
                  <a:lnTo>
                    <a:pt x="1345" y="1330"/>
                  </a:lnTo>
                  <a:cubicBezTo>
                    <a:pt x="1436" y="1040"/>
                    <a:pt x="1498" y="734"/>
                    <a:pt x="1559" y="444"/>
                  </a:cubicBezTo>
                  <a:lnTo>
                    <a:pt x="1574" y="444"/>
                  </a:lnTo>
                  <a:cubicBezTo>
                    <a:pt x="1559" y="734"/>
                    <a:pt x="1574" y="1116"/>
                    <a:pt x="1605" y="1452"/>
                  </a:cubicBezTo>
                  <a:lnTo>
                    <a:pt x="1650" y="2429"/>
                  </a:lnTo>
                  <a:cubicBezTo>
                    <a:pt x="1650" y="2491"/>
                    <a:pt x="1696" y="2536"/>
                    <a:pt x="1773" y="2536"/>
                  </a:cubicBezTo>
                  <a:lnTo>
                    <a:pt x="1788" y="2536"/>
                  </a:lnTo>
                  <a:cubicBezTo>
                    <a:pt x="1864" y="2536"/>
                    <a:pt x="1925" y="2491"/>
                    <a:pt x="1910" y="2414"/>
                  </a:cubicBezTo>
                  <a:lnTo>
                    <a:pt x="1788" y="108"/>
                  </a:lnTo>
                  <a:cubicBezTo>
                    <a:pt x="1773" y="47"/>
                    <a:pt x="1727" y="1"/>
                    <a:pt x="1666" y="1"/>
                  </a:cubicBezTo>
                  <a:lnTo>
                    <a:pt x="1543" y="1"/>
                  </a:lnTo>
                  <a:cubicBezTo>
                    <a:pt x="1498" y="1"/>
                    <a:pt x="1436" y="31"/>
                    <a:pt x="1421" y="93"/>
                  </a:cubicBezTo>
                  <a:lnTo>
                    <a:pt x="1162" y="1162"/>
                  </a:lnTo>
                  <a:cubicBezTo>
                    <a:pt x="1085" y="1498"/>
                    <a:pt x="1024" y="1742"/>
                    <a:pt x="978" y="2032"/>
                  </a:cubicBezTo>
                  <a:lnTo>
                    <a:pt x="963" y="2032"/>
                  </a:lnTo>
                  <a:cubicBezTo>
                    <a:pt x="917" y="1742"/>
                    <a:pt x="841" y="1498"/>
                    <a:pt x="764" y="1162"/>
                  </a:cubicBezTo>
                  <a:lnTo>
                    <a:pt x="489" y="93"/>
                  </a:lnTo>
                  <a:cubicBezTo>
                    <a:pt x="474" y="31"/>
                    <a:pt x="413" y="1"/>
                    <a:pt x="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6567842" y="1123859"/>
              <a:ext cx="56090" cy="141032"/>
            </a:xfrm>
            <a:custGeom>
              <a:avLst/>
              <a:gdLst/>
              <a:ahLst/>
              <a:cxnLst/>
              <a:rect l="l" t="t" r="r" b="b"/>
              <a:pathLst>
                <a:path w="1009" h="2537" extrusionOk="0">
                  <a:moveTo>
                    <a:pt x="123" y="1"/>
                  </a:moveTo>
                  <a:cubicBezTo>
                    <a:pt x="46" y="1"/>
                    <a:pt x="0" y="47"/>
                    <a:pt x="0" y="123"/>
                  </a:cubicBezTo>
                  <a:lnTo>
                    <a:pt x="0" y="2414"/>
                  </a:lnTo>
                  <a:cubicBezTo>
                    <a:pt x="0" y="2475"/>
                    <a:pt x="61" y="2536"/>
                    <a:pt x="123" y="2536"/>
                  </a:cubicBezTo>
                  <a:lnTo>
                    <a:pt x="886" y="2536"/>
                  </a:lnTo>
                  <a:cubicBezTo>
                    <a:pt x="947" y="2536"/>
                    <a:pt x="1008" y="2475"/>
                    <a:pt x="1008" y="2414"/>
                  </a:cubicBezTo>
                  <a:cubicBezTo>
                    <a:pt x="1008" y="2353"/>
                    <a:pt x="947" y="2292"/>
                    <a:pt x="886" y="2292"/>
                  </a:cubicBezTo>
                  <a:lnTo>
                    <a:pt x="413" y="2292"/>
                  </a:lnTo>
                  <a:cubicBezTo>
                    <a:pt x="352" y="2292"/>
                    <a:pt x="291" y="2246"/>
                    <a:pt x="291" y="2170"/>
                  </a:cubicBezTo>
                  <a:lnTo>
                    <a:pt x="291" y="123"/>
                  </a:lnTo>
                  <a:cubicBezTo>
                    <a:pt x="291" y="47"/>
                    <a:pt x="230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6889652" y="893772"/>
              <a:ext cx="62038" cy="256492"/>
            </a:xfrm>
            <a:custGeom>
              <a:avLst/>
              <a:gdLst/>
              <a:ahLst/>
              <a:cxnLst/>
              <a:rect l="l" t="t" r="r" b="b"/>
              <a:pathLst>
                <a:path w="1116" h="4614" extrusionOk="0">
                  <a:moveTo>
                    <a:pt x="1054" y="1"/>
                  </a:moveTo>
                  <a:cubicBezTo>
                    <a:pt x="642" y="1"/>
                    <a:pt x="321" y="230"/>
                    <a:pt x="321" y="749"/>
                  </a:cubicBezTo>
                  <a:cubicBezTo>
                    <a:pt x="321" y="917"/>
                    <a:pt x="336" y="1085"/>
                    <a:pt x="352" y="1253"/>
                  </a:cubicBezTo>
                  <a:cubicBezTo>
                    <a:pt x="367" y="1421"/>
                    <a:pt x="382" y="1574"/>
                    <a:pt x="382" y="1742"/>
                  </a:cubicBezTo>
                  <a:cubicBezTo>
                    <a:pt x="382" y="1940"/>
                    <a:pt x="321" y="2154"/>
                    <a:pt x="0" y="2154"/>
                  </a:cubicBezTo>
                  <a:lnTo>
                    <a:pt x="0" y="2444"/>
                  </a:lnTo>
                  <a:cubicBezTo>
                    <a:pt x="306" y="2444"/>
                    <a:pt x="382" y="2674"/>
                    <a:pt x="382" y="2857"/>
                  </a:cubicBezTo>
                  <a:cubicBezTo>
                    <a:pt x="382" y="3025"/>
                    <a:pt x="367" y="3193"/>
                    <a:pt x="352" y="3361"/>
                  </a:cubicBezTo>
                  <a:cubicBezTo>
                    <a:pt x="336" y="3529"/>
                    <a:pt x="321" y="3697"/>
                    <a:pt x="321" y="3880"/>
                  </a:cubicBezTo>
                  <a:cubicBezTo>
                    <a:pt x="321" y="4430"/>
                    <a:pt x="657" y="4613"/>
                    <a:pt x="1039" y="4613"/>
                  </a:cubicBezTo>
                  <a:lnTo>
                    <a:pt x="1115" y="4613"/>
                  </a:lnTo>
                  <a:lnTo>
                    <a:pt x="1115" y="4308"/>
                  </a:lnTo>
                  <a:lnTo>
                    <a:pt x="1039" y="4308"/>
                  </a:lnTo>
                  <a:cubicBezTo>
                    <a:pt x="779" y="4308"/>
                    <a:pt x="688" y="4140"/>
                    <a:pt x="688" y="3865"/>
                  </a:cubicBezTo>
                  <a:cubicBezTo>
                    <a:pt x="688" y="3712"/>
                    <a:pt x="703" y="3575"/>
                    <a:pt x="718" y="3422"/>
                  </a:cubicBezTo>
                  <a:cubicBezTo>
                    <a:pt x="733" y="3285"/>
                    <a:pt x="749" y="3132"/>
                    <a:pt x="749" y="2994"/>
                  </a:cubicBezTo>
                  <a:cubicBezTo>
                    <a:pt x="764" y="2536"/>
                    <a:pt x="596" y="2368"/>
                    <a:pt x="352" y="2307"/>
                  </a:cubicBezTo>
                  <a:lnTo>
                    <a:pt x="352" y="2292"/>
                  </a:lnTo>
                  <a:cubicBezTo>
                    <a:pt x="596" y="2215"/>
                    <a:pt x="764" y="2063"/>
                    <a:pt x="749" y="1604"/>
                  </a:cubicBezTo>
                  <a:cubicBezTo>
                    <a:pt x="749" y="1467"/>
                    <a:pt x="733" y="1329"/>
                    <a:pt x="718" y="1177"/>
                  </a:cubicBezTo>
                  <a:cubicBezTo>
                    <a:pt x="703" y="1039"/>
                    <a:pt x="688" y="902"/>
                    <a:pt x="688" y="734"/>
                  </a:cubicBezTo>
                  <a:cubicBezTo>
                    <a:pt x="688" y="474"/>
                    <a:pt x="795" y="306"/>
                    <a:pt x="1024" y="306"/>
                  </a:cubicBezTo>
                  <a:lnTo>
                    <a:pt x="1115" y="306"/>
                  </a:lnTo>
                  <a:lnTo>
                    <a:pt x="11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7155428" y="893772"/>
              <a:ext cx="62038" cy="256492"/>
            </a:xfrm>
            <a:custGeom>
              <a:avLst/>
              <a:gdLst/>
              <a:ahLst/>
              <a:cxnLst/>
              <a:rect l="l" t="t" r="r" b="b"/>
              <a:pathLst>
                <a:path w="1116" h="4614" extrusionOk="0">
                  <a:moveTo>
                    <a:pt x="0" y="1"/>
                  </a:moveTo>
                  <a:lnTo>
                    <a:pt x="0" y="291"/>
                  </a:lnTo>
                  <a:lnTo>
                    <a:pt x="92" y="291"/>
                  </a:lnTo>
                  <a:cubicBezTo>
                    <a:pt x="321" y="321"/>
                    <a:pt x="428" y="474"/>
                    <a:pt x="428" y="734"/>
                  </a:cubicBezTo>
                  <a:cubicBezTo>
                    <a:pt x="428" y="886"/>
                    <a:pt x="413" y="1039"/>
                    <a:pt x="397" y="1177"/>
                  </a:cubicBezTo>
                  <a:cubicBezTo>
                    <a:pt x="382" y="1329"/>
                    <a:pt x="367" y="1467"/>
                    <a:pt x="367" y="1604"/>
                  </a:cubicBezTo>
                  <a:cubicBezTo>
                    <a:pt x="351" y="2063"/>
                    <a:pt x="519" y="2215"/>
                    <a:pt x="764" y="2276"/>
                  </a:cubicBezTo>
                  <a:lnTo>
                    <a:pt x="764" y="2292"/>
                  </a:lnTo>
                  <a:cubicBezTo>
                    <a:pt x="519" y="2368"/>
                    <a:pt x="351" y="2521"/>
                    <a:pt x="367" y="2979"/>
                  </a:cubicBezTo>
                  <a:cubicBezTo>
                    <a:pt x="367" y="3132"/>
                    <a:pt x="382" y="3269"/>
                    <a:pt x="397" y="3422"/>
                  </a:cubicBezTo>
                  <a:cubicBezTo>
                    <a:pt x="413" y="3559"/>
                    <a:pt x="428" y="3712"/>
                    <a:pt x="428" y="3865"/>
                  </a:cubicBezTo>
                  <a:cubicBezTo>
                    <a:pt x="428" y="4125"/>
                    <a:pt x="336" y="4277"/>
                    <a:pt x="77" y="4308"/>
                  </a:cubicBezTo>
                  <a:lnTo>
                    <a:pt x="0" y="4308"/>
                  </a:lnTo>
                  <a:lnTo>
                    <a:pt x="0" y="4613"/>
                  </a:lnTo>
                  <a:lnTo>
                    <a:pt x="77" y="4613"/>
                  </a:lnTo>
                  <a:cubicBezTo>
                    <a:pt x="458" y="4613"/>
                    <a:pt x="794" y="4415"/>
                    <a:pt x="794" y="3865"/>
                  </a:cubicBezTo>
                  <a:cubicBezTo>
                    <a:pt x="794" y="3697"/>
                    <a:pt x="779" y="3514"/>
                    <a:pt x="764" y="3346"/>
                  </a:cubicBezTo>
                  <a:cubicBezTo>
                    <a:pt x="749" y="3178"/>
                    <a:pt x="733" y="3010"/>
                    <a:pt x="733" y="2857"/>
                  </a:cubicBezTo>
                  <a:cubicBezTo>
                    <a:pt x="733" y="2674"/>
                    <a:pt x="810" y="2444"/>
                    <a:pt x="1115" y="2444"/>
                  </a:cubicBezTo>
                  <a:lnTo>
                    <a:pt x="1115" y="2139"/>
                  </a:lnTo>
                  <a:cubicBezTo>
                    <a:pt x="794" y="2139"/>
                    <a:pt x="733" y="1925"/>
                    <a:pt x="733" y="1742"/>
                  </a:cubicBezTo>
                  <a:cubicBezTo>
                    <a:pt x="733" y="1574"/>
                    <a:pt x="749" y="1406"/>
                    <a:pt x="764" y="1253"/>
                  </a:cubicBezTo>
                  <a:cubicBezTo>
                    <a:pt x="779" y="1070"/>
                    <a:pt x="794" y="917"/>
                    <a:pt x="794" y="734"/>
                  </a:cubicBezTo>
                  <a:cubicBezTo>
                    <a:pt x="794" y="214"/>
                    <a:pt x="474" y="1"/>
                    <a:pt x="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6999998" y="959979"/>
              <a:ext cx="107066" cy="124077"/>
            </a:xfrm>
            <a:custGeom>
              <a:avLst/>
              <a:gdLst/>
              <a:ahLst/>
              <a:cxnLst/>
              <a:rect l="l" t="t" r="r" b="b"/>
              <a:pathLst>
                <a:path w="1926" h="2232" extrusionOk="0">
                  <a:moveTo>
                    <a:pt x="963" y="1"/>
                  </a:moveTo>
                  <a:lnTo>
                    <a:pt x="1" y="551"/>
                  </a:lnTo>
                  <a:lnTo>
                    <a:pt x="1" y="1666"/>
                  </a:lnTo>
                  <a:lnTo>
                    <a:pt x="963" y="2231"/>
                  </a:lnTo>
                  <a:lnTo>
                    <a:pt x="1926" y="1666"/>
                  </a:lnTo>
                  <a:lnTo>
                    <a:pt x="1926" y="551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7309079" y="1347720"/>
              <a:ext cx="204682" cy="227919"/>
            </a:xfrm>
            <a:custGeom>
              <a:avLst/>
              <a:gdLst/>
              <a:ahLst/>
              <a:cxnLst/>
              <a:rect l="l" t="t" r="r" b="b"/>
              <a:pathLst>
                <a:path w="3682" h="4100" extrusionOk="0">
                  <a:moveTo>
                    <a:pt x="2581" y="0"/>
                  </a:moveTo>
                  <a:cubicBezTo>
                    <a:pt x="1970" y="0"/>
                    <a:pt x="1371" y="240"/>
                    <a:pt x="917" y="694"/>
                  </a:cubicBezTo>
                  <a:cubicBezTo>
                    <a:pt x="31" y="1580"/>
                    <a:pt x="1" y="3000"/>
                    <a:pt x="826" y="3916"/>
                  </a:cubicBezTo>
                  <a:lnTo>
                    <a:pt x="474" y="3886"/>
                  </a:lnTo>
                  <a:cubicBezTo>
                    <a:pt x="466" y="3883"/>
                    <a:pt x="458" y="3882"/>
                    <a:pt x="450" y="3882"/>
                  </a:cubicBezTo>
                  <a:cubicBezTo>
                    <a:pt x="414" y="3882"/>
                    <a:pt x="383" y="3909"/>
                    <a:pt x="383" y="3947"/>
                  </a:cubicBezTo>
                  <a:cubicBezTo>
                    <a:pt x="383" y="3993"/>
                    <a:pt x="413" y="4023"/>
                    <a:pt x="459" y="4039"/>
                  </a:cubicBezTo>
                  <a:lnTo>
                    <a:pt x="994" y="4100"/>
                  </a:lnTo>
                  <a:cubicBezTo>
                    <a:pt x="1009" y="4100"/>
                    <a:pt x="1039" y="4100"/>
                    <a:pt x="1055" y="4084"/>
                  </a:cubicBezTo>
                  <a:cubicBezTo>
                    <a:pt x="1070" y="4069"/>
                    <a:pt x="1070" y="4054"/>
                    <a:pt x="1070" y="4023"/>
                  </a:cubicBezTo>
                  <a:lnTo>
                    <a:pt x="1146" y="3504"/>
                  </a:lnTo>
                  <a:cubicBezTo>
                    <a:pt x="1146" y="3474"/>
                    <a:pt x="1116" y="3428"/>
                    <a:pt x="1070" y="3428"/>
                  </a:cubicBezTo>
                  <a:cubicBezTo>
                    <a:pt x="1062" y="3425"/>
                    <a:pt x="1054" y="3424"/>
                    <a:pt x="1047" y="3424"/>
                  </a:cubicBezTo>
                  <a:cubicBezTo>
                    <a:pt x="1014" y="3424"/>
                    <a:pt x="991" y="3451"/>
                    <a:pt x="978" y="3489"/>
                  </a:cubicBezTo>
                  <a:lnTo>
                    <a:pt x="948" y="3825"/>
                  </a:lnTo>
                  <a:cubicBezTo>
                    <a:pt x="169" y="2969"/>
                    <a:pt x="199" y="1641"/>
                    <a:pt x="1024" y="801"/>
                  </a:cubicBezTo>
                  <a:cubicBezTo>
                    <a:pt x="1450" y="384"/>
                    <a:pt x="2018" y="164"/>
                    <a:pt x="2590" y="164"/>
                  </a:cubicBezTo>
                  <a:cubicBezTo>
                    <a:pt x="2920" y="164"/>
                    <a:pt x="3252" y="237"/>
                    <a:pt x="3560" y="388"/>
                  </a:cubicBezTo>
                  <a:cubicBezTo>
                    <a:pt x="3576" y="399"/>
                    <a:pt x="3592" y="404"/>
                    <a:pt x="3607" y="404"/>
                  </a:cubicBezTo>
                  <a:cubicBezTo>
                    <a:pt x="3634" y="404"/>
                    <a:pt x="3657" y="387"/>
                    <a:pt x="3667" y="358"/>
                  </a:cubicBezTo>
                  <a:cubicBezTo>
                    <a:pt x="3682" y="312"/>
                    <a:pt x="3667" y="266"/>
                    <a:pt x="3636" y="251"/>
                  </a:cubicBezTo>
                  <a:cubicBezTo>
                    <a:pt x="3298" y="82"/>
                    <a:pt x="2938" y="0"/>
                    <a:pt x="25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7394854" y="1387967"/>
              <a:ext cx="205516" cy="227919"/>
            </a:xfrm>
            <a:custGeom>
              <a:avLst/>
              <a:gdLst/>
              <a:ahLst/>
              <a:cxnLst/>
              <a:rect l="l" t="t" r="r" b="b"/>
              <a:pathLst>
                <a:path w="3697" h="4100" extrusionOk="0">
                  <a:moveTo>
                    <a:pt x="2704" y="0"/>
                  </a:moveTo>
                  <a:cubicBezTo>
                    <a:pt x="2673" y="0"/>
                    <a:pt x="2658" y="0"/>
                    <a:pt x="2643" y="15"/>
                  </a:cubicBezTo>
                  <a:cubicBezTo>
                    <a:pt x="2628" y="31"/>
                    <a:pt x="2612" y="46"/>
                    <a:pt x="2612" y="61"/>
                  </a:cubicBezTo>
                  <a:lnTo>
                    <a:pt x="2551" y="596"/>
                  </a:lnTo>
                  <a:cubicBezTo>
                    <a:pt x="2551" y="626"/>
                    <a:pt x="2582" y="672"/>
                    <a:pt x="2628" y="672"/>
                  </a:cubicBezTo>
                  <a:cubicBezTo>
                    <a:pt x="2633" y="675"/>
                    <a:pt x="2639" y="676"/>
                    <a:pt x="2645" y="676"/>
                  </a:cubicBezTo>
                  <a:cubicBezTo>
                    <a:pt x="2673" y="676"/>
                    <a:pt x="2704" y="649"/>
                    <a:pt x="2704" y="611"/>
                  </a:cubicBezTo>
                  <a:lnTo>
                    <a:pt x="2750" y="275"/>
                  </a:lnTo>
                  <a:lnTo>
                    <a:pt x="2750" y="275"/>
                  </a:lnTo>
                  <a:cubicBezTo>
                    <a:pt x="3514" y="1130"/>
                    <a:pt x="3498" y="2459"/>
                    <a:pt x="2658" y="3284"/>
                  </a:cubicBezTo>
                  <a:cubicBezTo>
                    <a:pt x="2240" y="3712"/>
                    <a:pt x="1674" y="3935"/>
                    <a:pt x="1098" y="3935"/>
                  </a:cubicBezTo>
                  <a:cubicBezTo>
                    <a:pt x="768" y="3935"/>
                    <a:pt x="434" y="3862"/>
                    <a:pt x="123" y="3712"/>
                  </a:cubicBezTo>
                  <a:cubicBezTo>
                    <a:pt x="112" y="3701"/>
                    <a:pt x="99" y="3696"/>
                    <a:pt x="86" y="3696"/>
                  </a:cubicBezTo>
                  <a:cubicBezTo>
                    <a:pt x="63" y="3696"/>
                    <a:pt x="41" y="3713"/>
                    <a:pt x="31" y="3742"/>
                  </a:cubicBezTo>
                  <a:cubicBezTo>
                    <a:pt x="0" y="3788"/>
                    <a:pt x="16" y="3834"/>
                    <a:pt x="62" y="3849"/>
                  </a:cubicBezTo>
                  <a:cubicBezTo>
                    <a:pt x="394" y="4018"/>
                    <a:pt x="753" y="4100"/>
                    <a:pt x="1110" y="4100"/>
                  </a:cubicBezTo>
                  <a:cubicBezTo>
                    <a:pt x="1721" y="4100"/>
                    <a:pt x="2327" y="3860"/>
                    <a:pt x="2780" y="3406"/>
                  </a:cubicBezTo>
                  <a:cubicBezTo>
                    <a:pt x="3666" y="2520"/>
                    <a:pt x="3697" y="1100"/>
                    <a:pt x="2872" y="183"/>
                  </a:cubicBezTo>
                  <a:lnTo>
                    <a:pt x="2872" y="183"/>
                  </a:lnTo>
                  <a:lnTo>
                    <a:pt x="3223" y="214"/>
                  </a:lnTo>
                  <a:cubicBezTo>
                    <a:pt x="3231" y="217"/>
                    <a:pt x="3239" y="218"/>
                    <a:pt x="3246" y="218"/>
                  </a:cubicBezTo>
                  <a:cubicBezTo>
                    <a:pt x="3280" y="218"/>
                    <a:pt x="3302" y="191"/>
                    <a:pt x="3315" y="153"/>
                  </a:cubicBezTo>
                  <a:cubicBezTo>
                    <a:pt x="3315" y="107"/>
                    <a:pt x="3284" y="61"/>
                    <a:pt x="3239" y="61"/>
                  </a:cubicBezTo>
                  <a:lnTo>
                    <a:pt x="2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7087610" y="1813454"/>
              <a:ext cx="838130" cy="51810"/>
            </a:xfrm>
            <a:custGeom>
              <a:avLst/>
              <a:gdLst/>
              <a:ahLst/>
              <a:cxnLst/>
              <a:rect l="l" t="t" r="r" b="b"/>
              <a:pathLst>
                <a:path w="15077" h="932" extrusionOk="0">
                  <a:moveTo>
                    <a:pt x="459" y="0"/>
                  </a:moveTo>
                  <a:cubicBezTo>
                    <a:pt x="199" y="0"/>
                    <a:pt x="1" y="214"/>
                    <a:pt x="1" y="474"/>
                  </a:cubicBezTo>
                  <a:cubicBezTo>
                    <a:pt x="1" y="733"/>
                    <a:pt x="199" y="932"/>
                    <a:pt x="459" y="932"/>
                  </a:cubicBezTo>
                  <a:lnTo>
                    <a:pt x="14603" y="932"/>
                  </a:lnTo>
                  <a:cubicBezTo>
                    <a:pt x="14862" y="932"/>
                    <a:pt x="15076" y="733"/>
                    <a:pt x="15076" y="474"/>
                  </a:cubicBezTo>
                  <a:cubicBezTo>
                    <a:pt x="15076" y="214"/>
                    <a:pt x="14862" y="0"/>
                    <a:pt x="146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7087610" y="1926358"/>
              <a:ext cx="557067" cy="51865"/>
            </a:xfrm>
            <a:custGeom>
              <a:avLst/>
              <a:gdLst/>
              <a:ahLst/>
              <a:cxnLst/>
              <a:rect l="l" t="t" r="r" b="b"/>
              <a:pathLst>
                <a:path w="10021" h="933" extrusionOk="0">
                  <a:moveTo>
                    <a:pt x="459" y="1"/>
                  </a:moveTo>
                  <a:cubicBezTo>
                    <a:pt x="199" y="1"/>
                    <a:pt x="1" y="215"/>
                    <a:pt x="1" y="474"/>
                  </a:cubicBezTo>
                  <a:cubicBezTo>
                    <a:pt x="1" y="719"/>
                    <a:pt x="199" y="932"/>
                    <a:pt x="459" y="932"/>
                  </a:cubicBezTo>
                  <a:lnTo>
                    <a:pt x="9562" y="932"/>
                  </a:lnTo>
                  <a:cubicBezTo>
                    <a:pt x="9807" y="932"/>
                    <a:pt x="10020" y="719"/>
                    <a:pt x="10020" y="474"/>
                  </a:cubicBezTo>
                  <a:cubicBezTo>
                    <a:pt x="10020" y="215"/>
                    <a:pt x="9807" y="1"/>
                    <a:pt x="9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7087610" y="2047766"/>
              <a:ext cx="557067" cy="51865"/>
            </a:xfrm>
            <a:custGeom>
              <a:avLst/>
              <a:gdLst/>
              <a:ahLst/>
              <a:cxnLst/>
              <a:rect l="l" t="t" r="r" b="b"/>
              <a:pathLst>
                <a:path w="10021" h="933" extrusionOk="0">
                  <a:moveTo>
                    <a:pt x="459" y="1"/>
                  </a:moveTo>
                  <a:cubicBezTo>
                    <a:pt x="199" y="1"/>
                    <a:pt x="1" y="199"/>
                    <a:pt x="1" y="459"/>
                  </a:cubicBezTo>
                  <a:cubicBezTo>
                    <a:pt x="1" y="719"/>
                    <a:pt x="199" y="933"/>
                    <a:pt x="459" y="933"/>
                  </a:cubicBezTo>
                  <a:lnTo>
                    <a:pt x="9562" y="933"/>
                  </a:lnTo>
                  <a:cubicBezTo>
                    <a:pt x="9807" y="933"/>
                    <a:pt x="10020" y="719"/>
                    <a:pt x="10020" y="459"/>
                  </a:cubicBezTo>
                  <a:cubicBezTo>
                    <a:pt x="10020" y="199"/>
                    <a:pt x="9807" y="1"/>
                    <a:pt x="9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5337524" y="1363340"/>
              <a:ext cx="461063" cy="51810"/>
            </a:xfrm>
            <a:custGeom>
              <a:avLst/>
              <a:gdLst/>
              <a:ahLst/>
              <a:cxnLst/>
              <a:rect l="l" t="t" r="r" b="b"/>
              <a:pathLst>
                <a:path w="8294" h="932" extrusionOk="0">
                  <a:moveTo>
                    <a:pt x="474" y="0"/>
                  </a:moveTo>
                  <a:cubicBezTo>
                    <a:pt x="214" y="0"/>
                    <a:pt x="0" y="199"/>
                    <a:pt x="0" y="458"/>
                  </a:cubicBezTo>
                  <a:cubicBezTo>
                    <a:pt x="0" y="718"/>
                    <a:pt x="214" y="932"/>
                    <a:pt x="474" y="932"/>
                  </a:cubicBezTo>
                  <a:lnTo>
                    <a:pt x="7820" y="932"/>
                  </a:lnTo>
                  <a:cubicBezTo>
                    <a:pt x="8080" y="932"/>
                    <a:pt x="8294" y="718"/>
                    <a:pt x="8294" y="458"/>
                  </a:cubicBezTo>
                  <a:cubicBezTo>
                    <a:pt x="8294" y="199"/>
                    <a:pt x="8080" y="0"/>
                    <a:pt x="78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5337524" y="1475410"/>
              <a:ext cx="306579" cy="51865"/>
            </a:xfrm>
            <a:custGeom>
              <a:avLst/>
              <a:gdLst/>
              <a:ahLst/>
              <a:cxnLst/>
              <a:rect l="l" t="t" r="r" b="b"/>
              <a:pathLst>
                <a:path w="5515" h="933" extrusionOk="0">
                  <a:moveTo>
                    <a:pt x="474" y="0"/>
                  </a:moveTo>
                  <a:cubicBezTo>
                    <a:pt x="214" y="0"/>
                    <a:pt x="0" y="214"/>
                    <a:pt x="0" y="474"/>
                  </a:cubicBezTo>
                  <a:cubicBezTo>
                    <a:pt x="0" y="734"/>
                    <a:pt x="214" y="932"/>
                    <a:pt x="474" y="932"/>
                  </a:cubicBezTo>
                  <a:lnTo>
                    <a:pt x="5041" y="932"/>
                  </a:lnTo>
                  <a:cubicBezTo>
                    <a:pt x="5300" y="932"/>
                    <a:pt x="5514" y="734"/>
                    <a:pt x="5514" y="474"/>
                  </a:cubicBezTo>
                  <a:cubicBezTo>
                    <a:pt x="5514" y="214"/>
                    <a:pt x="5300" y="0"/>
                    <a:pt x="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5337524" y="1596818"/>
              <a:ext cx="306579" cy="51865"/>
            </a:xfrm>
            <a:custGeom>
              <a:avLst/>
              <a:gdLst/>
              <a:ahLst/>
              <a:cxnLst/>
              <a:rect l="l" t="t" r="r" b="b"/>
              <a:pathLst>
                <a:path w="5515" h="933" extrusionOk="0">
                  <a:moveTo>
                    <a:pt x="474" y="1"/>
                  </a:moveTo>
                  <a:cubicBezTo>
                    <a:pt x="214" y="1"/>
                    <a:pt x="0" y="214"/>
                    <a:pt x="0" y="459"/>
                  </a:cubicBezTo>
                  <a:cubicBezTo>
                    <a:pt x="0" y="718"/>
                    <a:pt x="214" y="932"/>
                    <a:pt x="474" y="932"/>
                  </a:cubicBezTo>
                  <a:lnTo>
                    <a:pt x="5041" y="932"/>
                  </a:lnTo>
                  <a:cubicBezTo>
                    <a:pt x="5300" y="932"/>
                    <a:pt x="5514" y="718"/>
                    <a:pt x="5514" y="459"/>
                  </a:cubicBezTo>
                  <a:cubicBezTo>
                    <a:pt x="5514" y="214"/>
                    <a:pt x="5300" y="1"/>
                    <a:pt x="5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6921364" y="2297208"/>
              <a:ext cx="817052" cy="762158"/>
            </a:xfrm>
            <a:custGeom>
              <a:avLst/>
              <a:gdLst/>
              <a:ahLst/>
              <a:cxnLst/>
              <a:rect l="l" t="t" r="r" b="b"/>
              <a:pathLst>
                <a:path w="18635" h="17383" extrusionOk="0">
                  <a:moveTo>
                    <a:pt x="0" y="0"/>
                  </a:moveTo>
                  <a:lnTo>
                    <a:pt x="0" y="17382"/>
                  </a:lnTo>
                  <a:lnTo>
                    <a:pt x="18635" y="17382"/>
                  </a:lnTo>
                  <a:lnTo>
                    <a:pt x="18635" y="0"/>
                  </a:lnTo>
                  <a:close/>
                </a:path>
              </a:pathLst>
            </a:custGeom>
            <a:solidFill>
              <a:srgbClr val="112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6921364" y="2297208"/>
              <a:ext cx="817052" cy="80412"/>
            </a:xfrm>
            <a:custGeom>
              <a:avLst/>
              <a:gdLst/>
              <a:ahLst/>
              <a:cxnLst/>
              <a:rect l="l" t="t" r="r" b="b"/>
              <a:pathLst>
                <a:path w="18635" h="1834" extrusionOk="0">
                  <a:moveTo>
                    <a:pt x="0" y="0"/>
                  </a:moveTo>
                  <a:lnTo>
                    <a:pt x="0" y="1833"/>
                  </a:lnTo>
                  <a:lnTo>
                    <a:pt x="18635" y="1833"/>
                  </a:lnTo>
                  <a:lnTo>
                    <a:pt x="18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7532125" y="2323296"/>
              <a:ext cx="29508" cy="30209"/>
            </a:xfrm>
            <a:custGeom>
              <a:avLst/>
              <a:gdLst/>
              <a:ahLst/>
              <a:cxnLst/>
              <a:rect l="l" t="t" r="r" b="b"/>
              <a:pathLst>
                <a:path w="673" h="689" extrusionOk="0">
                  <a:moveTo>
                    <a:pt x="336" y="1"/>
                  </a:moveTo>
                  <a:cubicBezTo>
                    <a:pt x="153" y="1"/>
                    <a:pt x="0" y="154"/>
                    <a:pt x="0" y="352"/>
                  </a:cubicBezTo>
                  <a:cubicBezTo>
                    <a:pt x="0" y="536"/>
                    <a:pt x="153" y="688"/>
                    <a:pt x="336" y="688"/>
                  </a:cubicBezTo>
                  <a:cubicBezTo>
                    <a:pt x="520" y="688"/>
                    <a:pt x="672" y="536"/>
                    <a:pt x="672" y="352"/>
                  </a:cubicBezTo>
                  <a:cubicBezTo>
                    <a:pt x="672" y="154"/>
                    <a:pt x="520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7593727" y="2323296"/>
              <a:ext cx="29508" cy="30209"/>
            </a:xfrm>
            <a:custGeom>
              <a:avLst/>
              <a:gdLst/>
              <a:ahLst/>
              <a:cxnLst/>
              <a:rect l="l" t="t" r="r" b="b"/>
              <a:pathLst>
                <a:path w="673" h="689" extrusionOk="0">
                  <a:moveTo>
                    <a:pt x="337" y="1"/>
                  </a:moveTo>
                  <a:cubicBezTo>
                    <a:pt x="153" y="1"/>
                    <a:pt x="1" y="154"/>
                    <a:pt x="1" y="352"/>
                  </a:cubicBezTo>
                  <a:cubicBezTo>
                    <a:pt x="1" y="536"/>
                    <a:pt x="153" y="688"/>
                    <a:pt x="337" y="688"/>
                  </a:cubicBezTo>
                  <a:cubicBezTo>
                    <a:pt x="520" y="688"/>
                    <a:pt x="673" y="536"/>
                    <a:pt x="673" y="352"/>
                  </a:cubicBezTo>
                  <a:cubicBezTo>
                    <a:pt x="673" y="154"/>
                    <a:pt x="520" y="16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7651339" y="2325313"/>
              <a:ext cx="29508" cy="29508"/>
            </a:xfrm>
            <a:custGeom>
              <a:avLst/>
              <a:gdLst/>
              <a:ahLst/>
              <a:cxnLst/>
              <a:rect l="l" t="t" r="r" b="b"/>
              <a:pathLst>
                <a:path w="673" h="673" extrusionOk="0">
                  <a:moveTo>
                    <a:pt x="336" y="1"/>
                  </a:moveTo>
                  <a:cubicBezTo>
                    <a:pt x="138" y="1"/>
                    <a:pt x="0" y="153"/>
                    <a:pt x="0" y="337"/>
                  </a:cubicBezTo>
                  <a:cubicBezTo>
                    <a:pt x="0" y="520"/>
                    <a:pt x="138" y="673"/>
                    <a:pt x="336" y="673"/>
                  </a:cubicBezTo>
                  <a:cubicBezTo>
                    <a:pt x="519" y="673"/>
                    <a:pt x="672" y="520"/>
                    <a:pt x="672" y="337"/>
                  </a:cubicBezTo>
                  <a:cubicBezTo>
                    <a:pt x="672" y="153"/>
                    <a:pt x="519" y="1"/>
                    <a:pt x="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7066666" y="2452551"/>
              <a:ext cx="115926" cy="10084"/>
            </a:xfrm>
            <a:custGeom>
              <a:avLst/>
              <a:gdLst/>
              <a:ahLst/>
              <a:cxnLst/>
              <a:rect l="l" t="t" r="r" b="b"/>
              <a:pathLst>
                <a:path w="2644" h="230" extrusionOk="0">
                  <a:moveTo>
                    <a:pt x="1" y="1"/>
                  </a:moveTo>
                  <a:lnTo>
                    <a:pt x="1" y="230"/>
                  </a:lnTo>
                  <a:lnTo>
                    <a:pt x="2643" y="230"/>
                  </a:lnTo>
                  <a:lnTo>
                    <a:pt x="26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7202629" y="2452551"/>
              <a:ext cx="115882" cy="10084"/>
            </a:xfrm>
            <a:custGeom>
              <a:avLst/>
              <a:gdLst/>
              <a:ahLst/>
              <a:cxnLst/>
              <a:rect l="l" t="t" r="r" b="b"/>
              <a:pathLst>
                <a:path w="2643" h="230" extrusionOk="0">
                  <a:moveTo>
                    <a:pt x="0" y="1"/>
                  </a:moveTo>
                  <a:lnTo>
                    <a:pt x="0" y="230"/>
                  </a:lnTo>
                  <a:lnTo>
                    <a:pt x="2643" y="230"/>
                  </a:lnTo>
                  <a:lnTo>
                    <a:pt x="26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7102181" y="2505472"/>
              <a:ext cx="179501" cy="9427"/>
            </a:xfrm>
            <a:custGeom>
              <a:avLst/>
              <a:gdLst/>
              <a:ahLst/>
              <a:cxnLst/>
              <a:rect l="l" t="t" r="r" b="b"/>
              <a:pathLst>
                <a:path w="4094" h="215" extrusionOk="0">
                  <a:moveTo>
                    <a:pt x="0" y="0"/>
                  </a:moveTo>
                  <a:lnTo>
                    <a:pt x="0" y="214"/>
                  </a:lnTo>
                  <a:lnTo>
                    <a:pt x="4094" y="214"/>
                  </a:lnTo>
                  <a:lnTo>
                    <a:pt x="40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7311804" y="2505472"/>
              <a:ext cx="91110" cy="9427"/>
            </a:xfrm>
            <a:custGeom>
              <a:avLst/>
              <a:gdLst/>
              <a:ahLst/>
              <a:cxnLst/>
              <a:rect l="l" t="t" r="r" b="b"/>
              <a:pathLst>
                <a:path w="2078" h="215" extrusionOk="0">
                  <a:moveTo>
                    <a:pt x="0" y="0"/>
                  </a:moveTo>
                  <a:lnTo>
                    <a:pt x="0" y="214"/>
                  </a:lnTo>
                  <a:lnTo>
                    <a:pt x="2077" y="214"/>
                  </a:lnTo>
                  <a:lnTo>
                    <a:pt x="2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7164440" y="2557691"/>
              <a:ext cx="79096" cy="9427"/>
            </a:xfrm>
            <a:custGeom>
              <a:avLst/>
              <a:gdLst/>
              <a:ahLst/>
              <a:cxnLst/>
              <a:rect l="l" t="t" r="r" b="b"/>
              <a:pathLst>
                <a:path w="1804" h="215" extrusionOk="0">
                  <a:moveTo>
                    <a:pt x="1" y="1"/>
                  </a:moveTo>
                  <a:lnTo>
                    <a:pt x="1" y="215"/>
                  </a:lnTo>
                  <a:lnTo>
                    <a:pt x="1803" y="215"/>
                  </a:lnTo>
                  <a:lnTo>
                    <a:pt x="18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7289004" y="2557691"/>
              <a:ext cx="261229" cy="9427"/>
            </a:xfrm>
            <a:custGeom>
              <a:avLst/>
              <a:gdLst/>
              <a:ahLst/>
              <a:cxnLst/>
              <a:rect l="l" t="t" r="r" b="b"/>
              <a:pathLst>
                <a:path w="5958" h="215" extrusionOk="0">
                  <a:moveTo>
                    <a:pt x="1" y="1"/>
                  </a:moveTo>
                  <a:lnTo>
                    <a:pt x="1" y="215"/>
                  </a:lnTo>
                  <a:lnTo>
                    <a:pt x="5958" y="215"/>
                  </a:lnTo>
                  <a:lnTo>
                    <a:pt x="59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7226043" y="2609955"/>
              <a:ext cx="298760" cy="9427"/>
            </a:xfrm>
            <a:custGeom>
              <a:avLst/>
              <a:gdLst/>
              <a:ahLst/>
              <a:cxnLst/>
              <a:rect l="l" t="t" r="r" b="b"/>
              <a:pathLst>
                <a:path w="6814" h="215" extrusionOk="0">
                  <a:moveTo>
                    <a:pt x="1" y="0"/>
                  </a:moveTo>
                  <a:lnTo>
                    <a:pt x="1" y="214"/>
                  </a:lnTo>
                  <a:lnTo>
                    <a:pt x="6813" y="214"/>
                  </a:lnTo>
                  <a:lnTo>
                    <a:pt x="68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7151068" y="2662174"/>
              <a:ext cx="92469" cy="10084"/>
            </a:xfrm>
            <a:custGeom>
              <a:avLst/>
              <a:gdLst/>
              <a:ahLst/>
              <a:cxnLst/>
              <a:rect l="l" t="t" r="r" b="b"/>
              <a:pathLst>
                <a:path w="2109" h="230" extrusionOk="0">
                  <a:moveTo>
                    <a:pt x="0" y="1"/>
                  </a:moveTo>
                  <a:lnTo>
                    <a:pt x="0" y="230"/>
                  </a:lnTo>
                  <a:lnTo>
                    <a:pt x="2108" y="230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7282340" y="2662174"/>
              <a:ext cx="91768" cy="10084"/>
            </a:xfrm>
            <a:custGeom>
              <a:avLst/>
              <a:gdLst/>
              <a:ahLst/>
              <a:cxnLst/>
              <a:rect l="l" t="t" r="r" b="b"/>
              <a:pathLst>
                <a:path w="2093" h="230" extrusionOk="0">
                  <a:moveTo>
                    <a:pt x="0" y="1"/>
                  </a:moveTo>
                  <a:lnTo>
                    <a:pt x="0" y="230"/>
                  </a:lnTo>
                  <a:lnTo>
                    <a:pt x="2093" y="230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7066666" y="2934057"/>
              <a:ext cx="133990" cy="9427"/>
            </a:xfrm>
            <a:custGeom>
              <a:avLst/>
              <a:gdLst/>
              <a:ahLst/>
              <a:cxnLst/>
              <a:rect l="l" t="t" r="r" b="b"/>
              <a:pathLst>
                <a:path w="3056" h="215" extrusionOk="0">
                  <a:moveTo>
                    <a:pt x="1" y="1"/>
                  </a:moveTo>
                  <a:lnTo>
                    <a:pt x="1" y="215"/>
                  </a:lnTo>
                  <a:lnTo>
                    <a:pt x="3056" y="215"/>
                  </a:lnTo>
                  <a:lnTo>
                    <a:pt x="30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7247483" y="2934057"/>
              <a:ext cx="133333" cy="9427"/>
            </a:xfrm>
            <a:custGeom>
              <a:avLst/>
              <a:gdLst/>
              <a:ahLst/>
              <a:cxnLst/>
              <a:rect l="l" t="t" r="r" b="b"/>
              <a:pathLst>
                <a:path w="3041" h="215" extrusionOk="0">
                  <a:moveTo>
                    <a:pt x="1" y="1"/>
                  </a:moveTo>
                  <a:lnTo>
                    <a:pt x="1" y="215"/>
                  </a:lnTo>
                  <a:lnTo>
                    <a:pt x="3040" y="215"/>
                  </a:lnTo>
                  <a:lnTo>
                    <a:pt x="30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7422951" y="2934057"/>
              <a:ext cx="133990" cy="9427"/>
            </a:xfrm>
            <a:custGeom>
              <a:avLst/>
              <a:gdLst/>
              <a:ahLst/>
              <a:cxnLst/>
              <a:rect l="l" t="t" r="r" b="b"/>
              <a:pathLst>
                <a:path w="3056" h="215" extrusionOk="0">
                  <a:moveTo>
                    <a:pt x="1" y="1"/>
                  </a:moveTo>
                  <a:lnTo>
                    <a:pt x="1" y="215"/>
                  </a:lnTo>
                  <a:lnTo>
                    <a:pt x="3055" y="215"/>
                  </a:lnTo>
                  <a:lnTo>
                    <a:pt x="30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7102181" y="2881838"/>
              <a:ext cx="261886" cy="9427"/>
            </a:xfrm>
            <a:custGeom>
              <a:avLst/>
              <a:gdLst/>
              <a:ahLst/>
              <a:cxnLst/>
              <a:rect l="l" t="t" r="r" b="b"/>
              <a:pathLst>
                <a:path w="5973" h="215" extrusionOk="0">
                  <a:moveTo>
                    <a:pt x="0" y="1"/>
                  </a:moveTo>
                  <a:lnTo>
                    <a:pt x="0" y="214"/>
                  </a:lnTo>
                  <a:lnTo>
                    <a:pt x="5972" y="214"/>
                  </a:lnTo>
                  <a:lnTo>
                    <a:pt x="59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7404886" y="2881838"/>
              <a:ext cx="261229" cy="9427"/>
            </a:xfrm>
            <a:custGeom>
              <a:avLst/>
              <a:gdLst/>
              <a:ahLst/>
              <a:cxnLst/>
              <a:rect l="l" t="t" r="r" b="b"/>
              <a:pathLst>
                <a:path w="5958" h="215" extrusionOk="0">
                  <a:moveTo>
                    <a:pt x="0" y="1"/>
                  </a:moveTo>
                  <a:lnTo>
                    <a:pt x="0" y="214"/>
                  </a:lnTo>
                  <a:lnTo>
                    <a:pt x="5957" y="214"/>
                  </a:lnTo>
                  <a:lnTo>
                    <a:pt x="59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7164440" y="2828917"/>
              <a:ext cx="259913" cy="10128"/>
            </a:xfrm>
            <a:custGeom>
              <a:avLst/>
              <a:gdLst/>
              <a:ahLst/>
              <a:cxnLst/>
              <a:rect l="l" t="t" r="r" b="b"/>
              <a:pathLst>
                <a:path w="5928" h="231" extrusionOk="0">
                  <a:moveTo>
                    <a:pt x="1" y="1"/>
                  </a:moveTo>
                  <a:lnTo>
                    <a:pt x="1" y="230"/>
                  </a:lnTo>
                  <a:lnTo>
                    <a:pt x="5927" y="230"/>
                  </a:lnTo>
                  <a:lnTo>
                    <a:pt x="59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7446408" y="2828917"/>
              <a:ext cx="72344" cy="10128"/>
            </a:xfrm>
            <a:custGeom>
              <a:avLst/>
              <a:gdLst/>
              <a:ahLst/>
              <a:cxnLst/>
              <a:rect l="l" t="t" r="r" b="b"/>
              <a:pathLst>
                <a:path w="1650" h="231" extrusionOk="0">
                  <a:moveTo>
                    <a:pt x="0" y="1"/>
                  </a:moveTo>
                  <a:lnTo>
                    <a:pt x="0" y="230"/>
                  </a:lnTo>
                  <a:lnTo>
                    <a:pt x="1650" y="230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7147692" y="2776697"/>
              <a:ext cx="97818" cy="10084"/>
            </a:xfrm>
            <a:custGeom>
              <a:avLst/>
              <a:gdLst/>
              <a:ahLst/>
              <a:cxnLst/>
              <a:rect l="l" t="t" r="r" b="b"/>
              <a:pathLst>
                <a:path w="2231" h="230" extrusionOk="0">
                  <a:moveTo>
                    <a:pt x="1" y="1"/>
                  </a:moveTo>
                  <a:lnTo>
                    <a:pt x="1" y="230"/>
                  </a:lnTo>
                  <a:lnTo>
                    <a:pt x="2231" y="230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7297072" y="2776697"/>
              <a:ext cx="97818" cy="10084"/>
            </a:xfrm>
            <a:custGeom>
              <a:avLst/>
              <a:gdLst/>
              <a:ahLst/>
              <a:cxnLst/>
              <a:rect l="l" t="t" r="r" b="b"/>
              <a:pathLst>
                <a:path w="2231" h="230" extrusionOk="0">
                  <a:moveTo>
                    <a:pt x="0" y="1"/>
                  </a:moveTo>
                  <a:lnTo>
                    <a:pt x="0" y="230"/>
                  </a:lnTo>
                  <a:lnTo>
                    <a:pt x="2230" y="230"/>
                  </a:lnTo>
                  <a:lnTo>
                    <a:pt x="22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7457764" y="2776697"/>
              <a:ext cx="97818" cy="10084"/>
            </a:xfrm>
            <a:custGeom>
              <a:avLst/>
              <a:gdLst/>
              <a:ahLst/>
              <a:cxnLst/>
              <a:rect l="l" t="t" r="r" b="b"/>
              <a:pathLst>
                <a:path w="2231" h="230" extrusionOk="0">
                  <a:moveTo>
                    <a:pt x="1" y="1"/>
                  </a:moveTo>
                  <a:lnTo>
                    <a:pt x="1" y="230"/>
                  </a:lnTo>
                  <a:lnTo>
                    <a:pt x="2231" y="230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7260899" y="2724478"/>
              <a:ext cx="137323" cy="10084"/>
            </a:xfrm>
            <a:custGeom>
              <a:avLst/>
              <a:gdLst/>
              <a:ahLst/>
              <a:cxnLst/>
              <a:rect l="l" t="t" r="r" b="b"/>
              <a:pathLst>
                <a:path w="3132" h="230" extrusionOk="0">
                  <a:moveTo>
                    <a:pt x="0" y="0"/>
                  </a:moveTo>
                  <a:lnTo>
                    <a:pt x="0" y="229"/>
                  </a:lnTo>
                  <a:lnTo>
                    <a:pt x="3131" y="229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7072717" y="2724478"/>
              <a:ext cx="136665" cy="10084"/>
            </a:xfrm>
            <a:custGeom>
              <a:avLst/>
              <a:gdLst/>
              <a:ahLst/>
              <a:cxnLst/>
              <a:rect l="l" t="t" r="r" b="b"/>
              <a:pathLst>
                <a:path w="3117" h="230" extrusionOk="0">
                  <a:moveTo>
                    <a:pt x="0" y="0"/>
                  </a:moveTo>
                  <a:lnTo>
                    <a:pt x="0" y="229"/>
                  </a:lnTo>
                  <a:lnTo>
                    <a:pt x="3116" y="229"/>
                  </a:lnTo>
                  <a:lnTo>
                    <a:pt x="31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6990990" y="2443168"/>
              <a:ext cx="12759" cy="12803"/>
            </a:xfrm>
            <a:custGeom>
              <a:avLst/>
              <a:gdLst/>
              <a:ahLst/>
              <a:cxnLst/>
              <a:rect l="l" t="t" r="r" b="b"/>
              <a:pathLst>
                <a:path w="291" h="292" extrusionOk="0">
                  <a:moveTo>
                    <a:pt x="1" y="1"/>
                  </a:moveTo>
                  <a:lnTo>
                    <a:pt x="1" y="291"/>
                  </a:lnTo>
                  <a:lnTo>
                    <a:pt x="291" y="291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6990990" y="2494072"/>
              <a:ext cx="12759" cy="405873"/>
            </a:xfrm>
            <a:custGeom>
              <a:avLst/>
              <a:gdLst/>
              <a:ahLst/>
              <a:cxnLst/>
              <a:rect l="l" t="t" r="r" b="b"/>
              <a:pathLst>
                <a:path w="291" h="9257" extrusionOk="0">
                  <a:moveTo>
                    <a:pt x="1" y="1"/>
                  </a:moveTo>
                  <a:lnTo>
                    <a:pt x="1" y="581"/>
                  </a:lnTo>
                  <a:lnTo>
                    <a:pt x="291" y="581"/>
                  </a:lnTo>
                  <a:lnTo>
                    <a:pt x="291" y="1"/>
                  </a:lnTo>
                  <a:close/>
                  <a:moveTo>
                    <a:pt x="1" y="1452"/>
                  </a:moveTo>
                  <a:lnTo>
                    <a:pt x="1" y="2017"/>
                  </a:lnTo>
                  <a:lnTo>
                    <a:pt x="291" y="2017"/>
                  </a:lnTo>
                  <a:lnTo>
                    <a:pt x="291" y="1452"/>
                  </a:lnTo>
                  <a:close/>
                  <a:moveTo>
                    <a:pt x="1" y="2888"/>
                  </a:moveTo>
                  <a:lnTo>
                    <a:pt x="1" y="3468"/>
                  </a:lnTo>
                  <a:lnTo>
                    <a:pt x="291" y="3468"/>
                  </a:lnTo>
                  <a:lnTo>
                    <a:pt x="291" y="2888"/>
                  </a:lnTo>
                  <a:close/>
                  <a:moveTo>
                    <a:pt x="1" y="4339"/>
                  </a:moveTo>
                  <a:lnTo>
                    <a:pt x="1" y="4919"/>
                  </a:lnTo>
                  <a:lnTo>
                    <a:pt x="291" y="4919"/>
                  </a:lnTo>
                  <a:lnTo>
                    <a:pt x="291" y="4339"/>
                  </a:lnTo>
                  <a:close/>
                  <a:moveTo>
                    <a:pt x="1" y="5790"/>
                  </a:moveTo>
                  <a:lnTo>
                    <a:pt x="1" y="6370"/>
                  </a:lnTo>
                  <a:lnTo>
                    <a:pt x="291" y="6370"/>
                  </a:lnTo>
                  <a:lnTo>
                    <a:pt x="291" y="5790"/>
                  </a:lnTo>
                  <a:close/>
                  <a:moveTo>
                    <a:pt x="1" y="7241"/>
                  </a:moveTo>
                  <a:lnTo>
                    <a:pt x="1" y="7806"/>
                  </a:lnTo>
                  <a:lnTo>
                    <a:pt x="291" y="7806"/>
                  </a:lnTo>
                  <a:lnTo>
                    <a:pt x="291" y="7241"/>
                  </a:lnTo>
                  <a:close/>
                  <a:moveTo>
                    <a:pt x="1" y="8677"/>
                  </a:moveTo>
                  <a:lnTo>
                    <a:pt x="1" y="9257"/>
                  </a:lnTo>
                  <a:lnTo>
                    <a:pt x="291" y="9257"/>
                  </a:lnTo>
                  <a:lnTo>
                    <a:pt x="291" y="86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6990990" y="2938091"/>
              <a:ext cx="12759" cy="12759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1" y="1"/>
                  </a:moveTo>
                  <a:lnTo>
                    <a:pt x="1" y="291"/>
                  </a:lnTo>
                  <a:lnTo>
                    <a:pt x="291" y="291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5813664" y="2135113"/>
              <a:ext cx="672407" cy="414598"/>
            </a:xfrm>
            <a:custGeom>
              <a:avLst/>
              <a:gdLst/>
              <a:ahLst/>
              <a:cxnLst/>
              <a:rect l="l" t="t" r="r" b="b"/>
              <a:pathLst>
                <a:path w="15336" h="9456" extrusionOk="0">
                  <a:moveTo>
                    <a:pt x="1" y="1"/>
                  </a:moveTo>
                  <a:lnTo>
                    <a:pt x="1" y="9456"/>
                  </a:lnTo>
                  <a:lnTo>
                    <a:pt x="15336" y="9456"/>
                  </a:lnTo>
                  <a:lnTo>
                    <a:pt x="15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5968349" y="2278443"/>
              <a:ext cx="106543" cy="115882"/>
            </a:xfrm>
            <a:custGeom>
              <a:avLst/>
              <a:gdLst/>
              <a:ahLst/>
              <a:cxnLst/>
              <a:rect l="l" t="t" r="r" b="b"/>
              <a:pathLst>
                <a:path w="2430" h="2643" extrusionOk="0">
                  <a:moveTo>
                    <a:pt x="2185" y="1"/>
                  </a:moveTo>
                  <a:lnTo>
                    <a:pt x="1" y="978"/>
                  </a:lnTo>
                  <a:lnTo>
                    <a:pt x="1" y="1665"/>
                  </a:lnTo>
                  <a:lnTo>
                    <a:pt x="2185" y="2643"/>
                  </a:lnTo>
                  <a:lnTo>
                    <a:pt x="2430" y="2078"/>
                  </a:lnTo>
                  <a:lnTo>
                    <a:pt x="597" y="1314"/>
                  </a:lnTo>
                  <a:lnTo>
                    <a:pt x="2430" y="535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6106987" y="2216840"/>
              <a:ext cx="85761" cy="229090"/>
            </a:xfrm>
            <a:custGeom>
              <a:avLst/>
              <a:gdLst/>
              <a:ahLst/>
              <a:cxnLst/>
              <a:rect l="l" t="t" r="r" b="b"/>
              <a:pathLst>
                <a:path w="1956" h="5225" extrusionOk="0">
                  <a:moveTo>
                    <a:pt x="1330" y="0"/>
                  </a:moveTo>
                  <a:lnTo>
                    <a:pt x="1" y="5087"/>
                  </a:lnTo>
                  <a:lnTo>
                    <a:pt x="627" y="5224"/>
                  </a:lnTo>
                  <a:lnTo>
                    <a:pt x="1956" y="13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6225544" y="2278443"/>
              <a:ext cx="105842" cy="115225"/>
            </a:xfrm>
            <a:custGeom>
              <a:avLst/>
              <a:gdLst/>
              <a:ahLst/>
              <a:cxnLst/>
              <a:rect l="l" t="t" r="r" b="b"/>
              <a:pathLst>
                <a:path w="2414" h="2628" extrusionOk="0">
                  <a:moveTo>
                    <a:pt x="229" y="1"/>
                  </a:moveTo>
                  <a:lnTo>
                    <a:pt x="0" y="535"/>
                  </a:lnTo>
                  <a:lnTo>
                    <a:pt x="1818" y="1314"/>
                  </a:lnTo>
                  <a:lnTo>
                    <a:pt x="0" y="2078"/>
                  </a:lnTo>
                  <a:lnTo>
                    <a:pt x="229" y="2628"/>
                  </a:lnTo>
                  <a:lnTo>
                    <a:pt x="2414" y="1650"/>
                  </a:lnTo>
                  <a:lnTo>
                    <a:pt x="2414" y="978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 flipH="1">
              <a:off x="6016271" y="2766141"/>
              <a:ext cx="383118" cy="273286"/>
            </a:xfrm>
            <a:custGeom>
              <a:avLst/>
              <a:gdLst/>
              <a:ahLst/>
              <a:cxnLst/>
              <a:rect l="l" t="t" r="r" b="b"/>
              <a:pathLst>
                <a:path w="8738" h="6233" extrusionOk="0">
                  <a:moveTo>
                    <a:pt x="1" y="1"/>
                  </a:moveTo>
                  <a:lnTo>
                    <a:pt x="1" y="6232"/>
                  </a:lnTo>
                  <a:lnTo>
                    <a:pt x="8737" y="6232"/>
                  </a:lnTo>
                  <a:lnTo>
                    <a:pt x="8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 flipH="1">
              <a:off x="6239266" y="2807662"/>
              <a:ext cx="52965" cy="190901"/>
            </a:xfrm>
            <a:custGeom>
              <a:avLst/>
              <a:gdLst/>
              <a:ahLst/>
              <a:cxnLst/>
              <a:rect l="l" t="t" r="r" b="b"/>
              <a:pathLst>
                <a:path w="1208" h="4354" extrusionOk="0">
                  <a:moveTo>
                    <a:pt x="1207" y="1"/>
                  </a:moveTo>
                  <a:cubicBezTo>
                    <a:pt x="489" y="1"/>
                    <a:pt x="291" y="214"/>
                    <a:pt x="291" y="688"/>
                  </a:cubicBezTo>
                  <a:lnTo>
                    <a:pt x="291" y="1589"/>
                  </a:lnTo>
                  <a:cubicBezTo>
                    <a:pt x="291" y="1834"/>
                    <a:pt x="230" y="1940"/>
                    <a:pt x="0" y="1940"/>
                  </a:cubicBezTo>
                  <a:lnTo>
                    <a:pt x="0" y="2414"/>
                  </a:lnTo>
                  <a:cubicBezTo>
                    <a:pt x="230" y="2414"/>
                    <a:pt x="291" y="2506"/>
                    <a:pt x="291" y="2765"/>
                  </a:cubicBezTo>
                  <a:lnTo>
                    <a:pt x="291" y="3651"/>
                  </a:lnTo>
                  <a:cubicBezTo>
                    <a:pt x="291" y="4125"/>
                    <a:pt x="505" y="4354"/>
                    <a:pt x="1207" y="4354"/>
                  </a:cubicBezTo>
                  <a:lnTo>
                    <a:pt x="1207" y="3941"/>
                  </a:lnTo>
                  <a:cubicBezTo>
                    <a:pt x="932" y="3941"/>
                    <a:pt x="825" y="3865"/>
                    <a:pt x="825" y="3651"/>
                  </a:cubicBezTo>
                  <a:lnTo>
                    <a:pt x="825" y="2719"/>
                  </a:lnTo>
                  <a:cubicBezTo>
                    <a:pt x="825" y="2353"/>
                    <a:pt x="673" y="2246"/>
                    <a:pt x="428" y="2170"/>
                  </a:cubicBezTo>
                  <a:cubicBezTo>
                    <a:pt x="688" y="2108"/>
                    <a:pt x="825" y="1986"/>
                    <a:pt x="825" y="1620"/>
                  </a:cubicBezTo>
                  <a:lnTo>
                    <a:pt x="825" y="688"/>
                  </a:lnTo>
                  <a:cubicBezTo>
                    <a:pt x="825" y="474"/>
                    <a:pt x="932" y="398"/>
                    <a:pt x="1207" y="398"/>
                  </a:cubicBezTo>
                  <a:lnTo>
                    <a:pt x="12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 flipH="1">
              <a:off x="6123428" y="2807004"/>
              <a:ext cx="53622" cy="191559"/>
            </a:xfrm>
            <a:custGeom>
              <a:avLst/>
              <a:gdLst/>
              <a:ahLst/>
              <a:cxnLst/>
              <a:rect l="l" t="t" r="r" b="b"/>
              <a:pathLst>
                <a:path w="1223" h="4369" extrusionOk="0">
                  <a:moveTo>
                    <a:pt x="1" y="0"/>
                  </a:moveTo>
                  <a:lnTo>
                    <a:pt x="1" y="413"/>
                  </a:lnTo>
                  <a:cubicBezTo>
                    <a:pt x="291" y="413"/>
                    <a:pt x="382" y="489"/>
                    <a:pt x="382" y="703"/>
                  </a:cubicBezTo>
                  <a:lnTo>
                    <a:pt x="382" y="1635"/>
                  </a:lnTo>
                  <a:cubicBezTo>
                    <a:pt x="382" y="2001"/>
                    <a:pt x="535" y="2123"/>
                    <a:pt x="795" y="2185"/>
                  </a:cubicBezTo>
                  <a:cubicBezTo>
                    <a:pt x="535" y="2261"/>
                    <a:pt x="382" y="2368"/>
                    <a:pt x="382" y="2734"/>
                  </a:cubicBezTo>
                  <a:lnTo>
                    <a:pt x="382" y="3666"/>
                  </a:lnTo>
                  <a:cubicBezTo>
                    <a:pt x="382" y="3880"/>
                    <a:pt x="291" y="3956"/>
                    <a:pt x="1" y="3956"/>
                  </a:cubicBezTo>
                  <a:lnTo>
                    <a:pt x="1" y="4369"/>
                  </a:lnTo>
                  <a:cubicBezTo>
                    <a:pt x="719" y="4369"/>
                    <a:pt x="917" y="4140"/>
                    <a:pt x="917" y="3666"/>
                  </a:cubicBezTo>
                  <a:lnTo>
                    <a:pt x="917" y="2780"/>
                  </a:lnTo>
                  <a:cubicBezTo>
                    <a:pt x="917" y="2521"/>
                    <a:pt x="978" y="2414"/>
                    <a:pt x="1223" y="2414"/>
                  </a:cubicBezTo>
                  <a:lnTo>
                    <a:pt x="1223" y="1955"/>
                  </a:lnTo>
                  <a:cubicBezTo>
                    <a:pt x="978" y="1955"/>
                    <a:pt x="917" y="1849"/>
                    <a:pt x="917" y="1589"/>
                  </a:cubicBezTo>
                  <a:lnTo>
                    <a:pt x="917" y="703"/>
                  </a:lnTo>
                  <a:cubicBezTo>
                    <a:pt x="917" y="229"/>
                    <a:pt x="719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6661494" y="2194743"/>
              <a:ext cx="429988" cy="287316"/>
            </a:xfrm>
            <a:custGeom>
              <a:avLst/>
              <a:gdLst/>
              <a:ahLst/>
              <a:cxnLst/>
              <a:rect l="l" t="t" r="r" b="b"/>
              <a:pathLst>
                <a:path w="9807" h="6553" extrusionOk="0">
                  <a:moveTo>
                    <a:pt x="1" y="0"/>
                  </a:moveTo>
                  <a:lnTo>
                    <a:pt x="1" y="6553"/>
                  </a:lnTo>
                  <a:lnTo>
                    <a:pt x="9807" y="6553"/>
                  </a:lnTo>
                  <a:lnTo>
                    <a:pt x="98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6783384" y="2250382"/>
              <a:ext cx="181562" cy="176257"/>
            </a:xfrm>
            <a:custGeom>
              <a:avLst/>
              <a:gdLst/>
              <a:ahLst/>
              <a:cxnLst/>
              <a:rect l="l" t="t" r="r" b="b"/>
              <a:pathLst>
                <a:path w="4141" h="4020" extrusionOk="0">
                  <a:moveTo>
                    <a:pt x="1719" y="476"/>
                  </a:moveTo>
                  <a:cubicBezTo>
                    <a:pt x="2009" y="476"/>
                    <a:pt x="2299" y="587"/>
                    <a:pt x="2521" y="809"/>
                  </a:cubicBezTo>
                  <a:cubicBezTo>
                    <a:pt x="2979" y="1252"/>
                    <a:pt x="2979" y="1969"/>
                    <a:pt x="2536" y="2412"/>
                  </a:cubicBezTo>
                  <a:cubicBezTo>
                    <a:pt x="2315" y="2634"/>
                    <a:pt x="2021" y="2745"/>
                    <a:pt x="1727" y="2745"/>
                  </a:cubicBezTo>
                  <a:cubicBezTo>
                    <a:pt x="1433" y="2745"/>
                    <a:pt x="1139" y="2634"/>
                    <a:pt x="917" y="2412"/>
                  </a:cubicBezTo>
                  <a:cubicBezTo>
                    <a:pt x="474" y="1969"/>
                    <a:pt x="474" y="1252"/>
                    <a:pt x="917" y="809"/>
                  </a:cubicBezTo>
                  <a:cubicBezTo>
                    <a:pt x="1139" y="587"/>
                    <a:pt x="1429" y="476"/>
                    <a:pt x="1719" y="476"/>
                  </a:cubicBezTo>
                  <a:close/>
                  <a:moveTo>
                    <a:pt x="1727" y="1"/>
                  </a:moveTo>
                  <a:cubicBezTo>
                    <a:pt x="1259" y="1"/>
                    <a:pt x="791" y="204"/>
                    <a:pt x="474" y="610"/>
                  </a:cubicBezTo>
                  <a:cubicBezTo>
                    <a:pt x="1" y="1206"/>
                    <a:pt x="1" y="2061"/>
                    <a:pt x="490" y="2626"/>
                  </a:cubicBezTo>
                  <a:cubicBezTo>
                    <a:pt x="809" y="3018"/>
                    <a:pt x="1270" y="3215"/>
                    <a:pt x="1729" y="3215"/>
                  </a:cubicBezTo>
                  <a:cubicBezTo>
                    <a:pt x="2039" y="3215"/>
                    <a:pt x="2348" y="3125"/>
                    <a:pt x="2613" y="2947"/>
                  </a:cubicBezTo>
                  <a:lnTo>
                    <a:pt x="3651" y="3986"/>
                  </a:lnTo>
                  <a:cubicBezTo>
                    <a:pt x="3674" y="4009"/>
                    <a:pt x="3701" y="4020"/>
                    <a:pt x="3728" y="4020"/>
                  </a:cubicBezTo>
                  <a:cubicBezTo>
                    <a:pt x="3754" y="4020"/>
                    <a:pt x="3781" y="4009"/>
                    <a:pt x="3804" y="3986"/>
                  </a:cubicBezTo>
                  <a:lnTo>
                    <a:pt x="4094" y="3695"/>
                  </a:lnTo>
                  <a:cubicBezTo>
                    <a:pt x="4140" y="3650"/>
                    <a:pt x="4140" y="3573"/>
                    <a:pt x="4094" y="3543"/>
                  </a:cubicBezTo>
                  <a:lnTo>
                    <a:pt x="3056" y="2504"/>
                  </a:lnTo>
                  <a:cubicBezTo>
                    <a:pt x="3483" y="1878"/>
                    <a:pt x="3407" y="1022"/>
                    <a:pt x="2857" y="473"/>
                  </a:cubicBezTo>
                  <a:cubicBezTo>
                    <a:pt x="2550" y="158"/>
                    <a:pt x="2138" y="1"/>
                    <a:pt x="1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" name="Google Shape;373;p30"/>
          <p:cNvGrpSpPr/>
          <p:nvPr/>
        </p:nvGrpSpPr>
        <p:grpSpPr>
          <a:xfrm flipH="1">
            <a:off x="0" y="202153"/>
            <a:ext cx="9143989" cy="4739194"/>
            <a:chOff x="0" y="202153"/>
            <a:chExt cx="9143989" cy="4739194"/>
          </a:xfrm>
        </p:grpSpPr>
        <p:grpSp>
          <p:nvGrpSpPr>
            <p:cNvPr id="374" name="Google Shape;374;p30"/>
            <p:cNvGrpSpPr/>
            <p:nvPr/>
          </p:nvGrpSpPr>
          <p:grpSpPr>
            <a:xfrm flipH="1">
              <a:off x="6422164" y="202153"/>
              <a:ext cx="2721825" cy="165350"/>
              <a:chOff x="-155500" y="301425"/>
              <a:chExt cx="2721825" cy="165350"/>
            </a:xfrm>
          </p:grpSpPr>
          <p:cxnSp>
            <p:nvCxnSpPr>
              <p:cNvPr id="375" name="Google Shape;375;p30"/>
              <p:cNvCxnSpPr/>
              <p:nvPr/>
            </p:nvCxnSpPr>
            <p:spPr>
              <a:xfrm>
                <a:off x="-155500" y="301425"/>
                <a:ext cx="214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6" name="Google Shape;376;p30"/>
              <p:cNvCxnSpPr/>
              <p:nvPr/>
            </p:nvCxnSpPr>
            <p:spPr>
              <a:xfrm>
                <a:off x="-136075" y="466775"/>
                <a:ext cx="270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7" name="Google Shape;377;p30"/>
            <p:cNvGrpSpPr/>
            <p:nvPr/>
          </p:nvGrpSpPr>
          <p:grpSpPr>
            <a:xfrm flipH="1">
              <a:off x="0" y="4762797"/>
              <a:ext cx="3706425" cy="178550"/>
              <a:chOff x="5527089" y="4218224"/>
              <a:chExt cx="3706425" cy="178550"/>
            </a:xfrm>
          </p:grpSpPr>
          <p:cxnSp>
            <p:nvCxnSpPr>
              <p:cNvPr id="378" name="Google Shape;378;p30"/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30"/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31"/>
          <p:cNvGrpSpPr/>
          <p:nvPr/>
        </p:nvGrpSpPr>
        <p:grpSpPr>
          <a:xfrm flipH="1">
            <a:off x="0" y="202153"/>
            <a:ext cx="9143989" cy="4739194"/>
            <a:chOff x="0" y="202153"/>
            <a:chExt cx="9143989" cy="4739194"/>
          </a:xfrm>
        </p:grpSpPr>
        <p:grpSp>
          <p:nvGrpSpPr>
            <p:cNvPr id="382" name="Google Shape;382;p31"/>
            <p:cNvGrpSpPr/>
            <p:nvPr/>
          </p:nvGrpSpPr>
          <p:grpSpPr>
            <a:xfrm>
              <a:off x="0" y="202153"/>
              <a:ext cx="2721825" cy="165350"/>
              <a:chOff x="-155500" y="301425"/>
              <a:chExt cx="2721825" cy="165350"/>
            </a:xfrm>
          </p:grpSpPr>
          <p:cxnSp>
            <p:nvCxnSpPr>
              <p:cNvPr id="383" name="Google Shape;383;p31"/>
              <p:cNvCxnSpPr/>
              <p:nvPr/>
            </p:nvCxnSpPr>
            <p:spPr>
              <a:xfrm>
                <a:off x="-155500" y="301425"/>
                <a:ext cx="214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31"/>
              <p:cNvCxnSpPr/>
              <p:nvPr/>
            </p:nvCxnSpPr>
            <p:spPr>
              <a:xfrm>
                <a:off x="-136075" y="466775"/>
                <a:ext cx="270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85" name="Google Shape;385;p31"/>
            <p:cNvGrpSpPr/>
            <p:nvPr/>
          </p:nvGrpSpPr>
          <p:grpSpPr>
            <a:xfrm>
              <a:off x="5437564" y="4762797"/>
              <a:ext cx="3706425" cy="178550"/>
              <a:chOff x="5527089" y="4218224"/>
              <a:chExt cx="3706425" cy="178550"/>
            </a:xfrm>
          </p:grpSpPr>
          <p:cxnSp>
            <p:nvCxnSpPr>
              <p:cNvPr id="386" name="Google Shape;386;p31"/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31"/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88" name="Google Shape;388;p31"/>
          <p:cNvGrpSpPr/>
          <p:nvPr/>
        </p:nvGrpSpPr>
        <p:grpSpPr>
          <a:xfrm>
            <a:off x="713231" y="2246814"/>
            <a:ext cx="2691840" cy="2302441"/>
            <a:chOff x="4610523" y="1046206"/>
            <a:chExt cx="3573872" cy="3056879"/>
          </a:xfrm>
        </p:grpSpPr>
        <p:grpSp>
          <p:nvGrpSpPr>
            <p:cNvPr id="389" name="Google Shape;389;p31"/>
            <p:cNvGrpSpPr/>
            <p:nvPr/>
          </p:nvGrpSpPr>
          <p:grpSpPr>
            <a:xfrm>
              <a:off x="4847413" y="2675411"/>
              <a:ext cx="3336982" cy="1427674"/>
              <a:chOff x="1360407" y="1053608"/>
              <a:chExt cx="2178045" cy="931841"/>
            </a:xfrm>
          </p:grpSpPr>
          <p:sp>
            <p:nvSpPr>
              <p:cNvPr id="390" name="Google Shape;390;p31"/>
              <p:cNvSpPr/>
              <p:nvPr/>
            </p:nvSpPr>
            <p:spPr>
              <a:xfrm>
                <a:off x="2188872" y="1366767"/>
                <a:ext cx="1136602" cy="618682"/>
              </a:xfrm>
              <a:custGeom>
                <a:avLst/>
                <a:gdLst/>
                <a:ahLst/>
                <a:cxnLst/>
                <a:rect l="l" t="t" r="r" b="b"/>
                <a:pathLst>
                  <a:path w="27388" h="14908" extrusionOk="0">
                    <a:moveTo>
                      <a:pt x="1" y="0"/>
                    </a:moveTo>
                    <a:lnTo>
                      <a:pt x="1" y="14908"/>
                    </a:lnTo>
                    <a:lnTo>
                      <a:pt x="27387" y="14908"/>
                    </a:lnTo>
                    <a:lnTo>
                      <a:pt x="27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1"/>
              <p:cNvSpPr/>
              <p:nvPr/>
            </p:nvSpPr>
            <p:spPr>
              <a:xfrm>
                <a:off x="2215515" y="1388305"/>
                <a:ext cx="24112" cy="24153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82" extrusionOk="0">
                    <a:moveTo>
                      <a:pt x="290" y="1"/>
                    </a:moveTo>
                    <a:cubicBezTo>
                      <a:pt x="122" y="1"/>
                      <a:pt x="0" y="138"/>
                      <a:pt x="0" y="291"/>
                    </a:cubicBezTo>
                    <a:cubicBezTo>
                      <a:pt x="0" y="459"/>
                      <a:pt x="122" y="581"/>
                      <a:pt x="290" y="581"/>
                    </a:cubicBezTo>
                    <a:cubicBezTo>
                      <a:pt x="443" y="581"/>
                      <a:pt x="581" y="459"/>
                      <a:pt x="581" y="291"/>
                    </a:cubicBezTo>
                    <a:cubicBezTo>
                      <a:pt x="581" y="138"/>
                      <a:pt x="443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1"/>
              <p:cNvSpPr/>
              <p:nvPr/>
            </p:nvSpPr>
            <p:spPr>
              <a:xfrm>
                <a:off x="2265564" y="1388305"/>
                <a:ext cx="23489" cy="24153"/>
              </a:xfrm>
              <a:custGeom>
                <a:avLst/>
                <a:gdLst/>
                <a:ahLst/>
                <a:cxnLst/>
                <a:rect l="l" t="t" r="r" b="b"/>
                <a:pathLst>
                  <a:path w="566" h="582" extrusionOk="0">
                    <a:moveTo>
                      <a:pt x="291" y="1"/>
                    </a:moveTo>
                    <a:cubicBezTo>
                      <a:pt x="123" y="1"/>
                      <a:pt x="1" y="138"/>
                      <a:pt x="1" y="291"/>
                    </a:cubicBezTo>
                    <a:cubicBezTo>
                      <a:pt x="1" y="459"/>
                      <a:pt x="123" y="581"/>
                      <a:pt x="291" y="581"/>
                    </a:cubicBezTo>
                    <a:cubicBezTo>
                      <a:pt x="444" y="581"/>
                      <a:pt x="566" y="459"/>
                      <a:pt x="566" y="291"/>
                    </a:cubicBezTo>
                    <a:cubicBezTo>
                      <a:pt x="566" y="138"/>
                      <a:pt x="444" y="1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1"/>
              <p:cNvSpPr/>
              <p:nvPr/>
            </p:nvSpPr>
            <p:spPr>
              <a:xfrm>
                <a:off x="2311836" y="1389592"/>
                <a:ext cx="24153" cy="24111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81" extrusionOk="0">
                    <a:moveTo>
                      <a:pt x="291" y="0"/>
                    </a:moveTo>
                    <a:cubicBezTo>
                      <a:pt x="138" y="0"/>
                      <a:pt x="1" y="138"/>
                      <a:pt x="1" y="290"/>
                    </a:cubicBezTo>
                    <a:cubicBezTo>
                      <a:pt x="1" y="458"/>
                      <a:pt x="138" y="581"/>
                      <a:pt x="291" y="581"/>
                    </a:cubicBezTo>
                    <a:cubicBezTo>
                      <a:pt x="444" y="581"/>
                      <a:pt x="581" y="458"/>
                      <a:pt x="581" y="290"/>
                    </a:cubicBezTo>
                    <a:cubicBezTo>
                      <a:pt x="581" y="138"/>
                      <a:pt x="444" y="0"/>
                      <a:pt x="2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1"/>
              <p:cNvSpPr/>
              <p:nvPr/>
            </p:nvSpPr>
            <p:spPr>
              <a:xfrm>
                <a:off x="2306773" y="1492885"/>
                <a:ext cx="625696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5077" h="200" extrusionOk="0">
                    <a:moveTo>
                      <a:pt x="1" y="1"/>
                    </a:moveTo>
                    <a:lnTo>
                      <a:pt x="1" y="199"/>
                    </a:lnTo>
                    <a:lnTo>
                      <a:pt x="15076" y="199"/>
                    </a:lnTo>
                    <a:lnTo>
                      <a:pt x="150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1"/>
              <p:cNvSpPr/>
              <p:nvPr/>
            </p:nvSpPr>
            <p:spPr>
              <a:xfrm>
                <a:off x="2335948" y="1536004"/>
                <a:ext cx="887477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21385" h="184" extrusionOk="0">
                    <a:moveTo>
                      <a:pt x="0" y="1"/>
                    </a:moveTo>
                    <a:lnTo>
                      <a:pt x="0" y="184"/>
                    </a:lnTo>
                    <a:lnTo>
                      <a:pt x="21384" y="184"/>
                    </a:lnTo>
                    <a:lnTo>
                      <a:pt x="213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1"/>
              <p:cNvSpPr/>
              <p:nvPr/>
            </p:nvSpPr>
            <p:spPr>
              <a:xfrm>
                <a:off x="2385997" y="1578458"/>
                <a:ext cx="685912" cy="7677"/>
              </a:xfrm>
              <a:custGeom>
                <a:avLst/>
                <a:gdLst/>
                <a:ahLst/>
                <a:cxnLst/>
                <a:rect l="l" t="t" r="r" b="b"/>
                <a:pathLst>
                  <a:path w="16528" h="185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6528" y="184"/>
                    </a:lnTo>
                    <a:lnTo>
                      <a:pt x="165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1"/>
              <p:cNvSpPr/>
              <p:nvPr/>
            </p:nvSpPr>
            <p:spPr>
              <a:xfrm>
                <a:off x="2436087" y="1620954"/>
                <a:ext cx="715709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17246" h="184" extrusionOk="0">
                    <a:moveTo>
                      <a:pt x="1" y="0"/>
                    </a:moveTo>
                    <a:lnTo>
                      <a:pt x="1" y="184"/>
                    </a:lnTo>
                    <a:lnTo>
                      <a:pt x="17245" y="184"/>
                    </a:lnTo>
                    <a:lnTo>
                      <a:pt x="17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1"/>
              <p:cNvSpPr/>
              <p:nvPr/>
            </p:nvSpPr>
            <p:spPr>
              <a:xfrm>
                <a:off x="2503276" y="1663409"/>
                <a:ext cx="483683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11655" h="184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1655" y="184"/>
                    </a:lnTo>
                    <a:lnTo>
                      <a:pt x="116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1"/>
              <p:cNvSpPr/>
              <p:nvPr/>
            </p:nvSpPr>
            <p:spPr>
              <a:xfrm>
                <a:off x="2306773" y="1884023"/>
                <a:ext cx="281494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6783" h="184" extrusionOk="0">
                    <a:moveTo>
                      <a:pt x="1" y="0"/>
                    </a:moveTo>
                    <a:lnTo>
                      <a:pt x="1" y="183"/>
                    </a:lnTo>
                    <a:lnTo>
                      <a:pt x="6782" y="183"/>
                    </a:lnTo>
                    <a:lnTo>
                      <a:pt x="6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1"/>
              <p:cNvSpPr/>
              <p:nvPr/>
            </p:nvSpPr>
            <p:spPr>
              <a:xfrm>
                <a:off x="2335948" y="1841527"/>
                <a:ext cx="685870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16527" h="185" extrusionOk="0">
                    <a:moveTo>
                      <a:pt x="0" y="1"/>
                    </a:moveTo>
                    <a:lnTo>
                      <a:pt x="0" y="184"/>
                    </a:lnTo>
                    <a:lnTo>
                      <a:pt x="16527" y="184"/>
                    </a:lnTo>
                    <a:lnTo>
                      <a:pt x="1652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1"/>
              <p:cNvSpPr/>
              <p:nvPr/>
            </p:nvSpPr>
            <p:spPr>
              <a:xfrm>
                <a:off x="2385997" y="1799072"/>
                <a:ext cx="888142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21401" h="184" extrusionOk="0">
                    <a:moveTo>
                      <a:pt x="1" y="0"/>
                    </a:moveTo>
                    <a:lnTo>
                      <a:pt x="1" y="184"/>
                    </a:lnTo>
                    <a:lnTo>
                      <a:pt x="21400" y="184"/>
                    </a:lnTo>
                    <a:lnTo>
                      <a:pt x="214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1"/>
              <p:cNvSpPr/>
              <p:nvPr/>
            </p:nvSpPr>
            <p:spPr>
              <a:xfrm>
                <a:off x="2436087" y="1756576"/>
                <a:ext cx="483683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11655" h="185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1655" y="184"/>
                    </a:lnTo>
                    <a:lnTo>
                      <a:pt x="116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1"/>
              <p:cNvSpPr/>
              <p:nvPr/>
            </p:nvSpPr>
            <p:spPr>
              <a:xfrm>
                <a:off x="2503276" y="1714122"/>
                <a:ext cx="584486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14084" h="184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4083" y="184"/>
                    </a:lnTo>
                    <a:lnTo>
                      <a:pt x="140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1"/>
              <p:cNvSpPr/>
              <p:nvPr/>
            </p:nvSpPr>
            <p:spPr>
              <a:xfrm>
                <a:off x="2245312" y="1485913"/>
                <a:ext cx="10167" cy="9586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1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44" y="230"/>
                    </a:lnTo>
                    <a:lnTo>
                      <a:pt x="2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1"/>
              <p:cNvSpPr/>
              <p:nvPr/>
            </p:nvSpPr>
            <p:spPr>
              <a:xfrm>
                <a:off x="2245312" y="1526500"/>
                <a:ext cx="10167" cy="329676"/>
              </a:xfrm>
              <a:custGeom>
                <a:avLst/>
                <a:gdLst/>
                <a:ahLst/>
                <a:cxnLst/>
                <a:rect l="l" t="t" r="r" b="b"/>
                <a:pathLst>
                  <a:path w="245" h="7944" extrusionOk="0">
                    <a:moveTo>
                      <a:pt x="0" y="0"/>
                    </a:moveTo>
                    <a:lnTo>
                      <a:pt x="0" y="505"/>
                    </a:lnTo>
                    <a:lnTo>
                      <a:pt x="244" y="505"/>
                    </a:lnTo>
                    <a:lnTo>
                      <a:pt x="244" y="0"/>
                    </a:lnTo>
                    <a:close/>
                    <a:moveTo>
                      <a:pt x="0" y="1253"/>
                    </a:moveTo>
                    <a:lnTo>
                      <a:pt x="0" y="1742"/>
                    </a:lnTo>
                    <a:lnTo>
                      <a:pt x="244" y="1742"/>
                    </a:lnTo>
                    <a:lnTo>
                      <a:pt x="244" y="1253"/>
                    </a:lnTo>
                    <a:close/>
                    <a:moveTo>
                      <a:pt x="0" y="2490"/>
                    </a:moveTo>
                    <a:lnTo>
                      <a:pt x="0" y="2979"/>
                    </a:lnTo>
                    <a:lnTo>
                      <a:pt x="244" y="2979"/>
                    </a:lnTo>
                    <a:lnTo>
                      <a:pt x="244" y="2490"/>
                    </a:lnTo>
                    <a:close/>
                    <a:moveTo>
                      <a:pt x="0" y="3727"/>
                    </a:moveTo>
                    <a:lnTo>
                      <a:pt x="0" y="4231"/>
                    </a:lnTo>
                    <a:lnTo>
                      <a:pt x="244" y="4231"/>
                    </a:lnTo>
                    <a:lnTo>
                      <a:pt x="244" y="3727"/>
                    </a:lnTo>
                    <a:close/>
                    <a:moveTo>
                      <a:pt x="0" y="4965"/>
                    </a:moveTo>
                    <a:lnTo>
                      <a:pt x="0" y="5469"/>
                    </a:lnTo>
                    <a:lnTo>
                      <a:pt x="244" y="5469"/>
                    </a:lnTo>
                    <a:lnTo>
                      <a:pt x="244" y="4965"/>
                    </a:lnTo>
                    <a:close/>
                    <a:moveTo>
                      <a:pt x="0" y="6217"/>
                    </a:moveTo>
                    <a:lnTo>
                      <a:pt x="0" y="6706"/>
                    </a:lnTo>
                    <a:lnTo>
                      <a:pt x="244" y="6706"/>
                    </a:lnTo>
                    <a:lnTo>
                      <a:pt x="244" y="6217"/>
                    </a:lnTo>
                    <a:close/>
                    <a:moveTo>
                      <a:pt x="0" y="7454"/>
                    </a:moveTo>
                    <a:lnTo>
                      <a:pt x="0" y="7943"/>
                    </a:lnTo>
                    <a:lnTo>
                      <a:pt x="244" y="7943"/>
                    </a:lnTo>
                    <a:lnTo>
                      <a:pt x="244" y="745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1"/>
              <p:cNvSpPr/>
              <p:nvPr/>
            </p:nvSpPr>
            <p:spPr>
              <a:xfrm>
                <a:off x="2245312" y="1887177"/>
                <a:ext cx="10167" cy="10167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45" extrusionOk="0">
                    <a:moveTo>
                      <a:pt x="0" y="0"/>
                    </a:moveTo>
                    <a:lnTo>
                      <a:pt x="0" y="245"/>
                    </a:lnTo>
                    <a:lnTo>
                      <a:pt x="244" y="245"/>
                    </a:lnTo>
                    <a:lnTo>
                      <a:pt x="2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1"/>
              <p:cNvSpPr/>
              <p:nvPr/>
            </p:nvSpPr>
            <p:spPr>
              <a:xfrm>
                <a:off x="1985397" y="1053608"/>
                <a:ext cx="345529" cy="213061"/>
              </a:xfrm>
              <a:custGeom>
                <a:avLst/>
                <a:gdLst/>
                <a:ahLst/>
                <a:cxnLst/>
                <a:rect l="l" t="t" r="r" b="b"/>
                <a:pathLst>
                  <a:path w="8326" h="5134" extrusionOk="0">
                    <a:moveTo>
                      <a:pt x="1" y="1"/>
                    </a:moveTo>
                    <a:lnTo>
                      <a:pt x="1" y="5133"/>
                    </a:lnTo>
                    <a:lnTo>
                      <a:pt x="8325" y="5133"/>
                    </a:lnTo>
                    <a:lnTo>
                      <a:pt x="83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1"/>
              <p:cNvSpPr/>
              <p:nvPr/>
            </p:nvSpPr>
            <p:spPr>
              <a:xfrm>
                <a:off x="2036367" y="1125237"/>
                <a:ext cx="80551" cy="68516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651" extrusionOk="0">
                    <a:moveTo>
                      <a:pt x="1940" y="1"/>
                    </a:moveTo>
                    <a:lnTo>
                      <a:pt x="0" y="704"/>
                    </a:lnTo>
                    <a:lnTo>
                      <a:pt x="0" y="948"/>
                    </a:lnTo>
                    <a:lnTo>
                      <a:pt x="1940" y="1651"/>
                    </a:lnTo>
                    <a:lnTo>
                      <a:pt x="1940" y="1376"/>
                    </a:lnTo>
                    <a:lnTo>
                      <a:pt x="382" y="826"/>
                    </a:lnTo>
                    <a:lnTo>
                      <a:pt x="1940" y="276"/>
                    </a:lnTo>
                    <a:lnTo>
                      <a:pt x="19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1"/>
              <p:cNvSpPr/>
              <p:nvPr/>
            </p:nvSpPr>
            <p:spPr>
              <a:xfrm>
                <a:off x="2130198" y="1106230"/>
                <a:ext cx="43119" cy="10528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2537" extrusionOk="0">
                    <a:moveTo>
                      <a:pt x="779" y="1"/>
                    </a:moveTo>
                    <a:lnTo>
                      <a:pt x="0" y="2536"/>
                    </a:lnTo>
                    <a:lnTo>
                      <a:pt x="260" y="2536"/>
                    </a:lnTo>
                    <a:lnTo>
                      <a:pt x="10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1"/>
              <p:cNvSpPr/>
              <p:nvPr/>
            </p:nvSpPr>
            <p:spPr>
              <a:xfrm>
                <a:off x="2186597" y="1125237"/>
                <a:ext cx="80551" cy="68516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651" extrusionOk="0">
                    <a:moveTo>
                      <a:pt x="0" y="1"/>
                    </a:moveTo>
                    <a:lnTo>
                      <a:pt x="0" y="276"/>
                    </a:lnTo>
                    <a:lnTo>
                      <a:pt x="1558" y="826"/>
                    </a:lnTo>
                    <a:lnTo>
                      <a:pt x="0" y="1376"/>
                    </a:lnTo>
                    <a:lnTo>
                      <a:pt x="0" y="1651"/>
                    </a:lnTo>
                    <a:lnTo>
                      <a:pt x="1940" y="948"/>
                    </a:lnTo>
                    <a:lnTo>
                      <a:pt x="1940" y="70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1"/>
              <p:cNvSpPr/>
              <p:nvPr/>
            </p:nvSpPr>
            <p:spPr>
              <a:xfrm>
                <a:off x="1360407" y="1305928"/>
                <a:ext cx="389229" cy="260537"/>
              </a:xfrm>
              <a:custGeom>
                <a:avLst/>
                <a:gdLst/>
                <a:ahLst/>
                <a:cxnLst/>
                <a:rect l="l" t="t" r="r" b="b"/>
                <a:pathLst>
                  <a:path w="9379" h="6278" extrusionOk="0">
                    <a:moveTo>
                      <a:pt x="0" y="0"/>
                    </a:moveTo>
                    <a:lnTo>
                      <a:pt x="0" y="6278"/>
                    </a:lnTo>
                    <a:lnTo>
                      <a:pt x="9379" y="6278"/>
                    </a:lnTo>
                    <a:lnTo>
                      <a:pt x="93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1"/>
              <p:cNvSpPr/>
              <p:nvPr/>
            </p:nvSpPr>
            <p:spPr>
              <a:xfrm>
                <a:off x="1470673" y="1356848"/>
                <a:ext cx="164216" cy="159069"/>
              </a:xfrm>
              <a:custGeom>
                <a:avLst/>
                <a:gdLst/>
                <a:ahLst/>
                <a:cxnLst/>
                <a:rect l="l" t="t" r="r" b="b"/>
                <a:pathLst>
                  <a:path w="3957" h="3833" extrusionOk="0">
                    <a:moveTo>
                      <a:pt x="1658" y="453"/>
                    </a:moveTo>
                    <a:cubicBezTo>
                      <a:pt x="1937" y="453"/>
                      <a:pt x="2216" y="560"/>
                      <a:pt x="2430" y="774"/>
                    </a:cubicBezTo>
                    <a:cubicBezTo>
                      <a:pt x="2842" y="1186"/>
                      <a:pt x="2842" y="1874"/>
                      <a:pt x="2430" y="2301"/>
                    </a:cubicBezTo>
                    <a:cubicBezTo>
                      <a:pt x="2216" y="2515"/>
                      <a:pt x="1937" y="2622"/>
                      <a:pt x="1658" y="2622"/>
                    </a:cubicBezTo>
                    <a:cubicBezTo>
                      <a:pt x="1379" y="2622"/>
                      <a:pt x="1101" y="2515"/>
                      <a:pt x="887" y="2301"/>
                    </a:cubicBezTo>
                    <a:cubicBezTo>
                      <a:pt x="459" y="1889"/>
                      <a:pt x="459" y="1186"/>
                      <a:pt x="887" y="774"/>
                    </a:cubicBezTo>
                    <a:cubicBezTo>
                      <a:pt x="1101" y="560"/>
                      <a:pt x="1379" y="453"/>
                      <a:pt x="1658" y="453"/>
                    </a:cubicBezTo>
                    <a:close/>
                    <a:moveTo>
                      <a:pt x="1653" y="0"/>
                    </a:moveTo>
                    <a:cubicBezTo>
                      <a:pt x="1203" y="0"/>
                      <a:pt x="754" y="192"/>
                      <a:pt x="444" y="575"/>
                    </a:cubicBezTo>
                    <a:cubicBezTo>
                      <a:pt x="1" y="1141"/>
                      <a:pt x="1" y="1950"/>
                      <a:pt x="459" y="2515"/>
                    </a:cubicBezTo>
                    <a:cubicBezTo>
                      <a:pt x="769" y="2888"/>
                      <a:pt x="1208" y="3072"/>
                      <a:pt x="1649" y="3072"/>
                    </a:cubicBezTo>
                    <a:cubicBezTo>
                      <a:pt x="1948" y="3072"/>
                      <a:pt x="2247" y="2987"/>
                      <a:pt x="2506" y="2821"/>
                    </a:cubicBezTo>
                    <a:lnTo>
                      <a:pt x="3499" y="3798"/>
                    </a:lnTo>
                    <a:cubicBezTo>
                      <a:pt x="3514" y="3821"/>
                      <a:pt x="3541" y="3833"/>
                      <a:pt x="3568" y="3833"/>
                    </a:cubicBezTo>
                    <a:cubicBezTo>
                      <a:pt x="3594" y="3833"/>
                      <a:pt x="3621" y="3821"/>
                      <a:pt x="3636" y="3798"/>
                    </a:cubicBezTo>
                    <a:lnTo>
                      <a:pt x="3926" y="3523"/>
                    </a:lnTo>
                    <a:cubicBezTo>
                      <a:pt x="3957" y="3477"/>
                      <a:pt x="3957" y="3416"/>
                      <a:pt x="3926" y="3371"/>
                    </a:cubicBezTo>
                    <a:lnTo>
                      <a:pt x="2934" y="2393"/>
                    </a:lnTo>
                    <a:cubicBezTo>
                      <a:pt x="3331" y="1797"/>
                      <a:pt x="3270" y="973"/>
                      <a:pt x="2735" y="438"/>
                    </a:cubicBezTo>
                    <a:cubicBezTo>
                      <a:pt x="2436" y="146"/>
                      <a:pt x="2044" y="0"/>
                      <a:pt x="16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1"/>
              <p:cNvSpPr/>
              <p:nvPr/>
            </p:nvSpPr>
            <p:spPr>
              <a:xfrm>
                <a:off x="3239859" y="1245047"/>
                <a:ext cx="298593" cy="212397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5118" extrusionOk="0">
                    <a:moveTo>
                      <a:pt x="0" y="1"/>
                    </a:moveTo>
                    <a:lnTo>
                      <a:pt x="0" y="5118"/>
                    </a:lnTo>
                    <a:lnTo>
                      <a:pt x="7194" y="5118"/>
                    </a:lnTo>
                    <a:lnTo>
                      <a:pt x="71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1"/>
              <p:cNvSpPr/>
              <p:nvPr/>
            </p:nvSpPr>
            <p:spPr>
              <a:xfrm>
                <a:off x="3288052" y="1288788"/>
                <a:ext cx="59013" cy="140768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3392" extrusionOk="0">
                    <a:moveTo>
                      <a:pt x="1314" y="1"/>
                    </a:moveTo>
                    <a:cubicBezTo>
                      <a:pt x="1009" y="1"/>
                      <a:pt x="810" y="46"/>
                      <a:pt x="719" y="138"/>
                    </a:cubicBezTo>
                    <a:cubicBezTo>
                      <a:pt x="612" y="214"/>
                      <a:pt x="566" y="398"/>
                      <a:pt x="566" y="657"/>
                    </a:cubicBezTo>
                    <a:lnTo>
                      <a:pt x="566" y="1085"/>
                    </a:lnTo>
                    <a:cubicBezTo>
                      <a:pt x="566" y="1268"/>
                      <a:pt x="535" y="1391"/>
                      <a:pt x="459" y="1467"/>
                    </a:cubicBezTo>
                    <a:cubicBezTo>
                      <a:pt x="398" y="1528"/>
                      <a:pt x="276" y="1559"/>
                      <a:pt x="108" y="1559"/>
                    </a:cubicBezTo>
                    <a:lnTo>
                      <a:pt x="1" y="1559"/>
                    </a:lnTo>
                    <a:lnTo>
                      <a:pt x="1" y="1818"/>
                    </a:lnTo>
                    <a:lnTo>
                      <a:pt x="108" y="1818"/>
                    </a:lnTo>
                    <a:cubicBezTo>
                      <a:pt x="276" y="1818"/>
                      <a:pt x="398" y="1849"/>
                      <a:pt x="459" y="1925"/>
                    </a:cubicBezTo>
                    <a:cubicBezTo>
                      <a:pt x="535" y="1986"/>
                      <a:pt x="566" y="2124"/>
                      <a:pt x="566" y="2292"/>
                    </a:cubicBezTo>
                    <a:lnTo>
                      <a:pt x="566" y="2735"/>
                    </a:lnTo>
                    <a:cubicBezTo>
                      <a:pt x="566" y="2994"/>
                      <a:pt x="612" y="3162"/>
                      <a:pt x="719" y="3254"/>
                    </a:cubicBezTo>
                    <a:cubicBezTo>
                      <a:pt x="810" y="3346"/>
                      <a:pt x="1009" y="3392"/>
                      <a:pt x="1314" y="3392"/>
                    </a:cubicBezTo>
                    <a:lnTo>
                      <a:pt x="1421" y="3392"/>
                    </a:lnTo>
                    <a:lnTo>
                      <a:pt x="1421" y="3132"/>
                    </a:lnTo>
                    <a:lnTo>
                      <a:pt x="1299" y="3132"/>
                    </a:lnTo>
                    <a:cubicBezTo>
                      <a:pt x="1131" y="3132"/>
                      <a:pt x="1024" y="3101"/>
                      <a:pt x="963" y="3055"/>
                    </a:cubicBezTo>
                    <a:cubicBezTo>
                      <a:pt x="917" y="2994"/>
                      <a:pt x="887" y="2887"/>
                      <a:pt x="887" y="2719"/>
                    </a:cubicBezTo>
                    <a:lnTo>
                      <a:pt x="887" y="2276"/>
                    </a:lnTo>
                    <a:cubicBezTo>
                      <a:pt x="887" y="2093"/>
                      <a:pt x="871" y="1956"/>
                      <a:pt x="810" y="1864"/>
                    </a:cubicBezTo>
                    <a:cubicBezTo>
                      <a:pt x="764" y="1788"/>
                      <a:pt x="657" y="1727"/>
                      <a:pt x="535" y="1696"/>
                    </a:cubicBezTo>
                    <a:cubicBezTo>
                      <a:pt x="657" y="1666"/>
                      <a:pt x="749" y="1604"/>
                      <a:pt x="810" y="1513"/>
                    </a:cubicBezTo>
                    <a:cubicBezTo>
                      <a:pt x="871" y="1436"/>
                      <a:pt x="887" y="1299"/>
                      <a:pt x="887" y="1116"/>
                    </a:cubicBezTo>
                    <a:lnTo>
                      <a:pt x="887" y="673"/>
                    </a:lnTo>
                    <a:cubicBezTo>
                      <a:pt x="887" y="489"/>
                      <a:pt x="917" y="382"/>
                      <a:pt x="963" y="337"/>
                    </a:cubicBezTo>
                    <a:cubicBezTo>
                      <a:pt x="1024" y="276"/>
                      <a:pt x="1131" y="260"/>
                      <a:pt x="1299" y="260"/>
                    </a:cubicBezTo>
                    <a:lnTo>
                      <a:pt x="1421" y="260"/>
                    </a:lnTo>
                    <a:lnTo>
                      <a:pt x="1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1"/>
              <p:cNvSpPr/>
              <p:nvPr/>
            </p:nvSpPr>
            <p:spPr>
              <a:xfrm>
                <a:off x="3433842" y="1288788"/>
                <a:ext cx="59013" cy="140768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3392" extrusionOk="0">
                    <a:moveTo>
                      <a:pt x="1" y="1"/>
                    </a:moveTo>
                    <a:lnTo>
                      <a:pt x="1" y="260"/>
                    </a:lnTo>
                    <a:lnTo>
                      <a:pt x="123" y="260"/>
                    </a:lnTo>
                    <a:cubicBezTo>
                      <a:pt x="291" y="260"/>
                      <a:pt x="398" y="276"/>
                      <a:pt x="444" y="337"/>
                    </a:cubicBezTo>
                    <a:cubicBezTo>
                      <a:pt x="505" y="382"/>
                      <a:pt x="520" y="489"/>
                      <a:pt x="520" y="673"/>
                    </a:cubicBezTo>
                    <a:lnTo>
                      <a:pt x="520" y="1116"/>
                    </a:lnTo>
                    <a:cubicBezTo>
                      <a:pt x="520" y="1299"/>
                      <a:pt x="551" y="1436"/>
                      <a:pt x="612" y="1513"/>
                    </a:cubicBezTo>
                    <a:cubicBezTo>
                      <a:pt x="657" y="1604"/>
                      <a:pt x="749" y="1666"/>
                      <a:pt x="887" y="1696"/>
                    </a:cubicBezTo>
                    <a:cubicBezTo>
                      <a:pt x="749" y="1727"/>
                      <a:pt x="657" y="1788"/>
                      <a:pt x="612" y="1864"/>
                    </a:cubicBezTo>
                    <a:cubicBezTo>
                      <a:pt x="551" y="1956"/>
                      <a:pt x="520" y="2093"/>
                      <a:pt x="520" y="2276"/>
                    </a:cubicBezTo>
                    <a:lnTo>
                      <a:pt x="520" y="2719"/>
                    </a:lnTo>
                    <a:cubicBezTo>
                      <a:pt x="520" y="2887"/>
                      <a:pt x="505" y="3010"/>
                      <a:pt x="444" y="3055"/>
                    </a:cubicBezTo>
                    <a:cubicBezTo>
                      <a:pt x="398" y="3101"/>
                      <a:pt x="291" y="3132"/>
                      <a:pt x="123" y="3132"/>
                    </a:cubicBezTo>
                    <a:lnTo>
                      <a:pt x="1" y="3132"/>
                    </a:lnTo>
                    <a:lnTo>
                      <a:pt x="1" y="3392"/>
                    </a:lnTo>
                    <a:lnTo>
                      <a:pt x="108" y="3392"/>
                    </a:lnTo>
                    <a:cubicBezTo>
                      <a:pt x="413" y="3392"/>
                      <a:pt x="612" y="3346"/>
                      <a:pt x="703" y="3254"/>
                    </a:cubicBezTo>
                    <a:cubicBezTo>
                      <a:pt x="810" y="3162"/>
                      <a:pt x="856" y="2994"/>
                      <a:pt x="856" y="2735"/>
                    </a:cubicBezTo>
                    <a:lnTo>
                      <a:pt x="856" y="2292"/>
                    </a:lnTo>
                    <a:cubicBezTo>
                      <a:pt x="856" y="2124"/>
                      <a:pt x="887" y="1986"/>
                      <a:pt x="948" y="1925"/>
                    </a:cubicBezTo>
                    <a:cubicBezTo>
                      <a:pt x="1024" y="1849"/>
                      <a:pt x="1131" y="1818"/>
                      <a:pt x="1299" y="1818"/>
                    </a:cubicBezTo>
                    <a:lnTo>
                      <a:pt x="1421" y="1818"/>
                    </a:lnTo>
                    <a:lnTo>
                      <a:pt x="1421" y="1559"/>
                    </a:lnTo>
                    <a:lnTo>
                      <a:pt x="1299" y="1559"/>
                    </a:lnTo>
                    <a:cubicBezTo>
                      <a:pt x="1131" y="1559"/>
                      <a:pt x="1024" y="1528"/>
                      <a:pt x="948" y="1467"/>
                    </a:cubicBezTo>
                    <a:cubicBezTo>
                      <a:pt x="887" y="1391"/>
                      <a:pt x="856" y="1268"/>
                      <a:pt x="856" y="1085"/>
                    </a:cubicBezTo>
                    <a:lnTo>
                      <a:pt x="856" y="657"/>
                    </a:lnTo>
                    <a:cubicBezTo>
                      <a:pt x="856" y="398"/>
                      <a:pt x="810" y="214"/>
                      <a:pt x="703" y="138"/>
                    </a:cubicBezTo>
                    <a:cubicBezTo>
                      <a:pt x="612" y="46"/>
                      <a:pt x="413" y="1"/>
                      <a:pt x="1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6" name="Google Shape;416;p31"/>
            <p:cNvSpPr/>
            <p:nvPr/>
          </p:nvSpPr>
          <p:spPr>
            <a:xfrm>
              <a:off x="5066624" y="1046206"/>
              <a:ext cx="1766678" cy="1092596"/>
            </a:xfrm>
            <a:custGeom>
              <a:avLst/>
              <a:gdLst/>
              <a:ahLst/>
              <a:cxnLst/>
              <a:rect l="l" t="t" r="r" b="b"/>
              <a:pathLst>
                <a:path w="30824" h="19063" extrusionOk="0">
                  <a:moveTo>
                    <a:pt x="0" y="0"/>
                  </a:moveTo>
                  <a:lnTo>
                    <a:pt x="0" y="18375"/>
                  </a:lnTo>
                  <a:cubicBezTo>
                    <a:pt x="0" y="18757"/>
                    <a:pt x="306" y="19062"/>
                    <a:pt x="688" y="19062"/>
                  </a:cubicBezTo>
                  <a:lnTo>
                    <a:pt x="30136" y="19062"/>
                  </a:lnTo>
                  <a:cubicBezTo>
                    <a:pt x="30518" y="19062"/>
                    <a:pt x="30824" y="18757"/>
                    <a:pt x="30824" y="18375"/>
                  </a:cubicBezTo>
                  <a:lnTo>
                    <a:pt x="308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5226820" y="1145991"/>
              <a:ext cx="940310" cy="35937"/>
            </a:xfrm>
            <a:custGeom>
              <a:avLst/>
              <a:gdLst/>
              <a:ahLst/>
              <a:cxnLst/>
              <a:rect l="l" t="t" r="r" b="b"/>
              <a:pathLst>
                <a:path w="16406" h="627" extrusionOk="0">
                  <a:moveTo>
                    <a:pt x="306" y="1"/>
                  </a:moveTo>
                  <a:cubicBezTo>
                    <a:pt x="138" y="1"/>
                    <a:pt x="1" y="138"/>
                    <a:pt x="1" y="321"/>
                  </a:cubicBezTo>
                  <a:cubicBezTo>
                    <a:pt x="1" y="489"/>
                    <a:pt x="138" y="627"/>
                    <a:pt x="306" y="627"/>
                  </a:cubicBezTo>
                  <a:lnTo>
                    <a:pt x="16084" y="627"/>
                  </a:lnTo>
                  <a:cubicBezTo>
                    <a:pt x="16252" y="627"/>
                    <a:pt x="16405" y="489"/>
                    <a:pt x="16405" y="321"/>
                  </a:cubicBezTo>
                  <a:cubicBezTo>
                    <a:pt x="16405" y="138"/>
                    <a:pt x="16268" y="1"/>
                    <a:pt x="16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5226820" y="1259819"/>
              <a:ext cx="940310" cy="35937"/>
            </a:xfrm>
            <a:custGeom>
              <a:avLst/>
              <a:gdLst/>
              <a:ahLst/>
              <a:cxnLst/>
              <a:rect l="l" t="t" r="r" b="b"/>
              <a:pathLst>
                <a:path w="16406" h="627" extrusionOk="0">
                  <a:moveTo>
                    <a:pt x="306" y="0"/>
                  </a:moveTo>
                  <a:cubicBezTo>
                    <a:pt x="138" y="0"/>
                    <a:pt x="1" y="138"/>
                    <a:pt x="1" y="306"/>
                  </a:cubicBezTo>
                  <a:cubicBezTo>
                    <a:pt x="1" y="474"/>
                    <a:pt x="138" y="626"/>
                    <a:pt x="306" y="626"/>
                  </a:cubicBezTo>
                  <a:lnTo>
                    <a:pt x="16084" y="626"/>
                  </a:lnTo>
                  <a:cubicBezTo>
                    <a:pt x="16252" y="626"/>
                    <a:pt x="16405" y="474"/>
                    <a:pt x="16405" y="306"/>
                  </a:cubicBezTo>
                  <a:cubicBezTo>
                    <a:pt x="16405" y="138"/>
                    <a:pt x="16268" y="0"/>
                    <a:pt x="160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5226820" y="1372729"/>
              <a:ext cx="451814" cy="35937"/>
            </a:xfrm>
            <a:custGeom>
              <a:avLst/>
              <a:gdLst/>
              <a:ahLst/>
              <a:cxnLst/>
              <a:rect l="l" t="t" r="r" b="b"/>
              <a:pathLst>
                <a:path w="7883" h="627" extrusionOk="0">
                  <a:moveTo>
                    <a:pt x="306" y="1"/>
                  </a:moveTo>
                  <a:cubicBezTo>
                    <a:pt x="138" y="1"/>
                    <a:pt x="1" y="138"/>
                    <a:pt x="1" y="321"/>
                  </a:cubicBezTo>
                  <a:cubicBezTo>
                    <a:pt x="1" y="489"/>
                    <a:pt x="138" y="627"/>
                    <a:pt x="306" y="627"/>
                  </a:cubicBezTo>
                  <a:lnTo>
                    <a:pt x="7577" y="627"/>
                  </a:lnTo>
                  <a:cubicBezTo>
                    <a:pt x="7745" y="627"/>
                    <a:pt x="7882" y="489"/>
                    <a:pt x="7882" y="321"/>
                  </a:cubicBezTo>
                  <a:cubicBezTo>
                    <a:pt x="7882" y="138"/>
                    <a:pt x="7745" y="1"/>
                    <a:pt x="7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5226820" y="1821850"/>
              <a:ext cx="940310" cy="35937"/>
            </a:xfrm>
            <a:custGeom>
              <a:avLst/>
              <a:gdLst/>
              <a:ahLst/>
              <a:cxnLst/>
              <a:rect l="l" t="t" r="r" b="b"/>
              <a:pathLst>
                <a:path w="16406" h="627" extrusionOk="0">
                  <a:moveTo>
                    <a:pt x="306" y="0"/>
                  </a:moveTo>
                  <a:cubicBezTo>
                    <a:pt x="138" y="0"/>
                    <a:pt x="1" y="138"/>
                    <a:pt x="1" y="321"/>
                  </a:cubicBezTo>
                  <a:cubicBezTo>
                    <a:pt x="1" y="489"/>
                    <a:pt x="138" y="626"/>
                    <a:pt x="306" y="626"/>
                  </a:cubicBezTo>
                  <a:lnTo>
                    <a:pt x="16084" y="626"/>
                  </a:lnTo>
                  <a:cubicBezTo>
                    <a:pt x="16252" y="626"/>
                    <a:pt x="16405" y="489"/>
                    <a:pt x="16405" y="321"/>
                  </a:cubicBezTo>
                  <a:cubicBezTo>
                    <a:pt x="16405" y="138"/>
                    <a:pt x="16268" y="0"/>
                    <a:pt x="160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5226820" y="1935620"/>
              <a:ext cx="451814" cy="35994"/>
            </a:xfrm>
            <a:custGeom>
              <a:avLst/>
              <a:gdLst/>
              <a:ahLst/>
              <a:cxnLst/>
              <a:rect l="l" t="t" r="r" b="b"/>
              <a:pathLst>
                <a:path w="7883" h="628" extrusionOk="0">
                  <a:moveTo>
                    <a:pt x="306" y="1"/>
                  </a:moveTo>
                  <a:cubicBezTo>
                    <a:pt x="138" y="1"/>
                    <a:pt x="1" y="138"/>
                    <a:pt x="1" y="306"/>
                  </a:cubicBezTo>
                  <a:cubicBezTo>
                    <a:pt x="1" y="474"/>
                    <a:pt x="138" y="627"/>
                    <a:pt x="306" y="627"/>
                  </a:cubicBezTo>
                  <a:lnTo>
                    <a:pt x="7577" y="627"/>
                  </a:lnTo>
                  <a:cubicBezTo>
                    <a:pt x="7745" y="627"/>
                    <a:pt x="7882" y="474"/>
                    <a:pt x="7882" y="306"/>
                  </a:cubicBezTo>
                  <a:cubicBezTo>
                    <a:pt x="7882" y="138"/>
                    <a:pt x="7745" y="1"/>
                    <a:pt x="7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6364007" y="1257182"/>
              <a:ext cx="303827" cy="303827"/>
            </a:xfrm>
            <a:custGeom>
              <a:avLst/>
              <a:gdLst/>
              <a:ahLst/>
              <a:cxnLst/>
              <a:rect l="l" t="t" r="r" b="b"/>
              <a:pathLst>
                <a:path w="5301" h="5301" extrusionOk="0">
                  <a:moveTo>
                    <a:pt x="2659" y="443"/>
                  </a:moveTo>
                  <a:cubicBezTo>
                    <a:pt x="3865" y="443"/>
                    <a:pt x="4858" y="1436"/>
                    <a:pt x="4858" y="2643"/>
                  </a:cubicBezTo>
                  <a:cubicBezTo>
                    <a:pt x="4858" y="3865"/>
                    <a:pt x="3865" y="4842"/>
                    <a:pt x="2659" y="4842"/>
                  </a:cubicBezTo>
                  <a:cubicBezTo>
                    <a:pt x="1437" y="4842"/>
                    <a:pt x="459" y="3865"/>
                    <a:pt x="459" y="2643"/>
                  </a:cubicBezTo>
                  <a:cubicBezTo>
                    <a:pt x="459" y="1436"/>
                    <a:pt x="1437" y="443"/>
                    <a:pt x="2659" y="443"/>
                  </a:cubicBezTo>
                  <a:close/>
                  <a:moveTo>
                    <a:pt x="2659" y="0"/>
                  </a:moveTo>
                  <a:cubicBezTo>
                    <a:pt x="1192" y="0"/>
                    <a:pt x="1" y="1176"/>
                    <a:pt x="1" y="2643"/>
                  </a:cubicBezTo>
                  <a:cubicBezTo>
                    <a:pt x="1" y="4109"/>
                    <a:pt x="1192" y="5301"/>
                    <a:pt x="2659" y="5301"/>
                  </a:cubicBezTo>
                  <a:cubicBezTo>
                    <a:pt x="4110" y="5301"/>
                    <a:pt x="5301" y="4109"/>
                    <a:pt x="5301" y="2643"/>
                  </a:cubicBezTo>
                  <a:cubicBezTo>
                    <a:pt x="5301" y="1176"/>
                    <a:pt x="4125" y="0"/>
                    <a:pt x="26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6436682" y="1440132"/>
              <a:ext cx="159393" cy="47342"/>
            </a:xfrm>
            <a:custGeom>
              <a:avLst/>
              <a:gdLst/>
              <a:ahLst/>
              <a:cxnLst/>
              <a:rect l="l" t="t" r="r" b="b"/>
              <a:pathLst>
                <a:path w="2781" h="826" extrusionOk="0">
                  <a:moveTo>
                    <a:pt x="176" y="1"/>
                  </a:moveTo>
                  <a:cubicBezTo>
                    <a:pt x="134" y="1"/>
                    <a:pt x="92" y="16"/>
                    <a:pt x="62" y="47"/>
                  </a:cubicBezTo>
                  <a:cubicBezTo>
                    <a:pt x="1" y="123"/>
                    <a:pt x="1" y="215"/>
                    <a:pt x="62" y="276"/>
                  </a:cubicBezTo>
                  <a:cubicBezTo>
                    <a:pt x="428" y="642"/>
                    <a:pt x="902" y="825"/>
                    <a:pt x="1391" y="825"/>
                  </a:cubicBezTo>
                  <a:cubicBezTo>
                    <a:pt x="1864" y="825"/>
                    <a:pt x="2353" y="642"/>
                    <a:pt x="2719" y="276"/>
                  </a:cubicBezTo>
                  <a:cubicBezTo>
                    <a:pt x="2780" y="215"/>
                    <a:pt x="2780" y="123"/>
                    <a:pt x="2719" y="47"/>
                  </a:cubicBezTo>
                  <a:cubicBezTo>
                    <a:pt x="2689" y="16"/>
                    <a:pt x="2647" y="1"/>
                    <a:pt x="2605" y="1"/>
                  </a:cubicBezTo>
                  <a:cubicBezTo>
                    <a:pt x="2563" y="1"/>
                    <a:pt x="2521" y="16"/>
                    <a:pt x="2490" y="47"/>
                  </a:cubicBezTo>
                  <a:cubicBezTo>
                    <a:pt x="2185" y="352"/>
                    <a:pt x="1784" y="505"/>
                    <a:pt x="1385" y="505"/>
                  </a:cubicBezTo>
                  <a:cubicBezTo>
                    <a:pt x="986" y="505"/>
                    <a:pt x="589" y="352"/>
                    <a:pt x="291" y="47"/>
                  </a:cubicBezTo>
                  <a:cubicBezTo>
                    <a:pt x="260" y="16"/>
                    <a:pt x="218" y="1"/>
                    <a:pt x="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6446311" y="1370093"/>
              <a:ext cx="30721" cy="30721"/>
            </a:xfrm>
            <a:custGeom>
              <a:avLst/>
              <a:gdLst/>
              <a:ahLst/>
              <a:cxnLst/>
              <a:rect l="l" t="t" r="r" b="b"/>
              <a:pathLst>
                <a:path w="536" h="536" extrusionOk="0">
                  <a:moveTo>
                    <a:pt x="260" y="1"/>
                  </a:moveTo>
                  <a:cubicBezTo>
                    <a:pt x="123" y="1"/>
                    <a:pt x="1" y="123"/>
                    <a:pt x="1" y="260"/>
                  </a:cubicBezTo>
                  <a:cubicBezTo>
                    <a:pt x="1" y="413"/>
                    <a:pt x="123" y="535"/>
                    <a:pt x="260" y="535"/>
                  </a:cubicBezTo>
                  <a:cubicBezTo>
                    <a:pt x="413" y="535"/>
                    <a:pt x="535" y="413"/>
                    <a:pt x="535" y="260"/>
                  </a:cubicBezTo>
                  <a:cubicBezTo>
                    <a:pt x="535" y="123"/>
                    <a:pt x="413" y="1"/>
                    <a:pt x="2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6555725" y="1370093"/>
              <a:ext cx="29861" cy="30721"/>
            </a:xfrm>
            <a:custGeom>
              <a:avLst/>
              <a:gdLst/>
              <a:ahLst/>
              <a:cxnLst/>
              <a:rect l="l" t="t" r="r" b="b"/>
              <a:pathLst>
                <a:path w="521" h="536" extrusionOk="0">
                  <a:moveTo>
                    <a:pt x="261" y="1"/>
                  </a:moveTo>
                  <a:cubicBezTo>
                    <a:pt x="108" y="1"/>
                    <a:pt x="1" y="123"/>
                    <a:pt x="1" y="260"/>
                  </a:cubicBezTo>
                  <a:cubicBezTo>
                    <a:pt x="1" y="413"/>
                    <a:pt x="123" y="535"/>
                    <a:pt x="261" y="535"/>
                  </a:cubicBezTo>
                  <a:cubicBezTo>
                    <a:pt x="413" y="535"/>
                    <a:pt x="520" y="413"/>
                    <a:pt x="520" y="260"/>
                  </a:cubicBezTo>
                  <a:cubicBezTo>
                    <a:pt x="520" y="123"/>
                    <a:pt x="413" y="1"/>
                    <a:pt x="2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5225100" y="1553100"/>
              <a:ext cx="100702" cy="177734"/>
            </a:xfrm>
            <a:custGeom>
              <a:avLst/>
              <a:gdLst/>
              <a:ahLst/>
              <a:cxnLst/>
              <a:rect l="l" t="t" r="r" b="b"/>
              <a:pathLst>
                <a:path w="1757" h="3101" extrusionOk="0">
                  <a:moveTo>
                    <a:pt x="1451" y="3101"/>
                  </a:moveTo>
                  <a:cubicBezTo>
                    <a:pt x="1390" y="3101"/>
                    <a:pt x="1314" y="3070"/>
                    <a:pt x="1268" y="3009"/>
                  </a:cubicBezTo>
                  <a:lnTo>
                    <a:pt x="107" y="1772"/>
                  </a:lnTo>
                  <a:cubicBezTo>
                    <a:pt x="0" y="1665"/>
                    <a:pt x="0" y="1482"/>
                    <a:pt x="107" y="1375"/>
                  </a:cubicBezTo>
                  <a:lnTo>
                    <a:pt x="1283" y="107"/>
                  </a:lnTo>
                  <a:cubicBezTo>
                    <a:pt x="1390" y="0"/>
                    <a:pt x="1558" y="0"/>
                    <a:pt x="1650" y="107"/>
                  </a:cubicBezTo>
                  <a:cubicBezTo>
                    <a:pt x="1757" y="214"/>
                    <a:pt x="1757" y="382"/>
                    <a:pt x="1650" y="504"/>
                  </a:cubicBezTo>
                  <a:lnTo>
                    <a:pt x="642" y="1573"/>
                  </a:lnTo>
                  <a:lnTo>
                    <a:pt x="1634" y="2627"/>
                  </a:lnTo>
                  <a:cubicBezTo>
                    <a:pt x="1726" y="2734"/>
                    <a:pt x="1726" y="2902"/>
                    <a:pt x="1634" y="3009"/>
                  </a:cubicBezTo>
                  <a:cubicBezTo>
                    <a:pt x="1589" y="3070"/>
                    <a:pt x="1512" y="3101"/>
                    <a:pt x="1451" y="31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5505199" y="1553100"/>
              <a:ext cx="98983" cy="177734"/>
            </a:xfrm>
            <a:custGeom>
              <a:avLst/>
              <a:gdLst/>
              <a:ahLst/>
              <a:cxnLst/>
              <a:rect l="l" t="t" r="r" b="b"/>
              <a:pathLst>
                <a:path w="1727" h="3101" extrusionOk="0">
                  <a:moveTo>
                    <a:pt x="306" y="3101"/>
                  </a:moveTo>
                  <a:cubicBezTo>
                    <a:pt x="230" y="3101"/>
                    <a:pt x="169" y="3070"/>
                    <a:pt x="123" y="3009"/>
                  </a:cubicBezTo>
                  <a:cubicBezTo>
                    <a:pt x="16" y="2902"/>
                    <a:pt x="16" y="2734"/>
                    <a:pt x="123" y="2627"/>
                  </a:cubicBezTo>
                  <a:lnTo>
                    <a:pt x="1101" y="1573"/>
                  </a:lnTo>
                  <a:lnTo>
                    <a:pt x="92" y="504"/>
                  </a:lnTo>
                  <a:cubicBezTo>
                    <a:pt x="1" y="397"/>
                    <a:pt x="1" y="214"/>
                    <a:pt x="92" y="107"/>
                  </a:cubicBezTo>
                  <a:cubicBezTo>
                    <a:pt x="199" y="0"/>
                    <a:pt x="367" y="0"/>
                    <a:pt x="459" y="107"/>
                  </a:cubicBezTo>
                  <a:lnTo>
                    <a:pt x="1650" y="1375"/>
                  </a:lnTo>
                  <a:cubicBezTo>
                    <a:pt x="1696" y="1436"/>
                    <a:pt x="1727" y="1497"/>
                    <a:pt x="1727" y="1573"/>
                  </a:cubicBezTo>
                  <a:cubicBezTo>
                    <a:pt x="1727" y="1650"/>
                    <a:pt x="1696" y="1711"/>
                    <a:pt x="1650" y="1772"/>
                  </a:cubicBezTo>
                  <a:lnTo>
                    <a:pt x="474" y="3009"/>
                  </a:lnTo>
                  <a:cubicBezTo>
                    <a:pt x="428" y="3070"/>
                    <a:pt x="367" y="3101"/>
                    <a:pt x="306" y="31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5365121" y="1541694"/>
              <a:ext cx="99900" cy="208397"/>
            </a:xfrm>
            <a:custGeom>
              <a:avLst/>
              <a:gdLst/>
              <a:ahLst/>
              <a:cxnLst/>
              <a:rect l="l" t="t" r="r" b="b"/>
              <a:pathLst>
                <a:path w="1743" h="3636" extrusionOk="0">
                  <a:moveTo>
                    <a:pt x="291" y="3636"/>
                  </a:moveTo>
                  <a:cubicBezTo>
                    <a:pt x="261" y="3636"/>
                    <a:pt x="230" y="3636"/>
                    <a:pt x="199" y="3620"/>
                  </a:cubicBezTo>
                  <a:cubicBezTo>
                    <a:pt x="62" y="3559"/>
                    <a:pt x="1" y="3391"/>
                    <a:pt x="62" y="3254"/>
                  </a:cubicBezTo>
                  <a:lnTo>
                    <a:pt x="1223" y="214"/>
                  </a:lnTo>
                  <a:cubicBezTo>
                    <a:pt x="1269" y="62"/>
                    <a:pt x="1421" y="0"/>
                    <a:pt x="1559" y="62"/>
                  </a:cubicBezTo>
                  <a:cubicBezTo>
                    <a:pt x="1681" y="123"/>
                    <a:pt x="1742" y="275"/>
                    <a:pt x="1696" y="413"/>
                  </a:cubicBezTo>
                  <a:lnTo>
                    <a:pt x="536" y="3468"/>
                  </a:lnTo>
                  <a:cubicBezTo>
                    <a:pt x="490" y="3575"/>
                    <a:pt x="398" y="3636"/>
                    <a:pt x="291" y="3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6238831" y="1131089"/>
              <a:ext cx="555096" cy="555096"/>
            </a:xfrm>
            <a:custGeom>
              <a:avLst/>
              <a:gdLst/>
              <a:ahLst/>
              <a:cxnLst/>
              <a:rect l="l" t="t" r="r" b="b"/>
              <a:pathLst>
                <a:path w="9685" h="9685" extrusionOk="0">
                  <a:moveTo>
                    <a:pt x="8936" y="459"/>
                  </a:moveTo>
                  <a:cubicBezTo>
                    <a:pt x="9104" y="459"/>
                    <a:pt x="9226" y="581"/>
                    <a:pt x="9226" y="749"/>
                  </a:cubicBezTo>
                  <a:lnTo>
                    <a:pt x="9226" y="8936"/>
                  </a:lnTo>
                  <a:cubicBezTo>
                    <a:pt x="9226" y="9104"/>
                    <a:pt x="9104" y="9242"/>
                    <a:pt x="8936" y="9242"/>
                  </a:cubicBezTo>
                  <a:lnTo>
                    <a:pt x="749" y="9242"/>
                  </a:lnTo>
                  <a:cubicBezTo>
                    <a:pt x="581" y="9242"/>
                    <a:pt x="444" y="9104"/>
                    <a:pt x="444" y="8936"/>
                  </a:cubicBezTo>
                  <a:lnTo>
                    <a:pt x="444" y="749"/>
                  </a:lnTo>
                  <a:cubicBezTo>
                    <a:pt x="444" y="581"/>
                    <a:pt x="581" y="459"/>
                    <a:pt x="749" y="459"/>
                  </a:cubicBezTo>
                  <a:close/>
                  <a:moveTo>
                    <a:pt x="734" y="1"/>
                  </a:moveTo>
                  <a:cubicBezTo>
                    <a:pt x="337" y="1"/>
                    <a:pt x="1" y="337"/>
                    <a:pt x="1" y="749"/>
                  </a:cubicBezTo>
                  <a:lnTo>
                    <a:pt x="1" y="8936"/>
                  </a:lnTo>
                  <a:cubicBezTo>
                    <a:pt x="1" y="9349"/>
                    <a:pt x="337" y="9685"/>
                    <a:pt x="734" y="9685"/>
                  </a:cubicBezTo>
                  <a:lnTo>
                    <a:pt x="8936" y="9685"/>
                  </a:lnTo>
                  <a:cubicBezTo>
                    <a:pt x="9348" y="9685"/>
                    <a:pt x="9684" y="9349"/>
                    <a:pt x="9684" y="8936"/>
                  </a:cubicBezTo>
                  <a:lnTo>
                    <a:pt x="9684" y="749"/>
                  </a:lnTo>
                  <a:cubicBezTo>
                    <a:pt x="9684" y="337"/>
                    <a:pt x="9348" y="1"/>
                    <a:pt x="89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5853617" y="1454174"/>
              <a:ext cx="213670" cy="213613"/>
            </a:xfrm>
            <a:custGeom>
              <a:avLst/>
              <a:gdLst/>
              <a:ahLst/>
              <a:cxnLst/>
              <a:rect l="l" t="t" r="r" b="b"/>
              <a:pathLst>
                <a:path w="3728" h="3727" extrusionOk="0">
                  <a:moveTo>
                    <a:pt x="3728" y="1986"/>
                  </a:moveTo>
                  <a:lnTo>
                    <a:pt x="3728" y="1726"/>
                  </a:lnTo>
                  <a:cubicBezTo>
                    <a:pt x="3728" y="1634"/>
                    <a:pt x="3651" y="1558"/>
                    <a:pt x="3560" y="1558"/>
                  </a:cubicBezTo>
                  <a:lnTo>
                    <a:pt x="3132" y="1558"/>
                  </a:lnTo>
                  <a:cubicBezTo>
                    <a:pt x="3102" y="1421"/>
                    <a:pt x="3056" y="1283"/>
                    <a:pt x="2979" y="1176"/>
                  </a:cubicBezTo>
                  <a:lnTo>
                    <a:pt x="3270" y="871"/>
                  </a:lnTo>
                  <a:cubicBezTo>
                    <a:pt x="3346" y="810"/>
                    <a:pt x="3346" y="703"/>
                    <a:pt x="3270" y="626"/>
                  </a:cubicBezTo>
                  <a:lnTo>
                    <a:pt x="3086" y="458"/>
                  </a:lnTo>
                  <a:cubicBezTo>
                    <a:pt x="3025" y="382"/>
                    <a:pt x="2918" y="382"/>
                    <a:pt x="2842" y="458"/>
                  </a:cubicBezTo>
                  <a:lnTo>
                    <a:pt x="2552" y="749"/>
                  </a:lnTo>
                  <a:cubicBezTo>
                    <a:pt x="2430" y="672"/>
                    <a:pt x="2307" y="611"/>
                    <a:pt x="2170" y="580"/>
                  </a:cubicBezTo>
                  <a:lnTo>
                    <a:pt x="2170" y="168"/>
                  </a:lnTo>
                  <a:cubicBezTo>
                    <a:pt x="2170" y="76"/>
                    <a:pt x="2093" y="0"/>
                    <a:pt x="1987" y="0"/>
                  </a:cubicBezTo>
                  <a:lnTo>
                    <a:pt x="1742" y="0"/>
                  </a:lnTo>
                  <a:cubicBezTo>
                    <a:pt x="1635" y="0"/>
                    <a:pt x="1559" y="76"/>
                    <a:pt x="1559" y="168"/>
                  </a:cubicBezTo>
                  <a:lnTo>
                    <a:pt x="1559" y="580"/>
                  </a:lnTo>
                  <a:cubicBezTo>
                    <a:pt x="1421" y="611"/>
                    <a:pt x="1299" y="672"/>
                    <a:pt x="1177" y="749"/>
                  </a:cubicBezTo>
                  <a:lnTo>
                    <a:pt x="887" y="458"/>
                  </a:lnTo>
                  <a:cubicBezTo>
                    <a:pt x="810" y="382"/>
                    <a:pt x="704" y="382"/>
                    <a:pt x="627" y="458"/>
                  </a:cubicBezTo>
                  <a:lnTo>
                    <a:pt x="459" y="626"/>
                  </a:lnTo>
                  <a:cubicBezTo>
                    <a:pt x="383" y="703"/>
                    <a:pt x="383" y="810"/>
                    <a:pt x="459" y="871"/>
                  </a:cubicBezTo>
                  <a:lnTo>
                    <a:pt x="749" y="1176"/>
                  </a:lnTo>
                  <a:cubicBezTo>
                    <a:pt x="673" y="1283"/>
                    <a:pt x="627" y="1421"/>
                    <a:pt x="581" y="1558"/>
                  </a:cubicBezTo>
                  <a:lnTo>
                    <a:pt x="169" y="1558"/>
                  </a:lnTo>
                  <a:cubicBezTo>
                    <a:pt x="77" y="1558"/>
                    <a:pt x="1" y="1634"/>
                    <a:pt x="1" y="1726"/>
                  </a:cubicBezTo>
                  <a:lnTo>
                    <a:pt x="1" y="1986"/>
                  </a:lnTo>
                  <a:cubicBezTo>
                    <a:pt x="1" y="2077"/>
                    <a:pt x="77" y="2154"/>
                    <a:pt x="169" y="2154"/>
                  </a:cubicBezTo>
                  <a:lnTo>
                    <a:pt x="581" y="2154"/>
                  </a:lnTo>
                  <a:cubicBezTo>
                    <a:pt x="627" y="2306"/>
                    <a:pt x="673" y="2429"/>
                    <a:pt x="749" y="2551"/>
                  </a:cubicBezTo>
                  <a:lnTo>
                    <a:pt x="459" y="2841"/>
                  </a:lnTo>
                  <a:cubicBezTo>
                    <a:pt x="383" y="2917"/>
                    <a:pt x="383" y="3024"/>
                    <a:pt x="459" y="3085"/>
                  </a:cubicBezTo>
                  <a:lnTo>
                    <a:pt x="627" y="3269"/>
                  </a:lnTo>
                  <a:cubicBezTo>
                    <a:pt x="704" y="3330"/>
                    <a:pt x="810" y="3330"/>
                    <a:pt x="887" y="3269"/>
                  </a:cubicBezTo>
                  <a:lnTo>
                    <a:pt x="1177" y="2979"/>
                  </a:lnTo>
                  <a:cubicBezTo>
                    <a:pt x="1299" y="3040"/>
                    <a:pt x="1421" y="3101"/>
                    <a:pt x="1559" y="3131"/>
                  </a:cubicBezTo>
                  <a:lnTo>
                    <a:pt x="1559" y="3559"/>
                  </a:lnTo>
                  <a:cubicBezTo>
                    <a:pt x="1559" y="3651"/>
                    <a:pt x="1635" y="3727"/>
                    <a:pt x="1742" y="3727"/>
                  </a:cubicBezTo>
                  <a:lnTo>
                    <a:pt x="1987" y="3727"/>
                  </a:lnTo>
                  <a:cubicBezTo>
                    <a:pt x="2093" y="3727"/>
                    <a:pt x="2170" y="3651"/>
                    <a:pt x="2170" y="3559"/>
                  </a:cubicBezTo>
                  <a:lnTo>
                    <a:pt x="2170" y="3131"/>
                  </a:lnTo>
                  <a:cubicBezTo>
                    <a:pt x="2307" y="3101"/>
                    <a:pt x="2430" y="3040"/>
                    <a:pt x="2552" y="2979"/>
                  </a:cubicBezTo>
                  <a:lnTo>
                    <a:pt x="2842" y="3269"/>
                  </a:lnTo>
                  <a:cubicBezTo>
                    <a:pt x="2918" y="3330"/>
                    <a:pt x="3025" y="3330"/>
                    <a:pt x="3086" y="3269"/>
                  </a:cubicBezTo>
                  <a:lnTo>
                    <a:pt x="3270" y="3085"/>
                  </a:lnTo>
                  <a:cubicBezTo>
                    <a:pt x="3346" y="3024"/>
                    <a:pt x="3346" y="2902"/>
                    <a:pt x="3270" y="2841"/>
                  </a:cubicBezTo>
                  <a:lnTo>
                    <a:pt x="2979" y="2551"/>
                  </a:lnTo>
                  <a:cubicBezTo>
                    <a:pt x="3056" y="2429"/>
                    <a:pt x="3102" y="2306"/>
                    <a:pt x="3132" y="2154"/>
                  </a:cubicBezTo>
                  <a:lnTo>
                    <a:pt x="3560" y="2154"/>
                  </a:lnTo>
                  <a:cubicBezTo>
                    <a:pt x="3651" y="2154"/>
                    <a:pt x="3728" y="2093"/>
                    <a:pt x="3728" y="1986"/>
                  </a:cubicBezTo>
                  <a:close/>
                  <a:moveTo>
                    <a:pt x="1987" y="2566"/>
                  </a:moveTo>
                  <a:cubicBezTo>
                    <a:pt x="1498" y="2658"/>
                    <a:pt x="1070" y="2230"/>
                    <a:pt x="1146" y="1741"/>
                  </a:cubicBezTo>
                  <a:cubicBezTo>
                    <a:pt x="1208" y="1436"/>
                    <a:pt x="1437" y="1207"/>
                    <a:pt x="1742" y="1146"/>
                  </a:cubicBezTo>
                  <a:cubicBezTo>
                    <a:pt x="2231" y="1069"/>
                    <a:pt x="2659" y="1482"/>
                    <a:pt x="2567" y="1986"/>
                  </a:cubicBezTo>
                  <a:cubicBezTo>
                    <a:pt x="2521" y="2276"/>
                    <a:pt x="2277" y="2520"/>
                    <a:pt x="1987" y="256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1" name="Google Shape;431;p31"/>
            <p:cNvGrpSpPr/>
            <p:nvPr/>
          </p:nvGrpSpPr>
          <p:grpSpPr>
            <a:xfrm>
              <a:off x="4610523" y="1929530"/>
              <a:ext cx="854509" cy="566444"/>
              <a:chOff x="5604173" y="2383880"/>
              <a:chExt cx="854509" cy="566444"/>
            </a:xfrm>
          </p:grpSpPr>
          <p:sp>
            <p:nvSpPr>
              <p:cNvPr id="432" name="Google Shape;432;p31"/>
              <p:cNvSpPr/>
              <p:nvPr/>
            </p:nvSpPr>
            <p:spPr>
              <a:xfrm>
                <a:off x="5604173" y="2383880"/>
                <a:ext cx="854509" cy="566444"/>
              </a:xfrm>
              <a:custGeom>
                <a:avLst/>
                <a:gdLst/>
                <a:ahLst/>
                <a:cxnLst/>
                <a:rect l="l" t="t" r="r" b="b"/>
                <a:pathLst>
                  <a:path w="14909" h="9883" extrusionOk="0">
                    <a:moveTo>
                      <a:pt x="14908" y="794"/>
                    </a:moveTo>
                    <a:lnTo>
                      <a:pt x="14908" y="9073"/>
                    </a:lnTo>
                    <a:cubicBezTo>
                      <a:pt x="14908" y="9516"/>
                      <a:pt x="14557" y="9883"/>
                      <a:pt x="14114" y="9883"/>
                    </a:cubicBezTo>
                    <a:lnTo>
                      <a:pt x="795" y="9883"/>
                    </a:lnTo>
                    <a:cubicBezTo>
                      <a:pt x="352" y="9883"/>
                      <a:pt x="1" y="9516"/>
                      <a:pt x="1" y="9073"/>
                    </a:cubicBezTo>
                    <a:lnTo>
                      <a:pt x="1" y="794"/>
                    </a:lnTo>
                    <a:cubicBezTo>
                      <a:pt x="1" y="352"/>
                      <a:pt x="352" y="0"/>
                      <a:pt x="795" y="0"/>
                    </a:cubicBezTo>
                    <a:lnTo>
                      <a:pt x="14114" y="0"/>
                    </a:lnTo>
                    <a:cubicBezTo>
                      <a:pt x="14557" y="0"/>
                      <a:pt x="14908" y="352"/>
                      <a:pt x="14908" y="79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1"/>
              <p:cNvSpPr/>
              <p:nvPr/>
            </p:nvSpPr>
            <p:spPr>
              <a:xfrm>
                <a:off x="5783626" y="2485385"/>
                <a:ext cx="80642" cy="362517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325" extrusionOk="0">
                    <a:moveTo>
                      <a:pt x="1406" y="1"/>
                    </a:moveTo>
                    <a:cubicBezTo>
                      <a:pt x="963" y="1"/>
                      <a:pt x="597" y="368"/>
                      <a:pt x="597" y="811"/>
                    </a:cubicBezTo>
                    <a:lnTo>
                      <a:pt x="597" y="2246"/>
                    </a:lnTo>
                    <a:cubicBezTo>
                      <a:pt x="597" y="2353"/>
                      <a:pt x="566" y="2460"/>
                      <a:pt x="490" y="2537"/>
                    </a:cubicBezTo>
                    <a:lnTo>
                      <a:pt x="200" y="2811"/>
                    </a:lnTo>
                    <a:cubicBezTo>
                      <a:pt x="1" y="3010"/>
                      <a:pt x="1" y="3315"/>
                      <a:pt x="200" y="3514"/>
                    </a:cubicBezTo>
                    <a:lnTo>
                      <a:pt x="490" y="3804"/>
                    </a:lnTo>
                    <a:cubicBezTo>
                      <a:pt x="566" y="3881"/>
                      <a:pt x="597" y="3988"/>
                      <a:pt x="597" y="4094"/>
                    </a:cubicBezTo>
                    <a:lnTo>
                      <a:pt x="597" y="5530"/>
                    </a:lnTo>
                    <a:cubicBezTo>
                      <a:pt x="597" y="5958"/>
                      <a:pt x="963" y="6325"/>
                      <a:pt x="1406" y="6325"/>
                    </a:cubicBezTo>
                    <a:lnTo>
                      <a:pt x="1406" y="5927"/>
                    </a:lnTo>
                    <a:cubicBezTo>
                      <a:pt x="1177" y="5927"/>
                      <a:pt x="1009" y="5744"/>
                      <a:pt x="1009" y="5515"/>
                    </a:cubicBezTo>
                    <a:lnTo>
                      <a:pt x="1009" y="4079"/>
                    </a:lnTo>
                    <a:cubicBezTo>
                      <a:pt x="1009" y="3865"/>
                      <a:pt x="917" y="3667"/>
                      <a:pt x="765" y="3514"/>
                    </a:cubicBezTo>
                    <a:lnTo>
                      <a:pt x="474" y="3224"/>
                    </a:lnTo>
                    <a:cubicBezTo>
                      <a:pt x="444" y="3193"/>
                      <a:pt x="444" y="3132"/>
                      <a:pt x="474" y="3102"/>
                    </a:cubicBezTo>
                    <a:lnTo>
                      <a:pt x="765" y="2811"/>
                    </a:lnTo>
                    <a:cubicBezTo>
                      <a:pt x="917" y="2659"/>
                      <a:pt x="1009" y="2460"/>
                      <a:pt x="1009" y="2246"/>
                    </a:cubicBezTo>
                    <a:lnTo>
                      <a:pt x="1009" y="811"/>
                    </a:lnTo>
                    <a:cubicBezTo>
                      <a:pt x="1009" y="581"/>
                      <a:pt x="1177" y="413"/>
                      <a:pt x="1406" y="413"/>
                    </a:cubicBez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1"/>
              <p:cNvSpPr/>
              <p:nvPr/>
            </p:nvSpPr>
            <p:spPr>
              <a:xfrm>
                <a:off x="6198587" y="2485385"/>
                <a:ext cx="80642" cy="362517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325" extrusionOk="0">
                    <a:moveTo>
                      <a:pt x="1" y="1"/>
                    </a:moveTo>
                    <a:lnTo>
                      <a:pt x="1" y="413"/>
                    </a:lnTo>
                    <a:cubicBezTo>
                      <a:pt x="230" y="413"/>
                      <a:pt x="398" y="597"/>
                      <a:pt x="398" y="811"/>
                    </a:cubicBezTo>
                    <a:lnTo>
                      <a:pt x="398" y="2246"/>
                    </a:lnTo>
                    <a:cubicBezTo>
                      <a:pt x="398" y="2460"/>
                      <a:pt x="490" y="2659"/>
                      <a:pt x="642" y="2811"/>
                    </a:cubicBezTo>
                    <a:lnTo>
                      <a:pt x="933" y="3102"/>
                    </a:lnTo>
                    <a:cubicBezTo>
                      <a:pt x="963" y="3132"/>
                      <a:pt x="963" y="3193"/>
                      <a:pt x="933" y="3239"/>
                    </a:cubicBezTo>
                    <a:lnTo>
                      <a:pt x="642" y="3514"/>
                    </a:lnTo>
                    <a:cubicBezTo>
                      <a:pt x="490" y="3667"/>
                      <a:pt x="398" y="3881"/>
                      <a:pt x="398" y="4094"/>
                    </a:cubicBezTo>
                    <a:lnTo>
                      <a:pt x="398" y="5530"/>
                    </a:lnTo>
                    <a:cubicBezTo>
                      <a:pt x="398" y="5744"/>
                      <a:pt x="230" y="5927"/>
                      <a:pt x="1" y="5927"/>
                    </a:cubicBezTo>
                    <a:lnTo>
                      <a:pt x="1" y="6325"/>
                    </a:lnTo>
                    <a:cubicBezTo>
                      <a:pt x="444" y="6325"/>
                      <a:pt x="811" y="5973"/>
                      <a:pt x="811" y="5530"/>
                    </a:cubicBezTo>
                    <a:lnTo>
                      <a:pt x="811" y="4094"/>
                    </a:lnTo>
                    <a:cubicBezTo>
                      <a:pt x="811" y="3972"/>
                      <a:pt x="841" y="3881"/>
                      <a:pt x="917" y="3804"/>
                    </a:cubicBezTo>
                    <a:lnTo>
                      <a:pt x="1208" y="3514"/>
                    </a:lnTo>
                    <a:cubicBezTo>
                      <a:pt x="1406" y="3315"/>
                      <a:pt x="1406" y="3010"/>
                      <a:pt x="1208" y="2811"/>
                    </a:cubicBezTo>
                    <a:lnTo>
                      <a:pt x="917" y="2537"/>
                    </a:lnTo>
                    <a:cubicBezTo>
                      <a:pt x="841" y="2460"/>
                      <a:pt x="811" y="2353"/>
                      <a:pt x="811" y="2246"/>
                    </a:cubicBezTo>
                    <a:lnTo>
                      <a:pt x="811" y="811"/>
                    </a:lnTo>
                    <a:cubicBezTo>
                      <a:pt x="811" y="368"/>
                      <a:pt x="444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1"/>
              <p:cNvSpPr/>
              <p:nvPr/>
            </p:nvSpPr>
            <p:spPr>
              <a:xfrm>
                <a:off x="5907083" y="2583910"/>
                <a:ext cx="248690" cy="190458"/>
              </a:xfrm>
              <a:custGeom>
                <a:avLst/>
                <a:gdLst/>
                <a:ahLst/>
                <a:cxnLst/>
                <a:rect l="l" t="t" r="r" b="b"/>
                <a:pathLst>
                  <a:path w="4339" h="3323" extrusionOk="0">
                    <a:moveTo>
                      <a:pt x="948" y="0"/>
                    </a:moveTo>
                    <a:cubicBezTo>
                      <a:pt x="726" y="0"/>
                      <a:pt x="505" y="84"/>
                      <a:pt x="337" y="252"/>
                    </a:cubicBezTo>
                    <a:cubicBezTo>
                      <a:pt x="1" y="588"/>
                      <a:pt x="1" y="1138"/>
                      <a:pt x="337" y="1474"/>
                    </a:cubicBezTo>
                    <a:lnTo>
                      <a:pt x="948" y="2101"/>
                    </a:lnTo>
                    <a:lnTo>
                      <a:pt x="2170" y="3322"/>
                    </a:lnTo>
                    <a:lnTo>
                      <a:pt x="3392" y="2101"/>
                    </a:lnTo>
                    <a:lnTo>
                      <a:pt x="4003" y="1474"/>
                    </a:lnTo>
                    <a:cubicBezTo>
                      <a:pt x="4339" y="1138"/>
                      <a:pt x="4339" y="588"/>
                      <a:pt x="4003" y="252"/>
                    </a:cubicBezTo>
                    <a:cubicBezTo>
                      <a:pt x="3834" y="84"/>
                      <a:pt x="3613" y="0"/>
                      <a:pt x="3392" y="0"/>
                    </a:cubicBezTo>
                    <a:cubicBezTo>
                      <a:pt x="3170" y="0"/>
                      <a:pt x="2949" y="84"/>
                      <a:pt x="2781" y="252"/>
                    </a:cubicBezTo>
                    <a:lnTo>
                      <a:pt x="2170" y="863"/>
                    </a:lnTo>
                    <a:lnTo>
                      <a:pt x="1559" y="252"/>
                    </a:lnTo>
                    <a:cubicBezTo>
                      <a:pt x="1391" y="84"/>
                      <a:pt x="1169" y="0"/>
                      <a:pt x="9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6" name="Google Shape;436;p31"/>
            <p:cNvSpPr/>
            <p:nvPr/>
          </p:nvSpPr>
          <p:spPr>
            <a:xfrm>
              <a:off x="7137014" y="1398120"/>
              <a:ext cx="324861" cy="324861"/>
            </a:xfrm>
            <a:custGeom>
              <a:avLst/>
              <a:gdLst/>
              <a:ahLst/>
              <a:cxnLst/>
              <a:rect l="l" t="t" r="r" b="b"/>
              <a:pathLst>
                <a:path w="5668" h="5668" extrusionOk="0">
                  <a:moveTo>
                    <a:pt x="2827" y="1742"/>
                  </a:moveTo>
                  <a:cubicBezTo>
                    <a:pt x="3493" y="1742"/>
                    <a:pt x="4023" y="2338"/>
                    <a:pt x="3911" y="3025"/>
                  </a:cubicBezTo>
                  <a:cubicBezTo>
                    <a:pt x="3835" y="3483"/>
                    <a:pt x="3468" y="3850"/>
                    <a:pt x="3025" y="3911"/>
                  </a:cubicBezTo>
                  <a:cubicBezTo>
                    <a:pt x="2956" y="3923"/>
                    <a:pt x="2889" y="3929"/>
                    <a:pt x="2822" y="3929"/>
                  </a:cubicBezTo>
                  <a:cubicBezTo>
                    <a:pt x="2165" y="3929"/>
                    <a:pt x="1646" y="3338"/>
                    <a:pt x="1757" y="2658"/>
                  </a:cubicBezTo>
                  <a:cubicBezTo>
                    <a:pt x="1834" y="2200"/>
                    <a:pt x="2200" y="1833"/>
                    <a:pt x="2643" y="1757"/>
                  </a:cubicBezTo>
                  <a:cubicBezTo>
                    <a:pt x="2705" y="1747"/>
                    <a:pt x="2767" y="1742"/>
                    <a:pt x="2827" y="1742"/>
                  </a:cubicBezTo>
                  <a:close/>
                  <a:moveTo>
                    <a:pt x="2643" y="1"/>
                  </a:moveTo>
                  <a:cubicBezTo>
                    <a:pt x="2491" y="1"/>
                    <a:pt x="2384" y="123"/>
                    <a:pt x="2384" y="260"/>
                  </a:cubicBezTo>
                  <a:lnTo>
                    <a:pt x="2384" y="902"/>
                  </a:lnTo>
                  <a:cubicBezTo>
                    <a:pt x="2170" y="948"/>
                    <a:pt x="1971" y="1039"/>
                    <a:pt x="1788" y="1146"/>
                  </a:cubicBezTo>
                  <a:lnTo>
                    <a:pt x="1345" y="703"/>
                  </a:lnTo>
                  <a:cubicBezTo>
                    <a:pt x="1292" y="650"/>
                    <a:pt x="1223" y="623"/>
                    <a:pt x="1154" y="623"/>
                  </a:cubicBezTo>
                  <a:cubicBezTo>
                    <a:pt x="1085" y="623"/>
                    <a:pt x="1017" y="650"/>
                    <a:pt x="963" y="703"/>
                  </a:cubicBezTo>
                  <a:lnTo>
                    <a:pt x="688" y="963"/>
                  </a:lnTo>
                  <a:cubicBezTo>
                    <a:pt x="597" y="1070"/>
                    <a:pt x="597" y="1238"/>
                    <a:pt x="688" y="1345"/>
                  </a:cubicBezTo>
                  <a:lnTo>
                    <a:pt x="1146" y="1788"/>
                  </a:lnTo>
                  <a:cubicBezTo>
                    <a:pt x="1024" y="1971"/>
                    <a:pt x="948" y="2169"/>
                    <a:pt x="902" y="2383"/>
                  </a:cubicBezTo>
                  <a:lnTo>
                    <a:pt x="261" y="2383"/>
                  </a:lnTo>
                  <a:cubicBezTo>
                    <a:pt x="123" y="2383"/>
                    <a:pt x="1" y="2505"/>
                    <a:pt x="1" y="2643"/>
                  </a:cubicBezTo>
                  <a:lnTo>
                    <a:pt x="1" y="3025"/>
                  </a:lnTo>
                  <a:cubicBezTo>
                    <a:pt x="1" y="3178"/>
                    <a:pt x="123" y="3300"/>
                    <a:pt x="261" y="3300"/>
                  </a:cubicBezTo>
                  <a:lnTo>
                    <a:pt x="902" y="3300"/>
                  </a:lnTo>
                  <a:cubicBezTo>
                    <a:pt x="948" y="3514"/>
                    <a:pt x="1024" y="3697"/>
                    <a:pt x="1146" y="3880"/>
                  </a:cubicBezTo>
                  <a:lnTo>
                    <a:pt x="688" y="4338"/>
                  </a:lnTo>
                  <a:cubicBezTo>
                    <a:pt x="597" y="4430"/>
                    <a:pt x="597" y="4598"/>
                    <a:pt x="688" y="4705"/>
                  </a:cubicBezTo>
                  <a:lnTo>
                    <a:pt x="963" y="4980"/>
                  </a:lnTo>
                  <a:cubicBezTo>
                    <a:pt x="1017" y="5033"/>
                    <a:pt x="1085" y="5060"/>
                    <a:pt x="1154" y="5060"/>
                  </a:cubicBezTo>
                  <a:cubicBezTo>
                    <a:pt x="1223" y="5060"/>
                    <a:pt x="1292" y="5033"/>
                    <a:pt x="1345" y="4980"/>
                  </a:cubicBezTo>
                  <a:lnTo>
                    <a:pt x="1788" y="4537"/>
                  </a:lnTo>
                  <a:cubicBezTo>
                    <a:pt x="1971" y="4644"/>
                    <a:pt x="2170" y="4720"/>
                    <a:pt x="2384" y="4781"/>
                  </a:cubicBezTo>
                  <a:lnTo>
                    <a:pt x="2384" y="5408"/>
                  </a:lnTo>
                  <a:cubicBezTo>
                    <a:pt x="2384" y="5560"/>
                    <a:pt x="2491" y="5667"/>
                    <a:pt x="2643" y="5667"/>
                  </a:cubicBezTo>
                  <a:lnTo>
                    <a:pt x="3025" y="5667"/>
                  </a:lnTo>
                  <a:cubicBezTo>
                    <a:pt x="3178" y="5667"/>
                    <a:pt x="3300" y="5560"/>
                    <a:pt x="3300" y="5408"/>
                  </a:cubicBezTo>
                  <a:lnTo>
                    <a:pt x="3300" y="4781"/>
                  </a:lnTo>
                  <a:cubicBezTo>
                    <a:pt x="3499" y="4720"/>
                    <a:pt x="3697" y="4644"/>
                    <a:pt x="3881" y="4537"/>
                  </a:cubicBezTo>
                  <a:lnTo>
                    <a:pt x="4324" y="4980"/>
                  </a:lnTo>
                  <a:cubicBezTo>
                    <a:pt x="4377" y="5033"/>
                    <a:pt x="4446" y="5060"/>
                    <a:pt x="4514" y="5060"/>
                  </a:cubicBezTo>
                  <a:cubicBezTo>
                    <a:pt x="4583" y="5060"/>
                    <a:pt x="4652" y="5033"/>
                    <a:pt x="4705" y="4980"/>
                  </a:cubicBezTo>
                  <a:lnTo>
                    <a:pt x="4980" y="4705"/>
                  </a:lnTo>
                  <a:cubicBezTo>
                    <a:pt x="5072" y="4598"/>
                    <a:pt x="5072" y="4430"/>
                    <a:pt x="4980" y="4338"/>
                  </a:cubicBezTo>
                  <a:lnTo>
                    <a:pt x="4522" y="3880"/>
                  </a:lnTo>
                  <a:cubicBezTo>
                    <a:pt x="4644" y="3712"/>
                    <a:pt x="4721" y="3514"/>
                    <a:pt x="4766" y="3300"/>
                  </a:cubicBezTo>
                  <a:lnTo>
                    <a:pt x="5408" y="3300"/>
                  </a:lnTo>
                  <a:cubicBezTo>
                    <a:pt x="5545" y="3300"/>
                    <a:pt x="5668" y="3178"/>
                    <a:pt x="5668" y="3025"/>
                  </a:cubicBezTo>
                  <a:lnTo>
                    <a:pt x="5668" y="2643"/>
                  </a:lnTo>
                  <a:cubicBezTo>
                    <a:pt x="5668" y="2490"/>
                    <a:pt x="5545" y="2383"/>
                    <a:pt x="5408" y="2383"/>
                  </a:cubicBezTo>
                  <a:lnTo>
                    <a:pt x="4766" y="2383"/>
                  </a:lnTo>
                  <a:cubicBezTo>
                    <a:pt x="4721" y="2169"/>
                    <a:pt x="4644" y="1971"/>
                    <a:pt x="4522" y="1788"/>
                  </a:cubicBezTo>
                  <a:lnTo>
                    <a:pt x="4980" y="1345"/>
                  </a:lnTo>
                  <a:cubicBezTo>
                    <a:pt x="5072" y="1238"/>
                    <a:pt x="5072" y="1070"/>
                    <a:pt x="4980" y="963"/>
                  </a:cubicBezTo>
                  <a:lnTo>
                    <a:pt x="4705" y="703"/>
                  </a:lnTo>
                  <a:cubicBezTo>
                    <a:pt x="4652" y="650"/>
                    <a:pt x="4583" y="623"/>
                    <a:pt x="4514" y="623"/>
                  </a:cubicBezTo>
                  <a:cubicBezTo>
                    <a:pt x="4446" y="623"/>
                    <a:pt x="4377" y="650"/>
                    <a:pt x="4324" y="703"/>
                  </a:cubicBezTo>
                  <a:lnTo>
                    <a:pt x="3881" y="1146"/>
                  </a:lnTo>
                  <a:cubicBezTo>
                    <a:pt x="3697" y="1039"/>
                    <a:pt x="3499" y="948"/>
                    <a:pt x="3300" y="902"/>
                  </a:cubicBezTo>
                  <a:lnTo>
                    <a:pt x="3300" y="260"/>
                  </a:lnTo>
                  <a:cubicBezTo>
                    <a:pt x="3300" y="123"/>
                    <a:pt x="3178" y="1"/>
                    <a:pt x="3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6645022" y="1921635"/>
              <a:ext cx="356385" cy="166385"/>
            </a:xfrm>
            <a:custGeom>
              <a:avLst/>
              <a:gdLst/>
              <a:ahLst/>
              <a:cxnLst/>
              <a:rect l="l" t="t" r="r" b="b"/>
              <a:pathLst>
                <a:path w="6218" h="2903" extrusionOk="0">
                  <a:moveTo>
                    <a:pt x="3300" y="0"/>
                  </a:moveTo>
                  <a:cubicBezTo>
                    <a:pt x="2032" y="0"/>
                    <a:pt x="948" y="810"/>
                    <a:pt x="551" y="1956"/>
                  </a:cubicBezTo>
                  <a:lnTo>
                    <a:pt x="1" y="1833"/>
                  </a:lnTo>
                  <a:lnTo>
                    <a:pt x="413" y="2551"/>
                  </a:lnTo>
                  <a:lnTo>
                    <a:pt x="627" y="2903"/>
                  </a:lnTo>
                  <a:lnTo>
                    <a:pt x="673" y="2903"/>
                  </a:lnTo>
                  <a:lnTo>
                    <a:pt x="963" y="2689"/>
                  </a:lnTo>
                  <a:lnTo>
                    <a:pt x="1666" y="2185"/>
                  </a:lnTo>
                  <a:lnTo>
                    <a:pt x="1116" y="2078"/>
                  </a:lnTo>
                  <a:cubicBezTo>
                    <a:pt x="1452" y="1192"/>
                    <a:pt x="2307" y="566"/>
                    <a:pt x="3300" y="566"/>
                  </a:cubicBezTo>
                  <a:cubicBezTo>
                    <a:pt x="4507" y="566"/>
                    <a:pt x="5515" y="1482"/>
                    <a:pt x="5637" y="2643"/>
                  </a:cubicBezTo>
                  <a:cubicBezTo>
                    <a:pt x="5652" y="2796"/>
                    <a:pt x="5774" y="2903"/>
                    <a:pt x="5927" y="2903"/>
                  </a:cubicBezTo>
                  <a:cubicBezTo>
                    <a:pt x="6095" y="2903"/>
                    <a:pt x="6217" y="2765"/>
                    <a:pt x="6202" y="2582"/>
                  </a:cubicBezTo>
                  <a:cubicBezTo>
                    <a:pt x="6034" y="1131"/>
                    <a:pt x="4797" y="0"/>
                    <a:pt x="3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6665197" y="2132612"/>
              <a:ext cx="355468" cy="167245"/>
            </a:xfrm>
            <a:custGeom>
              <a:avLst/>
              <a:gdLst/>
              <a:ahLst/>
              <a:cxnLst/>
              <a:rect l="l" t="t" r="r" b="b"/>
              <a:pathLst>
                <a:path w="6202" h="2918" extrusionOk="0">
                  <a:moveTo>
                    <a:pt x="290" y="1"/>
                  </a:moveTo>
                  <a:cubicBezTo>
                    <a:pt x="122" y="1"/>
                    <a:pt x="0" y="153"/>
                    <a:pt x="15" y="321"/>
                  </a:cubicBezTo>
                  <a:cubicBezTo>
                    <a:pt x="168" y="1772"/>
                    <a:pt x="1405" y="2918"/>
                    <a:pt x="2902" y="2918"/>
                  </a:cubicBezTo>
                  <a:cubicBezTo>
                    <a:pt x="4185" y="2918"/>
                    <a:pt x="5270" y="2093"/>
                    <a:pt x="5652" y="963"/>
                  </a:cubicBezTo>
                  <a:lnTo>
                    <a:pt x="6201" y="1070"/>
                  </a:lnTo>
                  <a:lnTo>
                    <a:pt x="5804" y="367"/>
                  </a:lnTo>
                  <a:lnTo>
                    <a:pt x="5590" y="1"/>
                  </a:lnTo>
                  <a:lnTo>
                    <a:pt x="5529" y="1"/>
                  </a:lnTo>
                  <a:lnTo>
                    <a:pt x="5239" y="214"/>
                  </a:lnTo>
                  <a:lnTo>
                    <a:pt x="4552" y="718"/>
                  </a:lnTo>
                  <a:lnTo>
                    <a:pt x="5102" y="841"/>
                  </a:lnTo>
                  <a:cubicBezTo>
                    <a:pt x="4766" y="1727"/>
                    <a:pt x="3910" y="2353"/>
                    <a:pt x="2902" y="2353"/>
                  </a:cubicBezTo>
                  <a:cubicBezTo>
                    <a:pt x="1696" y="2353"/>
                    <a:pt x="703" y="1436"/>
                    <a:pt x="581" y="260"/>
                  </a:cubicBezTo>
                  <a:cubicBezTo>
                    <a:pt x="550" y="123"/>
                    <a:pt x="443" y="1"/>
                    <a:pt x="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6680959" y="2087963"/>
              <a:ext cx="2636" cy="1834"/>
            </a:xfrm>
            <a:custGeom>
              <a:avLst/>
              <a:gdLst/>
              <a:ahLst/>
              <a:cxnLst/>
              <a:rect l="l" t="t" r="r" b="b"/>
              <a:pathLst>
                <a:path w="46" h="32" extrusionOk="0">
                  <a:moveTo>
                    <a:pt x="0" y="1"/>
                  </a:moveTo>
                  <a:lnTo>
                    <a:pt x="15" y="31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EEF8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○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L="1371600" lvl="2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■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L="1828800" lvl="3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●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L="2286000" lvl="4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○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L="2743200" lvl="5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■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L="3200400" lvl="6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●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L="3657600" lvl="7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Zen Dots"/>
              <a:buChar char="○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L="4114800" lvl="8" indent="-3175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Zen Dots"/>
              <a:buChar char="■"/>
              <a:defRPr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6" r:id="rId4"/>
    <p:sldLayoutId id="2147483658" r:id="rId5"/>
    <p:sldLayoutId id="2147483660" r:id="rId6"/>
    <p:sldLayoutId id="2147483670" r:id="rId7"/>
    <p:sldLayoutId id="2147483671" r:id="rId8"/>
    <p:sldLayoutId id="2147483676" r:id="rId9"/>
    <p:sldLayoutId id="214748367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B18CF1F1-A1B6-D00B-EE28-8F2D0811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>
            <a:extLst>
              <a:ext uri="{FF2B5EF4-FFF2-40B4-BE49-F238E27FC236}">
                <a16:creationId xmlns:a16="http://schemas.microsoft.com/office/drawing/2014/main" id="{95CCA654-6F7A-7A78-323B-B847A361F1D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5942" y="317639"/>
            <a:ext cx="4376058" cy="242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/>
              <a:t>Automatização do Desenvolvimento de Aplicações Web</a:t>
            </a:r>
            <a:endParaRPr sz="2800" dirty="0"/>
          </a:p>
        </p:txBody>
      </p:sp>
      <p:grpSp>
        <p:nvGrpSpPr>
          <p:cNvPr id="20" name="Google Shape;1570;p72">
            <a:extLst>
              <a:ext uri="{FF2B5EF4-FFF2-40B4-BE49-F238E27FC236}">
                <a16:creationId xmlns:a16="http://schemas.microsoft.com/office/drawing/2014/main" id="{270ABE8C-3D89-8206-FE3A-A78273F5978B}"/>
              </a:ext>
            </a:extLst>
          </p:cNvPr>
          <p:cNvGrpSpPr/>
          <p:nvPr/>
        </p:nvGrpSpPr>
        <p:grpSpPr>
          <a:xfrm>
            <a:off x="4977430" y="981647"/>
            <a:ext cx="4166570" cy="3422385"/>
            <a:chOff x="5066624" y="974390"/>
            <a:chExt cx="4166570" cy="3422385"/>
          </a:xfrm>
        </p:grpSpPr>
        <p:grpSp>
          <p:nvGrpSpPr>
            <p:cNvPr id="21" name="Google Shape;1571;p72">
              <a:extLst>
                <a:ext uri="{FF2B5EF4-FFF2-40B4-BE49-F238E27FC236}">
                  <a16:creationId xmlns:a16="http://schemas.microsoft.com/office/drawing/2014/main" id="{D14B8203-9D40-AEBC-8C2C-6632ECD65063}"/>
                </a:ext>
              </a:extLst>
            </p:cNvPr>
            <p:cNvGrpSpPr/>
            <p:nvPr/>
          </p:nvGrpSpPr>
          <p:grpSpPr>
            <a:xfrm>
              <a:off x="5081627" y="4218225"/>
              <a:ext cx="4151567" cy="178550"/>
              <a:chOff x="5527089" y="4218224"/>
              <a:chExt cx="3706425" cy="178550"/>
            </a:xfrm>
          </p:grpSpPr>
          <p:cxnSp>
            <p:nvCxnSpPr>
              <p:cNvPr id="590" name="Google Shape;1572;p72">
                <a:extLst>
                  <a:ext uri="{FF2B5EF4-FFF2-40B4-BE49-F238E27FC236}">
                    <a16:creationId xmlns:a16="http://schemas.microsoft.com/office/drawing/2014/main" id="{F9B7E31A-2A06-FE82-4BD5-D67F62D78081}"/>
                  </a:ext>
                </a:extLst>
              </p:cNvPr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1573;p72">
                <a:extLst>
                  <a:ext uri="{FF2B5EF4-FFF2-40B4-BE49-F238E27FC236}">
                    <a16:creationId xmlns:a16="http://schemas.microsoft.com/office/drawing/2014/main" id="{A006A28C-FC8E-0836-70AD-AFCB1EC251EB}"/>
                  </a:ext>
                </a:extLst>
              </p:cNvPr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" name="Google Shape;1574;p72">
              <a:extLst>
                <a:ext uri="{FF2B5EF4-FFF2-40B4-BE49-F238E27FC236}">
                  <a16:creationId xmlns:a16="http://schemas.microsoft.com/office/drawing/2014/main" id="{3E4C07F5-2CF0-5E15-D290-F10DF113A583}"/>
                </a:ext>
              </a:extLst>
            </p:cNvPr>
            <p:cNvGrpSpPr/>
            <p:nvPr/>
          </p:nvGrpSpPr>
          <p:grpSpPr>
            <a:xfrm>
              <a:off x="5066624" y="974390"/>
              <a:ext cx="3371383" cy="3226089"/>
              <a:chOff x="670375" y="892075"/>
              <a:chExt cx="1470550" cy="1407175"/>
            </a:xfrm>
          </p:grpSpPr>
          <p:sp>
            <p:nvSpPr>
              <p:cNvPr id="23" name="Google Shape;1575;p72">
                <a:extLst>
                  <a:ext uri="{FF2B5EF4-FFF2-40B4-BE49-F238E27FC236}">
                    <a16:creationId xmlns:a16="http://schemas.microsoft.com/office/drawing/2014/main" id="{BB2F7016-F86C-30F1-6ACC-5E59373D9806}"/>
                  </a:ext>
                </a:extLst>
              </p:cNvPr>
              <p:cNvSpPr/>
              <p:nvPr/>
            </p:nvSpPr>
            <p:spPr>
              <a:xfrm>
                <a:off x="670375" y="892075"/>
                <a:ext cx="77060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1254" extrusionOk="0">
                    <a:moveTo>
                      <a:pt x="30824" y="1253"/>
                    </a:moveTo>
                    <a:lnTo>
                      <a:pt x="0" y="1253"/>
                    </a:lnTo>
                    <a:lnTo>
                      <a:pt x="0" y="581"/>
                    </a:lnTo>
                    <a:cubicBezTo>
                      <a:pt x="0" y="260"/>
                      <a:pt x="260" y="1"/>
                      <a:pt x="566" y="1"/>
                    </a:cubicBezTo>
                    <a:lnTo>
                      <a:pt x="30243" y="1"/>
                    </a:lnTo>
                    <a:cubicBezTo>
                      <a:pt x="30564" y="1"/>
                      <a:pt x="30824" y="260"/>
                      <a:pt x="30824" y="5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76;p72">
                <a:extLst>
                  <a:ext uri="{FF2B5EF4-FFF2-40B4-BE49-F238E27FC236}">
                    <a16:creationId xmlns:a16="http://schemas.microsoft.com/office/drawing/2014/main" id="{F72772AB-8A9E-D583-DE6F-079DB3567D36}"/>
                  </a:ext>
                </a:extLst>
              </p:cNvPr>
              <p:cNvSpPr/>
              <p:nvPr/>
            </p:nvSpPr>
            <p:spPr>
              <a:xfrm>
                <a:off x="670375" y="923400"/>
                <a:ext cx="770600" cy="476575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19063" extrusionOk="0">
                    <a:moveTo>
                      <a:pt x="0" y="0"/>
                    </a:moveTo>
                    <a:lnTo>
                      <a:pt x="0" y="18375"/>
                    </a:lnTo>
                    <a:cubicBezTo>
                      <a:pt x="0" y="18757"/>
                      <a:pt x="306" y="19062"/>
                      <a:pt x="688" y="19062"/>
                    </a:cubicBezTo>
                    <a:lnTo>
                      <a:pt x="30136" y="19062"/>
                    </a:lnTo>
                    <a:cubicBezTo>
                      <a:pt x="30518" y="19062"/>
                      <a:pt x="30824" y="18757"/>
                      <a:pt x="30824" y="18375"/>
                    </a:cubicBezTo>
                    <a:lnTo>
                      <a:pt x="3082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77;p72">
                <a:extLst>
                  <a:ext uri="{FF2B5EF4-FFF2-40B4-BE49-F238E27FC236}">
                    <a16:creationId xmlns:a16="http://schemas.microsoft.com/office/drawing/2014/main" id="{26A15C46-661C-66DD-59AD-8749EABFC329}"/>
                  </a:ext>
                </a:extLst>
              </p:cNvPr>
              <p:cNvSpPr/>
              <p:nvPr/>
            </p:nvSpPr>
            <p:spPr>
              <a:xfrm>
                <a:off x="1397050" y="902400"/>
                <a:ext cx="107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44" extrusionOk="0">
                    <a:moveTo>
                      <a:pt x="214" y="0"/>
                    </a:moveTo>
                    <a:cubicBezTo>
                      <a:pt x="92" y="0"/>
                      <a:pt x="0" y="107"/>
                      <a:pt x="0" y="214"/>
                    </a:cubicBezTo>
                    <a:cubicBezTo>
                      <a:pt x="0" y="336"/>
                      <a:pt x="92" y="443"/>
                      <a:pt x="214" y="443"/>
                    </a:cubicBezTo>
                    <a:cubicBezTo>
                      <a:pt x="336" y="443"/>
                      <a:pt x="428" y="336"/>
                      <a:pt x="428" y="214"/>
                    </a:cubicBezTo>
                    <a:cubicBezTo>
                      <a:pt x="428" y="107"/>
                      <a:pt x="336" y="0"/>
                      <a:pt x="2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78;p72">
                <a:extLst>
                  <a:ext uri="{FF2B5EF4-FFF2-40B4-BE49-F238E27FC236}">
                    <a16:creationId xmlns:a16="http://schemas.microsoft.com/office/drawing/2014/main" id="{8CD797ED-D02B-0A88-C183-3D442880F8C6}"/>
                  </a:ext>
                </a:extLst>
              </p:cNvPr>
              <p:cNvSpPr/>
              <p:nvPr/>
            </p:nvSpPr>
            <p:spPr>
              <a:xfrm>
                <a:off x="1363450" y="902400"/>
                <a:ext cx="111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4" extrusionOk="0">
                    <a:moveTo>
                      <a:pt x="229" y="0"/>
                    </a:moveTo>
                    <a:cubicBezTo>
                      <a:pt x="107" y="0"/>
                      <a:pt x="0" y="107"/>
                      <a:pt x="0" y="214"/>
                    </a:cubicBezTo>
                    <a:cubicBezTo>
                      <a:pt x="0" y="336"/>
                      <a:pt x="107" y="443"/>
                      <a:pt x="229" y="443"/>
                    </a:cubicBezTo>
                    <a:cubicBezTo>
                      <a:pt x="351" y="443"/>
                      <a:pt x="443" y="336"/>
                      <a:pt x="443" y="214"/>
                    </a:cubicBezTo>
                    <a:cubicBezTo>
                      <a:pt x="443" y="107"/>
                      <a:pt x="351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79;p72">
                <a:extLst>
                  <a:ext uri="{FF2B5EF4-FFF2-40B4-BE49-F238E27FC236}">
                    <a16:creationId xmlns:a16="http://schemas.microsoft.com/office/drawing/2014/main" id="{0CCDF64F-FF13-4746-3AE7-A1C368531962}"/>
                  </a:ext>
                </a:extLst>
              </p:cNvPr>
              <p:cNvSpPr/>
              <p:nvPr/>
            </p:nvSpPr>
            <p:spPr>
              <a:xfrm>
                <a:off x="1330225" y="902400"/>
                <a:ext cx="111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4" extrusionOk="0">
                    <a:moveTo>
                      <a:pt x="229" y="0"/>
                    </a:moveTo>
                    <a:cubicBezTo>
                      <a:pt x="107" y="0"/>
                      <a:pt x="0" y="107"/>
                      <a:pt x="0" y="214"/>
                    </a:cubicBezTo>
                    <a:cubicBezTo>
                      <a:pt x="0" y="336"/>
                      <a:pt x="107" y="443"/>
                      <a:pt x="229" y="443"/>
                    </a:cubicBezTo>
                    <a:cubicBezTo>
                      <a:pt x="336" y="443"/>
                      <a:pt x="443" y="336"/>
                      <a:pt x="443" y="214"/>
                    </a:cubicBezTo>
                    <a:cubicBezTo>
                      <a:pt x="443" y="107"/>
                      <a:pt x="336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580;p72">
                <a:extLst>
                  <a:ext uri="{FF2B5EF4-FFF2-40B4-BE49-F238E27FC236}">
                    <a16:creationId xmlns:a16="http://schemas.microsoft.com/office/drawing/2014/main" id="{CF33250C-F12C-745A-6895-DA3AD8EAC243}"/>
                  </a:ext>
                </a:extLst>
              </p:cNvPr>
              <p:cNvSpPr/>
              <p:nvPr/>
            </p:nvSpPr>
            <p:spPr>
              <a:xfrm>
                <a:off x="740250" y="966925"/>
                <a:ext cx="4101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627" extrusionOk="0">
                    <a:moveTo>
                      <a:pt x="306" y="1"/>
                    </a:moveTo>
                    <a:cubicBezTo>
                      <a:pt x="138" y="1"/>
                      <a:pt x="1" y="138"/>
                      <a:pt x="1" y="321"/>
                    </a:cubicBezTo>
                    <a:cubicBezTo>
                      <a:pt x="1" y="489"/>
                      <a:pt x="138" y="627"/>
                      <a:pt x="306" y="627"/>
                    </a:cubicBezTo>
                    <a:lnTo>
                      <a:pt x="16084" y="627"/>
                    </a:lnTo>
                    <a:cubicBezTo>
                      <a:pt x="16252" y="627"/>
                      <a:pt x="16405" y="489"/>
                      <a:pt x="16405" y="321"/>
                    </a:cubicBezTo>
                    <a:cubicBezTo>
                      <a:pt x="16405" y="138"/>
                      <a:pt x="16268" y="1"/>
                      <a:pt x="160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581;p72">
                <a:extLst>
                  <a:ext uri="{FF2B5EF4-FFF2-40B4-BE49-F238E27FC236}">
                    <a16:creationId xmlns:a16="http://schemas.microsoft.com/office/drawing/2014/main" id="{21FAAAC1-630C-11F7-F667-B8D982B40171}"/>
                  </a:ext>
                </a:extLst>
              </p:cNvPr>
              <p:cNvSpPr/>
              <p:nvPr/>
            </p:nvSpPr>
            <p:spPr>
              <a:xfrm>
                <a:off x="740250" y="1016575"/>
                <a:ext cx="4101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627" extrusionOk="0">
                    <a:moveTo>
                      <a:pt x="306" y="0"/>
                    </a:moveTo>
                    <a:cubicBezTo>
                      <a:pt x="138" y="0"/>
                      <a:pt x="1" y="138"/>
                      <a:pt x="1" y="306"/>
                    </a:cubicBezTo>
                    <a:cubicBezTo>
                      <a:pt x="1" y="474"/>
                      <a:pt x="138" y="626"/>
                      <a:pt x="306" y="626"/>
                    </a:cubicBezTo>
                    <a:lnTo>
                      <a:pt x="16084" y="626"/>
                    </a:lnTo>
                    <a:cubicBezTo>
                      <a:pt x="16252" y="626"/>
                      <a:pt x="16405" y="474"/>
                      <a:pt x="16405" y="306"/>
                    </a:cubicBezTo>
                    <a:cubicBezTo>
                      <a:pt x="16405" y="138"/>
                      <a:pt x="16268" y="0"/>
                      <a:pt x="16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582;p72">
                <a:extLst>
                  <a:ext uri="{FF2B5EF4-FFF2-40B4-BE49-F238E27FC236}">
                    <a16:creationId xmlns:a16="http://schemas.microsoft.com/office/drawing/2014/main" id="{E10D67A0-D2E9-D730-6A26-DE6E60C9864F}"/>
                  </a:ext>
                </a:extLst>
              </p:cNvPr>
              <p:cNvSpPr/>
              <p:nvPr/>
            </p:nvSpPr>
            <p:spPr>
              <a:xfrm>
                <a:off x="740250" y="1065825"/>
                <a:ext cx="1970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7883" h="627" extrusionOk="0">
                    <a:moveTo>
                      <a:pt x="306" y="1"/>
                    </a:moveTo>
                    <a:cubicBezTo>
                      <a:pt x="138" y="1"/>
                      <a:pt x="1" y="138"/>
                      <a:pt x="1" y="321"/>
                    </a:cubicBezTo>
                    <a:cubicBezTo>
                      <a:pt x="1" y="489"/>
                      <a:pt x="138" y="627"/>
                      <a:pt x="306" y="627"/>
                    </a:cubicBezTo>
                    <a:lnTo>
                      <a:pt x="7577" y="627"/>
                    </a:lnTo>
                    <a:cubicBezTo>
                      <a:pt x="7745" y="627"/>
                      <a:pt x="7882" y="489"/>
                      <a:pt x="7882" y="321"/>
                    </a:cubicBezTo>
                    <a:cubicBezTo>
                      <a:pt x="7882" y="138"/>
                      <a:pt x="7745" y="1"/>
                      <a:pt x="75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583;p72">
                <a:extLst>
                  <a:ext uri="{FF2B5EF4-FFF2-40B4-BE49-F238E27FC236}">
                    <a16:creationId xmlns:a16="http://schemas.microsoft.com/office/drawing/2014/main" id="{EA4C2514-D8CF-0048-E82A-E23BFC307A1A}"/>
                  </a:ext>
                </a:extLst>
              </p:cNvPr>
              <p:cNvSpPr/>
              <p:nvPr/>
            </p:nvSpPr>
            <p:spPr>
              <a:xfrm>
                <a:off x="740250" y="1261725"/>
                <a:ext cx="4101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627" extrusionOk="0">
                    <a:moveTo>
                      <a:pt x="306" y="0"/>
                    </a:moveTo>
                    <a:cubicBezTo>
                      <a:pt x="138" y="0"/>
                      <a:pt x="1" y="138"/>
                      <a:pt x="1" y="321"/>
                    </a:cubicBezTo>
                    <a:cubicBezTo>
                      <a:pt x="1" y="489"/>
                      <a:pt x="138" y="626"/>
                      <a:pt x="306" y="626"/>
                    </a:cubicBezTo>
                    <a:lnTo>
                      <a:pt x="16084" y="626"/>
                    </a:lnTo>
                    <a:cubicBezTo>
                      <a:pt x="16252" y="626"/>
                      <a:pt x="16405" y="489"/>
                      <a:pt x="16405" y="321"/>
                    </a:cubicBezTo>
                    <a:cubicBezTo>
                      <a:pt x="16405" y="138"/>
                      <a:pt x="16268" y="0"/>
                      <a:pt x="16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584;p72">
                <a:extLst>
                  <a:ext uri="{FF2B5EF4-FFF2-40B4-BE49-F238E27FC236}">
                    <a16:creationId xmlns:a16="http://schemas.microsoft.com/office/drawing/2014/main" id="{84F0BE89-0D5C-CB58-9088-CE0361732F6A}"/>
                  </a:ext>
                </a:extLst>
              </p:cNvPr>
              <p:cNvSpPr/>
              <p:nvPr/>
            </p:nvSpPr>
            <p:spPr>
              <a:xfrm>
                <a:off x="740250" y="1311350"/>
                <a:ext cx="197075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7883" h="628" extrusionOk="0">
                    <a:moveTo>
                      <a:pt x="306" y="1"/>
                    </a:moveTo>
                    <a:cubicBezTo>
                      <a:pt x="138" y="1"/>
                      <a:pt x="1" y="138"/>
                      <a:pt x="1" y="306"/>
                    </a:cubicBezTo>
                    <a:cubicBezTo>
                      <a:pt x="1" y="474"/>
                      <a:pt x="138" y="627"/>
                      <a:pt x="306" y="627"/>
                    </a:cubicBezTo>
                    <a:lnTo>
                      <a:pt x="7577" y="627"/>
                    </a:lnTo>
                    <a:cubicBezTo>
                      <a:pt x="7745" y="627"/>
                      <a:pt x="7882" y="474"/>
                      <a:pt x="7882" y="306"/>
                    </a:cubicBezTo>
                    <a:cubicBezTo>
                      <a:pt x="7882" y="138"/>
                      <a:pt x="7745" y="1"/>
                      <a:pt x="75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585;p72">
                <a:extLst>
                  <a:ext uri="{FF2B5EF4-FFF2-40B4-BE49-F238E27FC236}">
                    <a16:creationId xmlns:a16="http://schemas.microsoft.com/office/drawing/2014/main" id="{E593A975-F849-7CD1-9B4F-C8F161DF2A31}"/>
                  </a:ext>
                </a:extLst>
              </p:cNvPr>
              <p:cNvSpPr/>
              <p:nvPr/>
            </p:nvSpPr>
            <p:spPr>
              <a:xfrm>
                <a:off x="1236275" y="1015425"/>
                <a:ext cx="132525" cy="132525"/>
              </a:xfrm>
              <a:custGeom>
                <a:avLst/>
                <a:gdLst/>
                <a:ahLst/>
                <a:cxnLst/>
                <a:rect l="l" t="t" r="r" b="b"/>
                <a:pathLst>
                  <a:path w="5301" h="5301" extrusionOk="0">
                    <a:moveTo>
                      <a:pt x="2659" y="443"/>
                    </a:moveTo>
                    <a:cubicBezTo>
                      <a:pt x="3865" y="443"/>
                      <a:pt x="4858" y="1436"/>
                      <a:pt x="4858" y="2643"/>
                    </a:cubicBezTo>
                    <a:cubicBezTo>
                      <a:pt x="4858" y="3865"/>
                      <a:pt x="3865" y="4842"/>
                      <a:pt x="2659" y="4842"/>
                    </a:cubicBezTo>
                    <a:cubicBezTo>
                      <a:pt x="1437" y="4842"/>
                      <a:pt x="459" y="3865"/>
                      <a:pt x="459" y="2643"/>
                    </a:cubicBezTo>
                    <a:cubicBezTo>
                      <a:pt x="459" y="1436"/>
                      <a:pt x="1437" y="443"/>
                      <a:pt x="2659" y="443"/>
                    </a:cubicBezTo>
                    <a:close/>
                    <a:moveTo>
                      <a:pt x="2659" y="0"/>
                    </a:moveTo>
                    <a:cubicBezTo>
                      <a:pt x="1192" y="0"/>
                      <a:pt x="1" y="1176"/>
                      <a:pt x="1" y="2643"/>
                    </a:cubicBezTo>
                    <a:cubicBezTo>
                      <a:pt x="1" y="4109"/>
                      <a:pt x="1192" y="5301"/>
                      <a:pt x="2659" y="5301"/>
                    </a:cubicBezTo>
                    <a:cubicBezTo>
                      <a:pt x="4110" y="5301"/>
                      <a:pt x="5301" y="4109"/>
                      <a:pt x="5301" y="2643"/>
                    </a:cubicBezTo>
                    <a:cubicBezTo>
                      <a:pt x="5301" y="1176"/>
                      <a:pt x="4125" y="0"/>
                      <a:pt x="26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586;p72">
                <a:extLst>
                  <a:ext uri="{FF2B5EF4-FFF2-40B4-BE49-F238E27FC236}">
                    <a16:creationId xmlns:a16="http://schemas.microsoft.com/office/drawing/2014/main" id="{753760B7-4C05-0A59-44A7-2164F32A34EB}"/>
                  </a:ext>
                </a:extLst>
              </p:cNvPr>
              <p:cNvSpPr/>
              <p:nvPr/>
            </p:nvSpPr>
            <p:spPr>
              <a:xfrm>
                <a:off x="1267975" y="1095225"/>
                <a:ext cx="695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2781" h="826" extrusionOk="0">
                    <a:moveTo>
                      <a:pt x="176" y="1"/>
                    </a:moveTo>
                    <a:cubicBezTo>
                      <a:pt x="134" y="1"/>
                      <a:pt x="92" y="16"/>
                      <a:pt x="62" y="47"/>
                    </a:cubicBezTo>
                    <a:cubicBezTo>
                      <a:pt x="1" y="123"/>
                      <a:pt x="1" y="215"/>
                      <a:pt x="62" y="276"/>
                    </a:cubicBezTo>
                    <a:cubicBezTo>
                      <a:pt x="428" y="642"/>
                      <a:pt x="902" y="825"/>
                      <a:pt x="1391" y="825"/>
                    </a:cubicBezTo>
                    <a:cubicBezTo>
                      <a:pt x="1864" y="825"/>
                      <a:pt x="2353" y="642"/>
                      <a:pt x="2719" y="276"/>
                    </a:cubicBezTo>
                    <a:cubicBezTo>
                      <a:pt x="2780" y="215"/>
                      <a:pt x="2780" y="123"/>
                      <a:pt x="2719" y="47"/>
                    </a:cubicBezTo>
                    <a:cubicBezTo>
                      <a:pt x="2689" y="16"/>
                      <a:pt x="2647" y="1"/>
                      <a:pt x="2605" y="1"/>
                    </a:cubicBezTo>
                    <a:cubicBezTo>
                      <a:pt x="2563" y="1"/>
                      <a:pt x="2521" y="16"/>
                      <a:pt x="2490" y="47"/>
                    </a:cubicBezTo>
                    <a:cubicBezTo>
                      <a:pt x="2185" y="352"/>
                      <a:pt x="1784" y="505"/>
                      <a:pt x="1385" y="505"/>
                    </a:cubicBezTo>
                    <a:cubicBezTo>
                      <a:pt x="986" y="505"/>
                      <a:pt x="589" y="352"/>
                      <a:pt x="291" y="47"/>
                    </a:cubicBezTo>
                    <a:cubicBezTo>
                      <a:pt x="260" y="16"/>
                      <a:pt x="218" y="1"/>
                      <a:pt x="1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587;p72">
                <a:extLst>
                  <a:ext uri="{FF2B5EF4-FFF2-40B4-BE49-F238E27FC236}">
                    <a16:creationId xmlns:a16="http://schemas.microsoft.com/office/drawing/2014/main" id="{98E2C116-C710-DF09-1D5D-462DA3F661A7}"/>
                  </a:ext>
                </a:extLst>
              </p:cNvPr>
              <p:cNvSpPr/>
              <p:nvPr/>
            </p:nvSpPr>
            <p:spPr>
              <a:xfrm>
                <a:off x="1272175" y="1064675"/>
                <a:ext cx="13400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6" extrusionOk="0">
                    <a:moveTo>
                      <a:pt x="260" y="1"/>
                    </a:moveTo>
                    <a:cubicBezTo>
                      <a:pt x="123" y="1"/>
                      <a:pt x="1" y="123"/>
                      <a:pt x="1" y="260"/>
                    </a:cubicBezTo>
                    <a:cubicBezTo>
                      <a:pt x="1" y="413"/>
                      <a:pt x="123" y="535"/>
                      <a:pt x="260" y="535"/>
                    </a:cubicBezTo>
                    <a:cubicBezTo>
                      <a:pt x="413" y="535"/>
                      <a:pt x="535" y="413"/>
                      <a:pt x="535" y="260"/>
                    </a:cubicBezTo>
                    <a:cubicBezTo>
                      <a:pt x="535" y="123"/>
                      <a:pt x="413" y="1"/>
                      <a:pt x="2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588;p72">
                <a:extLst>
                  <a:ext uri="{FF2B5EF4-FFF2-40B4-BE49-F238E27FC236}">
                    <a16:creationId xmlns:a16="http://schemas.microsoft.com/office/drawing/2014/main" id="{8A13B3BF-F618-845C-7916-C79C101935B4}"/>
                  </a:ext>
                </a:extLst>
              </p:cNvPr>
              <p:cNvSpPr/>
              <p:nvPr/>
            </p:nvSpPr>
            <p:spPr>
              <a:xfrm>
                <a:off x="1319900" y="1064675"/>
                <a:ext cx="1302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6" extrusionOk="0">
                    <a:moveTo>
                      <a:pt x="261" y="1"/>
                    </a:moveTo>
                    <a:cubicBezTo>
                      <a:pt x="108" y="1"/>
                      <a:pt x="1" y="123"/>
                      <a:pt x="1" y="260"/>
                    </a:cubicBezTo>
                    <a:cubicBezTo>
                      <a:pt x="1" y="413"/>
                      <a:pt x="123" y="535"/>
                      <a:pt x="261" y="535"/>
                    </a:cubicBezTo>
                    <a:cubicBezTo>
                      <a:pt x="413" y="535"/>
                      <a:pt x="520" y="413"/>
                      <a:pt x="520" y="260"/>
                    </a:cubicBezTo>
                    <a:cubicBezTo>
                      <a:pt x="520" y="123"/>
                      <a:pt x="413" y="1"/>
                      <a:pt x="2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589;p72">
                <a:extLst>
                  <a:ext uri="{FF2B5EF4-FFF2-40B4-BE49-F238E27FC236}">
                    <a16:creationId xmlns:a16="http://schemas.microsoft.com/office/drawing/2014/main" id="{7BA80D9A-3873-DFD2-537B-789998F7C277}"/>
                  </a:ext>
                </a:extLst>
              </p:cNvPr>
              <p:cNvSpPr/>
              <p:nvPr/>
            </p:nvSpPr>
            <p:spPr>
              <a:xfrm>
                <a:off x="739500" y="1144500"/>
                <a:ext cx="4392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3101" extrusionOk="0">
                    <a:moveTo>
                      <a:pt x="1451" y="3101"/>
                    </a:moveTo>
                    <a:cubicBezTo>
                      <a:pt x="1390" y="3101"/>
                      <a:pt x="1314" y="3070"/>
                      <a:pt x="1268" y="3009"/>
                    </a:cubicBezTo>
                    <a:lnTo>
                      <a:pt x="107" y="1772"/>
                    </a:lnTo>
                    <a:cubicBezTo>
                      <a:pt x="0" y="1665"/>
                      <a:pt x="0" y="1482"/>
                      <a:pt x="107" y="1375"/>
                    </a:cubicBezTo>
                    <a:lnTo>
                      <a:pt x="1283" y="107"/>
                    </a:lnTo>
                    <a:cubicBezTo>
                      <a:pt x="1390" y="0"/>
                      <a:pt x="1558" y="0"/>
                      <a:pt x="1650" y="107"/>
                    </a:cubicBezTo>
                    <a:cubicBezTo>
                      <a:pt x="1757" y="214"/>
                      <a:pt x="1757" y="382"/>
                      <a:pt x="1650" y="504"/>
                    </a:cubicBezTo>
                    <a:lnTo>
                      <a:pt x="642" y="1573"/>
                    </a:lnTo>
                    <a:lnTo>
                      <a:pt x="1634" y="2627"/>
                    </a:lnTo>
                    <a:cubicBezTo>
                      <a:pt x="1726" y="2734"/>
                      <a:pt x="1726" y="2902"/>
                      <a:pt x="1634" y="3009"/>
                    </a:cubicBezTo>
                    <a:cubicBezTo>
                      <a:pt x="1589" y="3070"/>
                      <a:pt x="1512" y="3101"/>
                      <a:pt x="1451" y="3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590;p72">
                <a:extLst>
                  <a:ext uri="{FF2B5EF4-FFF2-40B4-BE49-F238E27FC236}">
                    <a16:creationId xmlns:a16="http://schemas.microsoft.com/office/drawing/2014/main" id="{2CE10116-D5F5-8226-8C8D-AA3B499A855E}"/>
                  </a:ext>
                </a:extLst>
              </p:cNvPr>
              <p:cNvSpPr/>
              <p:nvPr/>
            </p:nvSpPr>
            <p:spPr>
              <a:xfrm>
                <a:off x="861675" y="1144500"/>
                <a:ext cx="431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3101" extrusionOk="0">
                    <a:moveTo>
                      <a:pt x="306" y="3101"/>
                    </a:moveTo>
                    <a:cubicBezTo>
                      <a:pt x="230" y="3101"/>
                      <a:pt x="169" y="3070"/>
                      <a:pt x="123" y="3009"/>
                    </a:cubicBezTo>
                    <a:cubicBezTo>
                      <a:pt x="16" y="2902"/>
                      <a:pt x="16" y="2734"/>
                      <a:pt x="123" y="2627"/>
                    </a:cubicBezTo>
                    <a:lnTo>
                      <a:pt x="1101" y="1573"/>
                    </a:lnTo>
                    <a:lnTo>
                      <a:pt x="92" y="504"/>
                    </a:lnTo>
                    <a:cubicBezTo>
                      <a:pt x="1" y="397"/>
                      <a:pt x="1" y="214"/>
                      <a:pt x="92" y="107"/>
                    </a:cubicBezTo>
                    <a:cubicBezTo>
                      <a:pt x="199" y="0"/>
                      <a:pt x="367" y="0"/>
                      <a:pt x="459" y="107"/>
                    </a:cubicBezTo>
                    <a:lnTo>
                      <a:pt x="1650" y="1375"/>
                    </a:lnTo>
                    <a:cubicBezTo>
                      <a:pt x="1696" y="1436"/>
                      <a:pt x="1727" y="1497"/>
                      <a:pt x="1727" y="1573"/>
                    </a:cubicBezTo>
                    <a:cubicBezTo>
                      <a:pt x="1727" y="1650"/>
                      <a:pt x="1696" y="1711"/>
                      <a:pt x="1650" y="1772"/>
                    </a:cubicBezTo>
                    <a:lnTo>
                      <a:pt x="474" y="3009"/>
                    </a:lnTo>
                    <a:cubicBezTo>
                      <a:pt x="428" y="3070"/>
                      <a:pt x="367" y="3101"/>
                      <a:pt x="306" y="3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591;p72">
                <a:extLst>
                  <a:ext uri="{FF2B5EF4-FFF2-40B4-BE49-F238E27FC236}">
                    <a16:creationId xmlns:a16="http://schemas.microsoft.com/office/drawing/2014/main" id="{880EE8D9-174E-8DE7-DB4F-6F2F3DD27953}"/>
                  </a:ext>
                </a:extLst>
              </p:cNvPr>
              <p:cNvSpPr/>
              <p:nvPr/>
            </p:nvSpPr>
            <p:spPr>
              <a:xfrm>
                <a:off x="800575" y="1139525"/>
                <a:ext cx="4357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3636" extrusionOk="0">
                    <a:moveTo>
                      <a:pt x="291" y="3636"/>
                    </a:moveTo>
                    <a:cubicBezTo>
                      <a:pt x="261" y="3636"/>
                      <a:pt x="230" y="3636"/>
                      <a:pt x="199" y="3620"/>
                    </a:cubicBezTo>
                    <a:cubicBezTo>
                      <a:pt x="62" y="3559"/>
                      <a:pt x="1" y="3391"/>
                      <a:pt x="62" y="3254"/>
                    </a:cubicBezTo>
                    <a:lnTo>
                      <a:pt x="1223" y="214"/>
                    </a:lnTo>
                    <a:cubicBezTo>
                      <a:pt x="1269" y="62"/>
                      <a:pt x="1421" y="0"/>
                      <a:pt x="1559" y="62"/>
                    </a:cubicBezTo>
                    <a:cubicBezTo>
                      <a:pt x="1681" y="123"/>
                      <a:pt x="1742" y="275"/>
                      <a:pt x="1696" y="413"/>
                    </a:cubicBezTo>
                    <a:lnTo>
                      <a:pt x="536" y="3468"/>
                    </a:lnTo>
                    <a:cubicBezTo>
                      <a:pt x="490" y="3575"/>
                      <a:pt x="398" y="3636"/>
                      <a:pt x="291" y="36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592;p72">
                <a:extLst>
                  <a:ext uri="{FF2B5EF4-FFF2-40B4-BE49-F238E27FC236}">
                    <a16:creationId xmlns:a16="http://schemas.microsoft.com/office/drawing/2014/main" id="{ED3F85F6-D6C2-B15A-9C67-DCAC4E915C7A}"/>
                  </a:ext>
                </a:extLst>
              </p:cNvPr>
              <p:cNvSpPr/>
              <p:nvPr/>
            </p:nvSpPr>
            <p:spPr>
              <a:xfrm>
                <a:off x="1181675" y="960425"/>
                <a:ext cx="242125" cy="242125"/>
              </a:xfrm>
              <a:custGeom>
                <a:avLst/>
                <a:gdLst/>
                <a:ahLst/>
                <a:cxnLst/>
                <a:rect l="l" t="t" r="r" b="b"/>
                <a:pathLst>
                  <a:path w="9685" h="9685" extrusionOk="0">
                    <a:moveTo>
                      <a:pt x="8936" y="459"/>
                    </a:moveTo>
                    <a:cubicBezTo>
                      <a:pt x="9104" y="459"/>
                      <a:pt x="9226" y="581"/>
                      <a:pt x="9226" y="749"/>
                    </a:cubicBezTo>
                    <a:lnTo>
                      <a:pt x="9226" y="8936"/>
                    </a:lnTo>
                    <a:cubicBezTo>
                      <a:pt x="9226" y="9104"/>
                      <a:pt x="9104" y="9242"/>
                      <a:pt x="8936" y="9242"/>
                    </a:cubicBezTo>
                    <a:lnTo>
                      <a:pt x="749" y="9242"/>
                    </a:lnTo>
                    <a:cubicBezTo>
                      <a:pt x="581" y="9242"/>
                      <a:pt x="444" y="9104"/>
                      <a:pt x="444" y="8936"/>
                    </a:cubicBezTo>
                    <a:lnTo>
                      <a:pt x="444" y="749"/>
                    </a:lnTo>
                    <a:cubicBezTo>
                      <a:pt x="444" y="581"/>
                      <a:pt x="581" y="459"/>
                      <a:pt x="749" y="459"/>
                    </a:cubicBezTo>
                    <a:close/>
                    <a:moveTo>
                      <a:pt x="734" y="1"/>
                    </a:moveTo>
                    <a:cubicBezTo>
                      <a:pt x="337" y="1"/>
                      <a:pt x="1" y="337"/>
                      <a:pt x="1" y="749"/>
                    </a:cubicBezTo>
                    <a:lnTo>
                      <a:pt x="1" y="8936"/>
                    </a:lnTo>
                    <a:cubicBezTo>
                      <a:pt x="1" y="9349"/>
                      <a:pt x="337" y="9685"/>
                      <a:pt x="734" y="9685"/>
                    </a:cubicBezTo>
                    <a:lnTo>
                      <a:pt x="8936" y="9685"/>
                    </a:lnTo>
                    <a:cubicBezTo>
                      <a:pt x="9348" y="9685"/>
                      <a:pt x="9684" y="9349"/>
                      <a:pt x="9684" y="8936"/>
                    </a:cubicBezTo>
                    <a:lnTo>
                      <a:pt x="9684" y="749"/>
                    </a:lnTo>
                    <a:cubicBezTo>
                      <a:pt x="9684" y="337"/>
                      <a:pt x="9348" y="1"/>
                      <a:pt x="89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593;p72">
                <a:extLst>
                  <a:ext uri="{FF2B5EF4-FFF2-40B4-BE49-F238E27FC236}">
                    <a16:creationId xmlns:a16="http://schemas.microsoft.com/office/drawing/2014/main" id="{B9665377-5C61-029B-57CB-3698D9285ACC}"/>
                  </a:ext>
                </a:extLst>
              </p:cNvPr>
              <p:cNvSpPr/>
              <p:nvPr/>
            </p:nvSpPr>
            <p:spPr>
              <a:xfrm>
                <a:off x="1013650" y="1101350"/>
                <a:ext cx="93200" cy="93175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727" extrusionOk="0">
                    <a:moveTo>
                      <a:pt x="3728" y="1986"/>
                    </a:moveTo>
                    <a:lnTo>
                      <a:pt x="3728" y="1726"/>
                    </a:lnTo>
                    <a:cubicBezTo>
                      <a:pt x="3728" y="1634"/>
                      <a:pt x="3651" y="1558"/>
                      <a:pt x="3560" y="1558"/>
                    </a:cubicBezTo>
                    <a:lnTo>
                      <a:pt x="3132" y="1558"/>
                    </a:lnTo>
                    <a:cubicBezTo>
                      <a:pt x="3102" y="1421"/>
                      <a:pt x="3056" y="1283"/>
                      <a:pt x="2979" y="1176"/>
                    </a:cubicBezTo>
                    <a:lnTo>
                      <a:pt x="3270" y="871"/>
                    </a:lnTo>
                    <a:cubicBezTo>
                      <a:pt x="3346" y="810"/>
                      <a:pt x="3346" y="703"/>
                      <a:pt x="3270" y="626"/>
                    </a:cubicBezTo>
                    <a:lnTo>
                      <a:pt x="3086" y="458"/>
                    </a:lnTo>
                    <a:cubicBezTo>
                      <a:pt x="3025" y="382"/>
                      <a:pt x="2918" y="382"/>
                      <a:pt x="2842" y="458"/>
                    </a:cubicBezTo>
                    <a:lnTo>
                      <a:pt x="2552" y="749"/>
                    </a:lnTo>
                    <a:cubicBezTo>
                      <a:pt x="2430" y="672"/>
                      <a:pt x="2307" y="611"/>
                      <a:pt x="2170" y="580"/>
                    </a:cubicBezTo>
                    <a:lnTo>
                      <a:pt x="2170" y="168"/>
                    </a:lnTo>
                    <a:cubicBezTo>
                      <a:pt x="2170" y="76"/>
                      <a:pt x="2093" y="0"/>
                      <a:pt x="1987" y="0"/>
                    </a:cubicBezTo>
                    <a:lnTo>
                      <a:pt x="1742" y="0"/>
                    </a:lnTo>
                    <a:cubicBezTo>
                      <a:pt x="1635" y="0"/>
                      <a:pt x="1559" y="76"/>
                      <a:pt x="1559" y="168"/>
                    </a:cubicBezTo>
                    <a:lnTo>
                      <a:pt x="1559" y="580"/>
                    </a:lnTo>
                    <a:cubicBezTo>
                      <a:pt x="1421" y="611"/>
                      <a:pt x="1299" y="672"/>
                      <a:pt x="1177" y="749"/>
                    </a:cubicBezTo>
                    <a:lnTo>
                      <a:pt x="887" y="458"/>
                    </a:lnTo>
                    <a:cubicBezTo>
                      <a:pt x="810" y="382"/>
                      <a:pt x="704" y="382"/>
                      <a:pt x="627" y="458"/>
                    </a:cubicBezTo>
                    <a:lnTo>
                      <a:pt x="459" y="626"/>
                    </a:lnTo>
                    <a:cubicBezTo>
                      <a:pt x="383" y="703"/>
                      <a:pt x="383" y="810"/>
                      <a:pt x="459" y="871"/>
                    </a:cubicBezTo>
                    <a:lnTo>
                      <a:pt x="749" y="1176"/>
                    </a:lnTo>
                    <a:cubicBezTo>
                      <a:pt x="673" y="1283"/>
                      <a:pt x="627" y="1421"/>
                      <a:pt x="581" y="1558"/>
                    </a:cubicBezTo>
                    <a:lnTo>
                      <a:pt x="169" y="1558"/>
                    </a:lnTo>
                    <a:cubicBezTo>
                      <a:pt x="77" y="1558"/>
                      <a:pt x="1" y="1634"/>
                      <a:pt x="1" y="1726"/>
                    </a:cubicBezTo>
                    <a:lnTo>
                      <a:pt x="1" y="1986"/>
                    </a:lnTo>
                    <a:cubicBezTo>
                      <a:pt x="1" y="2077"/>
                      <a:pt x="77" y="2154"/>
                      <a:pt x="169" y="2154"/>
                    </a:cubicBezTo>
                    <a:lnTo>
                      <a:pt x="581" y="2154"/>
                    </a:lnTo>
                    <a:cubicBezTo>
                      <a:pt x="627" y="2306"/>
                      <a:pt x="673" y="2429"/>
                      <a:pt x="749" y="2551"/>
                    </a:cubicBezTo>
                    <a:lnTo>
                      <a:pt x="459" y="2841"/>
                    </a:lnTo>
                    <a:cubicBezTo>
                      <a:pt x="383" y="2917"/>
                      <a:pt x="383" y="3024"/>
                      <a:pt x="459" y="3085"/>
                    </a:cubicBezTo>
                    <a:lnTo>
                      <a:pt x="627" y="3269"/>
                    </a:lnTo>
                    <a:cubicBezTo>
                      <a:pt x="704" y="3330"/>
                      <a:pt x="810" y="3330"/>
                      <a:pt x="887" y="3269"/>
                    </a:cubicBezTo>
                    <a:lnTo>
                      <a:pt x="1177" y="2979"/>
                    </a:lnTo>
                    <a:cubicBezTo>
                      <a:pt x="1299" y="3040"/>
                      <a:pt x="1421" y="3101"/>
                      <a:pt x="1559" y="3131"/>
                    </a:cubicBezTo>
                    <a:lnTo>
                      <a:pt x="1559" y="3559"/>
                    </a:lnTo>
                    <a:cubicBezTo>
                      <a:pt x="1559" y="3651"/>
                      <a:pt x="1635" y="3727"/>
                      <a:pt x="1742" y="3727"/>
                    </a:cubicBezTo>
                    <a:lnTo>
                      <a:pt x="1987" y="3727"/>
                    </a:lnTo>
                    <a:cubicBezTo>
                      <a:pt x="2093" y="3727"/>
                      <a:pt x="2170" y="3651"/>
                      <a:pt x="2170" y="3559"/>
                    </a:cubicBezTo>
                    <a:lnTo>
                      <a:pt x="2170" y="3131"/>
                    </a:lnTo>
                    <a:cubicBezTo>
                      <a:pt x="2307" y="3101"/>
                      <a:pt x="2430" y="3040"/>
                      <a:pt x="2552" y="2979"/>
                    </a:cubicBezTo>
                    <a:lnTo>
                      <a:pt x="2842" y="3269"/>
                    </a:lnTo>
                    <a:cubicBezTo>
                      <a:pt x="2918" y="3330"/>
                      <a:pt x="3025" y="3330"/>
                      <a:pt x="3086" y="3269"/>
                    </a:cubicBezTo>
                    <a:lnTo>
                      <a:pt x="3270" y="3085"/>
                    </a:lnTo>
                    <a:cubicBezTo>
                      <a:pt x="3346" y="3024"/>
                      <a:pt x="3346" y="2902"/>
                      <a:pt x="3270" y="2841"/>
                    </a:cubicBezTo>
                    <a:lnTo>
                      <a:pt x="2979" y="2551"/>
                    </a:lnTo>
                    <a:cubicBezTo>
                      <a:pt x="3056" y="2429"/>
                      <a:pt x="3102" y="2306"/>
                      <a:pt x="3132" y="2154"/>
                    </a:cubicBezTo>
                    <a:lnTo>
                      <a:pt x="3560" y="2154"/>
                    </a:lnTo>
                    <a:cubicBezTo>
                      <a:pt x="3651" y="2154"/>
                      <a:pt x="3728" y="2093"/>
                      <a:pt x="3728" y="1986"/>
                    </a:cubicBezTo>
                    <a:close/>
                    <a:moveTo>
                      <a:pt x="1987" y="2566"/>
                    </a:moveTo>
                    <a:cubicBezTo>
                      <a:pt x="1498" y="2658"/>
                      <a:pt x="1070" y="2230"/>
                      <a:pt x="1146" y="1741"/>
                    </a:cubicBezTo>
                    <a:cubicBezTo>
                      <a:pt x="1208" y="1436"/>
                      <a:pt x="1437" y="1207"/>
                      <a:pt x="1742" y="1146"/>
                    </a:cubicBezTo>
                    <a:cubicBezTo>
                      <a:pt x="2231" y="1069"/>
                      <a:pt x="2659" y="1482"/>
                      <a:pt x="2567" y="1986"/>
                    </a:cubicBezTo>
                    <a:cubicBezTo>
                      <a:pt x="2521" y="2276"/>
                      <a:pt x="2277" y="2520"/>
                      <a:pt x="1987" y="25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594;p72">
                <a:extLst>
                  <a:ext uri="{FF2B5EF4-FFF2-40B4-BE49-F238E27FC236}">
                    <a16:creationId xmlns:a16="http://schemas.microsoft.com/office/drawing/2014/main" id="{A9E3310C-2A89-6CF8-8D57-C1FF3BA5965C}"/>
                  </a:ext>
                </a:extLst>
              </p:cNvPr>
              <p:cNvSpPr/>
              <p:nvPr/>
            </p:nvSpPr>
            <p:spPr>
              <a:xfrm>
                <a:off x="1815550" y="2198400"/>
                <a:ext cx="16537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6615" h="3575" extrusionOk="0">
                    <a:moveTo>
                      <a:pt x="1" y="3575"/>
                    </a:moveTo>
                    <a:lnTo>
                      <a:pt x="4736" y="3300"/>
                    </a:lnTo>
                    <a:cubicBezTo>
                      <a:pt x="4736" y="3300"/>
                      <a:pt x="6615" y="3285"/>
                      <a:pt x="4980" y="2322"/>
                    </a:cubicBezTo>
                    <a:cubicBezTo>
                      <a:pt x="4690" y="2139"/>
                      <a:pt x="4430" y="1956"/>
                      <a:pt x="4201" y="1757"/>
                    </a:cubicBezTo>
                    <a:cubicBezTo>
                      <a:pt x="3453" y="1116"/>
                      <a:pt x="3025" y="383"/>
                      <a:pt x="2827" y="1"/>
                    </a:cubicBezTo>
                    <a:lnTo>
                      <a:pt x="1895" y="245"/>
                    </a:lnTo>
                    <a:lnTo>
                      <a:pt x="276" y="673"/>
                    </a:lnTo>
                    <a:cubicBezTo>
                      <a:pt x="260" y="673"/>
                      <a:pt x="245" y="688"/>
                      <a:pt x="230" y="688"/>
                    </a:cubicBezTo>
                    <a:cubicBezTo>
                      <a:pt x="123" y="1650"/>
                      <a:pt x="1" y="3575"/>
                      <a:pt x="1" y="35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595;p72">
                <a:extLst>
                  <a:ext uri="{FF2B5EF4-FFF2-40B4-BE49-F238E27FC236}">
                    <a16:creationId xmlns:a16="http://schemas.microsoft.com/office/drawing/2014/main" id="{AFACB1F1-075B-1BA2-7905-33DD8BA698B6}"/>
                  </a:ext>
                </a:extLst>
              </p:cNvPr>
              <p:cNvSpPr/>
              <p:nvPr/>
            </p:nvSpPr>
            <p:spPr>
              <a:xfrm>
                <a:off x="1813275" y="2255800"/>
                <a:ext cx="16002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6401" h="1738" extrusionOk="0">
                    <a:moveTo>
                      <a:pt x="4878" y="0"/>
                    </a:moveTo>
                    <a:cubicBezTo>
                      <a:pt x="3819" y="0"/>
                      <a:pt x="3696" y="1065"/>
                      <a:pt x="3696" y="1065"/>
                    </a:cubicBezTo>
                    <a:lnTo>
                      <a:pt x="92" y="867"/>
                    </a:lnTo>
                    <a:lnTo>
                      <a:pt x="0" y="1737"/>
                    </a:lnTo>
                    <a:lnTo>
                      <a:pt x="6400" y="1737"/>
                    </a:lnTo>
                    <a:cubicBezTo>
                      <a:pt x="6400" y="1737"/>
                      <a:pt x="6293" y="164"/>
                      <a:pt x="5071" y="11"/>
                    </a:cubicBezTo>
                    <a:cubicBezTo>
                      <a:pt x="5004" y="4"/>
                      <a:pt x="4939" y="0"/>
                      <a:pt x="48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596;p72">
                <a:extLst>
                  <a:ext uri="{FF2B5EF4-FFF2-40B4-BE49-F238E27FC236}">
                    <a16:creationId xmlns:a16="http://schemas.microsoft.com/office/drawing/2014/main" id="{B04F2B17-29E6-9E4C-D6DD-387F433E9AD2}"/>
                  </a:ext>
                </a:extLst>
              </p:cNvPr>
              <p:cNvSpPr/>
              <p:nvPr/>
            </p:nvSpPr>
            <p:spPr>
              <a:xfrm>
                <a:off x="1862900" y="2198400"/>
                <a:ext cx="57700" cy="52350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2094" extrusionOk="0">
                    <a:moveTo>
                      <a:pt x="933" y="1"/>
                    </a:moveTo>
                    <a:lnTo>
                      <a:pt x="1" y="245"/>
                    </a:lnTo>
                    <a:cubicBezTo>
                      <a:pt x="154" y="719"/>
                      <a:pt x="551" y="1788"/>
                      <a:pt x="1314" y="2093"/>
                    </a:cubicBezTo>
                    <a:cubicBezTo>
                      <a:pt x="1696" y="1803"/>
                      <a:pt x="2063" y="1757"/>
                      <a:pt x="2307" y="1757"/>
                    </a:cubicBezTo>
                    <a:cubicBezTo>
                      <a:pt x="1559" y="1116"/>
                      <a:pt x="1131" y="383"/>
                      <a:pt x="9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597;p72">
                <a:extLst>
                  <a:ext uri="{FF2B5EF4-FFF2-40B4-BE49-F238E27FC236}">
                    <a16:creationId xmlns:a16="http://schemas.microsoft.com/office/drawing/2014/main" id="{3548E65B-A9A6-8193-6FC5-357388E6B7FC}"/>
                  </a:ext>
                </a:extLst>
              </p:cNvPr>
              <p:cNvSpPr/>
              <p:nvPr/>
            </p:nvSpPr>
            <p:spPr>
              <a:xfrm>
                <a:off x="1599050" y="1697025"/>
                <a:ext cx="291000" cy="506375"/>
              </a:xfrm>
              <a:custGeom>
                <a:avLst/>
                <a:gdLst/>
                <a:ahLst/>
                <a:cxnLst/>
                <a:rect l="l" t="t" r="r" b="b"/>
                <a:pathLst>
                  <a:path w="11640" h="20255" extrusionOk="0">
                    <a:moveTo>
                      <a:pt x="11639" y="19704"/>
                    </a:moveTo>
                    <a:lnTo>
                      <a:pt x="8477" y="20041"/>
                    </a:lnTo>
                    <a:cubicBezTo>
                      <a:pt x="8477" y="20041"/>
                      <a:pt x="7225" y="10112"/>
                      <a:pt x="6110" y="6019"/>
                    </a:cubicBezTo>
                    <a:cubicBezTo>
                      <a:pt x="5743" y="6859"/>
                      <a:pt x="5026" y="9914"/>
                      <a:pt x="4338" y="12969"/>
                    </a:cubicBezTo>
                    <a:cubicBezTo>
                      <a:pt x="3544" y="16512"/>
                      <a:pt x="2826" y="20056"/>
                      <a:pt x="2826" y="20056"/>
                    </a:cubicBezTo>
                    <a:cubicBezTo>
                      <a:pt x="2826" y="20056"/>
                      <a:pt x="1008" y="20254"/>
                      <a:pt x="0" y="19445"/>
                    </a:cubicBezTo>
                    <a:cubicBezTo>
                      <a:pt x="306" y="13778"/>
                      <a:pt x="2505" y="2475"/>
                      <a:pt x="2780" y="826"/>
                    </a:cubicBezTo>
                    <a:cubicBezTo>
                      <a:pt x="2780" y="841"/>
                      <a:pt x="2795" y="841"/>
                      <a:pt x="2795" y="856"/>
                    </a:cubicBezTo>
                    <a:cubicBezTo>
                      <a:pt x="2811" y="933"/>
                      <a:pt x="2841" y="994"/>
                      <a:pt x="2872" y="1055"/>
                    </a:cubicBezTo>
                    <a:cubicBezTo>
                      <a:pt x="2887" y="1070"/>
                      <a:pt x="2902" y="1101"/>
                      <a:pt x="2918" y="1131"/>
                    </a:cubicBezTo>
                    <a:lnTo>
                      <a:pt x="2933" y="1131"/>
                    </a:lnTo>
                    <a:cubicBezTo>
                      <a:pt x="3193" y="1421"/>
                      <a:pt x="3972" y="1727"/>
                      <a:pt x="5071" y="1773"/>
                    </a:cubicBezTo>
                    <a:cubicBezTo>
                      <a:pt x="6263" y="1803"/>
                      <a:pt x="7805" y="1513"/>
                      <a:pt x="9455" y="520"/>
                    </a:cubicBezTo>
                    <a:cubicBezTo>
                      <a:pt x="9486" y="444"/>
                      <a:pt x="9486" y="260"/>
                      <a:pt x="9470" y="1"/>
                    </a:cubicBezTo>
                    <a:cubicBezTo>
                      <a:pt x="9531" y="47"/>
                      <a:pt x="9638" y="719"/>
                      <a:pt x="9761" y="1773"/>
                    </a:cubicBezTo>
                    <a:cubicBezTo>
                      <a:pt x="10387" y="6615"/>
                      <a:pt x="11639" y="19704"/>
                      <a:pt x="11639" y="197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598;p72">
                <a:extLst>
                  <a:ext uri="{FF2B5EF4-FFF2-40B4-BE49-F238E27FC236}">
                    <a16:creationId xmlns:a16="http://schemas.microsoft.com/office/drawing/2014/main" id="{ADA57467-185C-87B8-81E5-FF838F041220}"/>
                  </a:ext>
                </a:extLst>
              </p:cNvPr>
              <p:cNvSpPr/>
              <p:nvPr/>
            </p:nvSpPr>
            <p:spPr>
              <a:xfrm>
                <a:off x="1610500" y="1480900"/>
                <a:ext cx="57300" cy="121075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4843" extrusionOk="0">
                    <a:moveTo>
                      <a:pt x="2292" y="3682"/>
                    </a:moveTo>
                    <a:lnTo>
                      <a:pt x="2063" y="4552"/>
                    </a:lnTo>
                    <a:lnTo>
                      <a:pt x="2047" y="4613"/>
                    </a:lnTo>
                    <a:lnTo>
                      <a:pt x="2001" y="4812"/>
                    </a:lnTo>
                    <a:lnTo>
                      <a:pt x="2001" y="4812"/>
                    </a:lnTo>
                    <a:cubicBezTo>
                      <a:pt x="2001" y="4812"/>
                      <a:pt x="1589" y="4843"/>
                      <a:pt x="1054" y="4674"/>
                    </a:cubicBezTo>
                    <a:cubicBezTo>
                      <a:pt x="795" y="4583"/>
                      <a:pt x="505" y="4461"/>
                      <a:pt x="214" y="4262"/>
                    </a:cubicBezTo>
                    <a:cubicBezTo>
                      <a:pt x="138" y="4201"/>
                      <a:pt x="62" y="4155"/>
                      <a:pt x="1" y="4094"/>
                    </a:cubicBezTo>
                    <a:cubicBezTo>
                      <a:pt x="92" y="2933"/>
                      <a:pt x="474" y="871"/>
                      <a:pt x="596" y="214"/>
                    </a:cubicBezTo>
                    <a:cubicBezTo>
                      <a:pt x="627" y="77"/>
                      <a:pt x="642" y="1"/>
                      <a:pt x="6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599;p72">
                <a:extLst>
                  <a:ext uri="{FF2B5EF4-FFF2-40B4-BE49-F238E27FC236}">
                    <a16:creationId xmlns:a16="http://schemas.microsoft.com/office/drawing/2014/main" id="{8054243C-A20F-881F-E226-A5BD62163583}"/>
                  </a:ext>
                </a:extLst>
              </p:cNvPr>
              <p:cNvSpPr/>
              <p:nvPr/>
            </p:nvSpPr>
            <p:spPr>
              <a:xfrm>
                <a:off x="1571550" y="1587450"/>
                <a:ext cx="98175" cy="132900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5316" extrusionOk="0">
                    <a:moveTo>
                      <a:pt x="3926" y="443"/>
                    </a:moveTo>
                    <a:cubicBezTo>
                      <a:pt x="3926" y="443"/>
                      <a:pt x="3682" y="1482"/>
                      <a:pt x="3376" y="2444"/>
                    </a:cubicBezTo>
                    <a:cubicBezTo>
                      <a:pt x="3162" y="3131"/>
                      <a:pt x="2918" y="3773"/>
                      <a:pt x="2704" y="3987"/>
                    </a:cubicBezTo>
                    <a:cubicBezTo>
                      <a:pt x="2169" y="4491"/>
                      <a:pt x="795" y="5316"/>
                      <a:pt x="795" y="5316"/>
                    </a:cubicBezTo>
                    <a:lnTo>
                      <a:pt x="1" y="3681"/>
                    </a:lnTo>
                    <a:lnTo>
                      <a:pt x="1177" y="2643"/>
                    </a:lnTo>
                    <a:lnTo>
                      <a:pt x="1635" y="581"/>
                    </a:lnTo>
                    <a:lnTo>
                      <a:pt x="1772" y="0"/>
                    </a:lnTo>
                    <a:cubicBezTo>
                      <a:pt x="2658" y="626"/>
                      <a:pt x="3559" y="550"/>
                      <a:pt x="3559" y="550"/>
                    </a:cubicBezTo>
                    <a:lnTo>
                      <a:pt x="3605" y="351"/>
                    </a:ln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600;p72">
                <a:extLst>
                  <a:ext uri="{FF2B5EF4-FFF2-40B4-BE49-F238E27FC236}">
                    <a16:creationId xmlns:a16="http://schemas.microsoft.com/office/drawing/2014/main" id="{2B6D623C-A7DE-7062-79F8-9321A7CF554E}"/>
                  </a:ext>
                </a:extLst>
              </p:cNvPr>
              <p:cNvSpPr/>
              <p:nvPr/>
            </p:nvSpPr>
            <p:spPr>
              <a:xfrm>
                <a:off x="1625000" y="1424775"/>
                <a:ext cx="211200" cy="317350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12694" extrusionOk="0">
                    <a:moveTo>
                      <a:pt x="8417" y="11410"/>
                    </a:moveTo>
                    <a:cubicBezTo>
                      <a:pt x="6767" y="12403"/>
                      <a:pt x="5225" y="12693"/>
                      <a:pt x="4033" y="12663"/>
                    </a:cubicBezTo>
                    <a:cubicBezTo>
                      <a:pt x="2934" y="12617"/>
                      <a:pt x="2139" y="12296"/>
                      <a:pt x="1880" y="12021"/>
                    </a:cubicBezTo>
                    <a:cubicBezTo>
                      <a:pt x="1864" y="11991"/>
                      <a:pt x="1834" y="11960"/>
                      <a:pt x="1834" y="11929"/>
                    </a:cubicBezTo>
                    <a:cubicBezTo>
                      <a:pt x="1803" y="11884"/>
                      <a:pt x="1773" y="11823"/>
                      <a:pt x="1757" y="11746"/>
                    </a:cubicBezTo>
                    <a:cubicBezTo>
                      <a:pt x="1757" y="11731"/>
                      <a:pt x="1742" y="11716"/>
                      <a:pt x="1742" y="11716"/>
                    </a:cubicBezTo>
                    <a:cubicBezTo>
                      <a:pt x="1666" y="11349"/>
                      <a:pt x="1651" y="10723"/>
                      <a:pt x="1651" y="10081"/>
                    </a:cubicBezTo>
                    <a:cubicBezTo>
                      <a:pt x="1651" y="9990"/>
                      <a:pt x="1651" y="9883"/>
                      <a:pt x="1651" y="9776"/>
                    </a:cubicBezTo>
                    <a:cubicBezTo>
                      <a:pt x="1651" y="9516"/>
                      <a:pt x="1666" y="9241"/>
                      <a:pt x="1666" y="8982"/>
                    </a:cubicBezTo>
                    <a:lnTo>
                      <a:pt x="1666" y="8982"/>
                    </a:lnTo>
                    <a:cubicBezTo>
                      <a:pt x="1666" y="8645"/>
                      <a:pt x="1666" y="8340"/>
                      <a:pt x="1651" y="8096"/>
                    </a:cubicBezTo>
                    <a:cubicBezTo>
                      <a:pt x="1651" y="7973"/>
                      <a:pt x="1635" y="7882"/>
                      <a:pt x="1620" y="7805"/>
                    </a:cubicBezTo>
                    <a:cubicBezTo>
                      <a:pt x="1620" y="7775"/>
                      <a:pt x="1620" y="7744"/>
                      <a:pt x="1605" y="7714"/>
                    </a:cubicBezTo>
                    <a:cubicBezTo>
                      <a:pt x="1605" y="7698"/>
                      <a:pt x="1605" y="7698"/>
                      <a:pt x="1605" y="7683"/>
                    </a:cubicBezTo>
                    <a:cubicBezTo>
                      <a:pt x="1574" y="7546"/>
                      <a:pt x="1498" y="7317"/>
                      <a:pt x="1421" y="7057"/>
                    </a:cubicBezTo>
                    <a:lnTo>
                      <a:pt x="1421" y="7057"/>
                    </a:lnTo>
                    <a:cubicBezTo>
                      <a:pt x="1345" y="6813"/>
                      <a:pt x="1253" y="6522"/>
                      <a:pt x="1147" y="6217"/>
                    </a:cubicBezTo>
                    <a:cubicBezTo>
                      <a:pt x="1116" y="6125"/>
                      <a:pt x="1085" y="6034"/>
                      <a:pt x="1055" y="5942"/>
                    </a:cubicBezTo>
                    <a:cubicBezTo>
                      <a:pt x="963" y="5667"/>
                      <a:pt x="856" y="5362"/>
                      <a:pt x="765" y="5071"/>
                    </a:cubicBezTo>
                    <a:cubicBezTo>
                      <a:pt x="688" y="4827"/>
                      <a:pt x="612" y="4598"/>
                      <a:pt x="536" y="4369"/>
                    </a:cubicBezTo>
                    <a:cubicBezTo>
                      <a:pt x="505" y="4277"/>
                      <a:pt x="474" y="4185"/>
                      <a:pt x="444" y="4094"/>
                    </a:cubicBezTo>
                    <a:cubicBezTo>
                      <a:pt x="261" y="3468"/>
                      <a:pt x="93" y="2902"/>
                      <a:pt x="31" y="2505"/>
                    </a:cubicBezTo>
                    <a:cubicBezTo>
                      <a:pt x="16" y="2490"/>
                      <a:pt x="16" y="2475"/>
                      <a:pt x="16" y="2459"/>
                    </a:cubicBezTo>
                    <a:cubicBezTo>
                      <a:pt x="1" y="2414"/>
                      <a:pt x="1" y="2368"/>
                      <a:pt x="1" y="2337"/>
                    </a:cubicBezTo>
                    <a:cubicBezTo>
                      <a:pt x="16" y="2307"/>
                      <a:pt x="31" y="2276"/>
                      <a:pt x="62" y="2246"/>
                    </a:cubicBezTo>
                    <a:cubicBezTo>
                      <a:pt x="62" y="2230"/>
                      <a:pt x="77" y="2215"/>
                      <a:pt x="93" y="2185"/>
                    </a:cubicBezTo>
                    <a:cubicBezTo>
                      <a:pt x="444" y="1680"/>
                      <a:pt x="933" y="1238"/>
                      <a:pt x="1360" y="886"/>
                    </a:cubicBezTo>
                    <a:cubicBezTo>
                      <a:pt x="1483" y="795"/>
                      <a:pt x="1605" y="703"/>
                      <a:pt x="1712" y="627"/>
                    </a:cubicBezTo>
                    <a:cubicBezTo>
                      <a:pt x="1803" y="550"/>
                      <a:pt x="1880" y="489"/>
                      <a:pt x="1971" y="443"/>
                    </a:cubicBezTo>
                    <a:lnTo>
                      <a:pt x="1971" y="443"/>
                    </a:lnTo>
                    <a:lnTo>
                      <a:pt x="2475" y="138"/>
                    </a:lnTo>
                    <a:cubicBezTo>
                      <a:pt x="3056" y="46"/>
                      <a:pt x="3590" y="16"/>
                      <a:pt x="4079" y="16"/>
                    </a:cubicBezTo>
                    <a:cubicBezTo>
                      <a:pt x="4736" y="0"/>
                      <a:pt x="5286" y="61"/>
                      <a:pt x="5714" y="138"/>
                    </a:cubicBezTo>
                    <a:cubicBezTo>
                      <a:pt x="6248" y="229"/>
                      <a:pt x="6554" y="336"/>
                      <a:pt x="6554" y="336"/>
                    </a:cubicBezTo>
                    <a:lnTo>
                      <a:pt x="6569" y="657"/>
                    </a:lnTo>
                    <a:lnTo>
                      <a:pt x="6599" y="947"/>
                    </a:lnTo>
                    <a:lnTo>
                      <a:pt x="6737" y="2612"/>
                    </a:lnTo>
                    <a:lnTo>
                      <a:pt x="6752" y="2902"/>
                    </a:lnTo>
                    <a:lnTo>
                      <a:pt x="6767" y="3040"/>
                    </a:lnTo>
                    <a:cubicBezTo>
                      <a:pt x="6767" y="3040"/>
                      <a:pt x="6767" y="3040"/>
                      <a:pt x="6767" y="3040"/>
                    </a:cubicBezTo>
                    <a:cubicBezTo>
                      <a:pt x="6783" y="3101"/>
                      <a:pt x="6920" y="3681"/>
                      <a:pt x="7134" y="4506"/>
                    </a:cubicBezTo>
                    <a:cubicBezTo>
                      <a:pt x="7149" y="4598"/>
                      <a:pt x="7180" y="4689"/>
                      <a:pt x="7195" y="4796"/>
                    </a:cubicBezTo>
                    <a:cubicBezTo>
                      <a:pt x="7317" y="5270"/>
                      <a:pt x="7439" y="5820"/>
                      <a:pt x="7577" y="6400"/>
                    </a:cubicBezTo>
                    <a:lnTo>
                      <a:pt x="7638" y="6675"/>
                    </a:lnTo>
                    <a:cubicBezTo>
                      <a:pt x="7760" y="7210"/>
                      <a:pt x="7882" y="7760"/>
                      <a:pt x="7989" y="8294"/>
                    </a:cubicBezTo>
                    <a:cubicBezTo>
                      <a:pt x="8005" y="8386"/>
                      <a:pt x="8020" y="8477"/>
                      <a:pt x="8050" y="8569"/>
                    </a:cubicBezTo>
                    <a:cubicBezTo>
                      <a:pt x="8173" y="9165"/>
                      <a:pt x="8264" y="9730"/>
                      <a:pt x="8341" y="10203"/>
                    </a:cubicBezTo>
                    <a:cubicBezTo>
                      <a:pt x="8356" y="10295"/>
                      <a:pt x="8371" y="10387"/>
                      <a:pt x="8386" y="10478"/>
                    </a:cubicBezTo>
                    <a:cubicBezTo>
                      <a:pt x="8402" y="10631"/>
                      <a:pt x="8417" y="10769"/>
                      <a:pt x="8432" y="10876"/>
                    </a:cubicBezTo>
                    <a:cubicBezTo>
                      <a:pt x="8448" y="11150"/>
                      <a:pt x="8448" y="11334"/>
                      <a:pt x="8417" y="114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601;p72">
                <a:extLst>
                  <a:ext uri="{FF2B5EF4-FFF2-40B4-BE49-F238E27FC236}">
                    <a16:creationId xmlns:a16="http://schemas.microsoft.com/office/drawing/2014/main" id="{0F2548B8-37C8-57B3-0417-22AFD194B61D}"/>
                  </a:ext>
                </a:extLst>
              </p:cNvPr>
              <p:cNvSpPr/>
              <p:nvPr/>
            </p:nvSpPr>
            <p:spPr>
              <a:xfrm>
                <a:off x="1625000" y="1441575"/>
                <a:ext cx="165000" cy="45850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1834" extrusionOk="0">
                    <a:moveTo>
                      <a:pt x="6584" y="0"/>
                    </a:moveTo>
                    <a:lnTo>
                      <a:pt x="93" y="1528"/>
                    </a:lnTo>
                    <a:cubicBezTo>
                      <a:pt x="77" y="1543"/>
                      <a:pt x="77" y="1558"/>
                      <a:pt x="62" y="1574"/>
                    </a:cubicBezTo>
                    <a:cubicBezTo>
                      <a:pt x="31" y="1604"/>
                      <a:pt x="16" y="1635"/>
                      <a:pt x="1" y="1665"/>
                    </a:cubicBezTo>
                    <a:cubicBezTo>
                      <a:pt x="1" y="1711"/>
                      <a:pt x="16" y="1742"/>
                      <a:pt x="16" y="1787"/>
                    </a:cubicBezTo>
                    <a:cubicBezTo>
                      <a:pt x="16" y="1803"/>
                      <a:pt x="31" y="1818"/>
                      <a:pt x="31" y="1833"/>
                    </a:cubicBezTo>
                    <a:lnTo>
                      <a:pt x="6599" y="291"/>
                    </a:lnTo>
                    <a:lnTo>
                      <a:pt x="65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602;p72">
                <a:extLst>
                  <a:ext uri="{FF2B5EF4-FFF2-40B4-BE49-F238E27FC236}">
                    <a16:creationId xmlns:a16="http://schemas.microsoft.com/office/drawing/2014/main" id="{87703BEE-4099-4F53-F1D7-923824D5D40A}"/>
                  </a:ext>
                </a:extLst>
              </p:cNvPr>
              <p:cNvSpPr/>
              <p:nvPr/>
            </p:nvSpPr>
            <p:spPr>
              <a:xfrm>
                <a:off x="1636475" y="1490075"/>
                <a:ext cx="1577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6309" h="1757" extrusionOk="0">
                    <a:moveTo>
                      <a:pt x="6278" y="0"/>
                    </a:moveTo>
                    <a:lnTo>
                      <a:pt x="0" y="1482"/>
                    </a:lnTo>
                    <a:cubicBezTo>
                      <a:pt x="15" y="1573"/>
                      <a:pt x="46" y="1665"/>
                      <a:pt x="77" y="1757"/>
                    </a:cubicBezTo>
                    <a:lnTo>
                      <a:pt x="6308" y="290"/>
                    </a:lnTo>
                    <a:lnTo>
                      <a:pt x="62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603;p72">
                <a:extLst>
                  <a:ext uri="{FF2B5EF4-FFF2-40B4-BE49-F238E27FC236}">
                    <a16:creationId xmlns:a16="http://schemas.microsoft.com/office/drawing/2014/main" id="{3473CCDC-4F94-6B08-E4CD-C904D288C19B}"/>
                  </a:ext>
                </a:extLst>
              </p:cNvPr>
              <p:cNvSpPr/>
              <p:nvPr/>
            </p:nvSpPr>
            <p:spPr>
              <a:xfrm>
                <a:off x="1651350" y="1537425"/>
                <a:ext cx="153550" cy="42775"/>
              </a:xfrm>
              <a:custGeom>
                <a:avLst/>
                <a:gdLst/>
                <a:ahLst/>
                <a:cxnLst/>
                <a:rect l="l" t="t" r="r" b="b"/>
                <a:pathLst>
                  <a:path w="6142" h="1711" extrusionOk="0">
                    <a:moveTo>
                      <a:pt x="6080" y="0"/>
                    </a:moveTo>
                    <a:lnTo>
                      <a:pt x="1" y="1436"/>
                    </a:lnTo>
                    <a:cubicBezTo>
                      <a:pt x="31" y="1528"/>
                      <a:pt x="62" y="1635"/>
                      <a:pt x="93" y="1711"/>
                    </a:cubicBezTo>
                    <a:lnTo>
                      <a:pt x="6141" y="290"/>
                    </a:lnTo>
                    <a:cubicBezTo>
                      <a:pt x="6126" y="199"/>
                      <a:pt x="6095" y="92"/>
                      <a:pt x="6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604;p72">
                <a:extLst>
                  <a:ext uri="{FF2B5EF4-FFF2-40B4-BE49-F238E27FC236}">
                    <a16:creationId xmlns:a16="http://schemas.microsoft.com/office/drawing/2014/main" id="{547B97F2-D095-D6F4-2C2A-F846865C0591}"/>
                  </a:ext>
                </a:extLst>
              </p:cNvPr>
              <p:cNvSpPr/>
              <p:nvPr/>
            </p:nvSpPr>
            <p:spPr>
              <a:xfrm>
                <a:off x="1665500" y="1584775"/>
                <a:ext cx="150475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1696" extrusionOk="0">
                    <a:moveTo>
                      <a:pt x="5957" y="0"/>
                    </a:moveTo>
                    <a:lnTo>
                      <a:pt x="0" y="1405"/>
                    </a:lnTo>
                    <a:cubicBezTo>
                      <a:pt x="15" y="1482"/>
                      <a:pt x="31" y="1573"/>
                      <a:pt x="31" y="1696"/>
                    </a:cubicBezTo>
                    <a:lnTo>
                      <a:pt x="6018" y="275"/>
                    </a:lnTo>
                    <a:cubicBezTo>
                      <a:pt x="6003" y="183"/>
                      <a:pt x="5972" y="92"/>
                      <a:pt x="5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605;p72">
                <a:extLst>
                  <a:ext uri="{FF2B5EF4-FFF2-40B4-BE49-F238E27FC236}">
                    <a16:creationId xmlns:a16="http://schemas.microsoft.com/office/drawing/2014/main" id="{8F01587A-7049-D722-88DB-7B1CA98798A1}"/>
                  </a:ext>
                </a:extLst>
              </p:cNvPr>
              <p:cNvSpPr/>
              <p:nvPr/>
            </p:nvSpPr>
            <p:spPr>
              <a:xfrm>
                <a:off x="1666250" y="1632125"/>
                <a:ext cx="1600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6401" h="1788" extrusionOk="0">
                    <a:moveTo>
                      <a:pt x="6339" y="0"/>
                    </a:moveTo>
                    <a:lnTo>
                      <a:pt x="1" y="1497"/>
                    </a:lnTo>
                    <a:cubicBezTo>
                      <a:pt x="1" y="1589"/>
                      <a:pt x="1" y="1696"/>
                      <a:pt x="1" y="1787"/>
                    </a:cubicBezTo>
                    <a:lnTo>
                      <a:pt x="6400" y="275"/>
                    </a:lnTo>
                    <a:cubicBezTo>
                      <a:pt x="6385" y="183"/>
                      <a:pt x="6355" y="92"/>
                      <a:pt x="6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606;p72">
                <a:extLst>
                  <a:ext uri="{FF2B5EF4-FFF2-40B4-BE49-F238E27FC236}">
                    <a16:creationId xmlns:a16="http://schemas.microsoft.com/office/drawing/2014/main" id="{C0A05C82-C5E2-F079-134A-553719760C89}"/>
                  </a:ext>
                </a:extLst>
              </p:cNvPr>
              <p:cNvSpPr/>
              <p:nvPr/>
            </p:nvSpPr>
            <p:spPr>
              <a:xfrm>
                <a:off x="1668925" y="1679475"/>
                <a:ext cx="165750" cy="45850"/>
              </a:xfrm>
              <a:custGeom>
                <a:avLst/>
                <a:gdLst/>
                <a:ahLst/>
                <a:cxnLst/>
                <a:rect l="l" t="t" r="r" b="b"/>
                <a:pathLst>
                  <a:path w="6630" h="1834" extrusionOk="0">
                    <a:moveTo>
                      <a:pt x="6584" y="0"/>
                    </a:moveTo>
                    <a:lnTo>
                      <a:pt x="0" y="1558"/>
                    </a:lnTo>
                    <a:cubicBezTo>
                      <a:pt x="16" y="1635"/>
                      <a:pt x="46" y="1696"/>
                      <a:pt x="77" y="1741"/>
                    </a:cubicBezTo>
                    <a:cubicBezTo>
                      <a:pt x="92" y="1772"/>
                      <a:pt x="107" y="1803"/>
                      <a:pt x="138" y="1833"/>
                    </a:cubicBezTo>
                    <a:lnTo>
                      <a:pt x="6629" y="290"/>
                    </a:lnTo>
                    <a:cubicBezTo>
                      <a:pt x="6614" y="214"/>
                      <a:pt x="6599" y="107"/>
                      <a:pt x="65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607;p72">
                <a:extLst>
                  <a:ext uri="{FF2B5EF4-FFF2-40B4-BE49-F238E27FC236}">
                    <a16:creationId xmlns:a16="http://schemas.microsoft.com/office/drawing/2014/main" id="{B92AFC42-B43C-9C14-1E22-3B1B1097B013}"/>
                  </a:ext>
                </a:extLst>
              </p:cNvPr>
              <p:cNvSpPr/>
              <p:nvPr/>
            </p:nvSpPr>
            <p:spPr>
              <a:xfrm>
                <a:off x="1659000" y="1425150"/>
                <a:ext cx="1088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4354" h="2235" extrusionOk="0">
                    <a:moveTo>
                      <a:pt x="2719" y="1"/>
                    </a:moveTo>
                    <a:cubicBezTo>
                      <a:pt x="2230" y="1"/>
                      <a:pt x="1696" y="31"/>
                      <a:pt x="1131" y="138"/>
                    </a:cubicBezTo>
                    <a:lnTo>
                      <a:pt x="611" y="428"/>
                    </a:lnTo>
                    <a:cubicBezTo>
                      <a:pt x="535" y="489"/>
                      <a:pt x="443" y="535"/>
                      <a:pt x="352" y="612"/>
                    </a:cubicBezTo>
                    <a:cubicBezTo>
                      <a:pt x="245" y="688"/>
                      <a:pt x="123" y="780"/>
                      <a:pt x="0" y="871"/>
                    </a:cubicBezTo>
                    <a:cubicBezTo>
                      <a:pt x="44" y="1312"/>
                      <a:pt x="329" y="2235"/>
                      <a:pt x="1822" y="2235"/>
                    </a:cubicBezTo>
                    <a:cubicBezTo>
                      <a:pt x="1880" y="2235"/>
                      <a:pt x="1940" y="2233"/>
                      <a:pt x="2001" y="2231"/>
                    </a:cubicBezTo>
                    <a:cubicBezTo>
                      <a:pt x="3376" y="2185"/>
                      <a:pt x="4048" y="993"/>
                      <a:pt x="4354" y="123"/>
                    </a:cubicBezTo>
                    <a:cubicBezTo>
                      <a:pt x="3941" y="62"/>
                      <a:pt x="3376" y="1"/>
                      <a:pt x="27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608;p72">
                <a:extLst>
                  <a:ext uri="{FF2B5EF4-FFF2-40B4-BE49-F238E27FC236}">
                    <a16:creationId xmlns:a16="http://schemas.microsoft.com/office/drawing/2014/main" id="{80CA1037-AFD7-9B68-E4DB-FA71AD0EDBD7}"/>
                  </a:ext>
                </a:extLst>
              </p:cNvPr>
              <p:cNvSpPr/>
              <p:nvPr/>
            </p:nvSpPr>
            <p:spPr>
              <a:xfrm>
                <a:off x="1617000" y="1359475"/>
                <a:ext cx="102725" cy="104650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4186" extrusionOk="0">
                    <a:moveTo>
                      <a:pt x="3681" y="3987"/>
                    </a:moveTo>
                    <a:cubicBezTo>
                      <a:pt x="3544" y="4109"/>
                      <a:pt x="3376" y="4186"/>
                      <a:pt x="3193" y="4140"/>
                    </a:cubicBezTo>
                    <a:cubicBezTo>
                      <a:pt x="2841" y="4079"/>
                      <a:pt x="2612" y="3850"/>
                      <a:pt x="2490" y="3651"/>
                    </a:cubicBezTo>
                    <a:cubicBezTo>
                      <a:pt x="2414" y="3529"/>
                      <a:pt x="2368" y="3422"/>
                      <a:pt x="2352" y="3391"/>
                    </a:cubicBezTo>
                    <a:cubicBezTo>
                      <a:pt x="2352" y="3391"/>
                      <a:pt x="2352" y="3391"/>
                      <a:pt x="2352" y="3391"/>
                    </a:cubicBezTo>
                    <a:cubicBezTo>
                      <a:pt x="2352" y="3391"/>
                      <a:pt x="2276" y="3437"/>
                      <a:pt x="2062" y="3391"/>
                    </a:cubicBezTo>
                    <a:cubicBezTo>
                      <a:pt x="2062" y="3391"/>
                      <a:pt x="2047" y="3391"/>
                      <a:pt x="2032" y="3391"/>
                    </a:cubicBezTo>
                    <a:cubicBezTo>
                      <a:pt x="2032" y="3391"/>
                      <a:pt x="2032" y="3391"/>
                      <a:pt x="2032" y="3391"/>
                    </a:cubicBezTo>
                    <a:cubicBezTo>
                      <a:pt x="1879" y="3361"/>
                      <a:pt x="1650" y="3284"/>
                      <a:pt x="1360" y="3116"/>
                    </a:cubicBezTo>
                    <a:cubicBezTo>
                      <a:pt x="932" y="2872"/>
                      <a:pt x="581" y="2505"/>
                      <a:pt x="321" y="2139"/>
                    </a:cubicBezTo>
                    <a:cubicBezTo>
                      <a:pt x="260" y="2062"/>
                      <a:pt x="214" y="1971"/>
                      <a:pt x="153" y="1894"/>
                    </a:cubicBezTo>
                    <a:cubicBezTo>
                      <a:pt x="107" y="1818"/>
                      <a:pt x="46" y="1726"/>
                      <a:pt x="0" y="1650"/>
                    </a:cubicBezTo>
                    <a:cubicBezTo>
                      <a:pt x="993" y="1543"/>
                      <a:pt x="1650" y="840"/>
                      <a:pt x="1940" y="0"/>
                    </a:cubicBezTo>
                    <a:cubicBezTo>
                      <a:pt x="1940" y="0"/>
                      <a:pt x="2475" y="902"/>
                      <a:pt x="2597" y="902"/>
                    </a:cubicBezTo>
                    <a:cubicBezTo>
                      <a:pt x="2719" y="902"/>
                      <a:pt x="2826" y="62"/>
                      <a:pt x="3177" y="46"/>
                    </a:cubicBezTo>
                    <a:cubicBezTo>
                      <a:pt x="3238" y="46"/>
                      <a:pt x="3299" y="62"/>
                      <a:pt x="3345" y="77"/>
                    </a:cubicBezTo>
                    <a:cubicBezTo>
                      <a:pt x="3544" y="214"/>
                      <a:pt x="3544" y="672"/>
                      <a:pt x="3376" y="1146"/>
                    </a:cubicBezTo>
                    <a:cubicBezTo>
                      <a:pt x="3269" y="1451"/>
                      <a:pt x="3712" y="1711"/>
                      <a:pt x="3803" y="1726"/>
                    </a:cubicBezTo>
                    <a:cubicBezTo>
                      <a:pt x="3819" y="1742"/>
                      <a:pt x="3819" y="1726"/>
                      <a:pt x="3834" y="1711"/>
                    </a:cubicBezTo>
                    <a:cubicBezTo>
                      <a:pt x="3865" y="2032"/>
                      <a:pt x="3910" y="2383"/>
                      <a:pt x="3971" y="2643"/>
                    </a:cubicBezTo>
                    <a:cubicBezTo>
                      <a:pt x="3987" y="2780"/>
                      <a:pt x="4017" y="2887"/>
                      <a:pt x="4033" y="2948"/>
                    </a:cubicBezTo>
                    <a:cubicBezTo>
                      <a:pt x="4109" y="3162"/>
                      <a:pt x="3971" y="3712"/>
                      <a:pt x="3681" y="3987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609;p72">
                <a:extLst>
                  <a:ext uri="{FF2B5EF4-FFF2-40B4-BE49-F238E27FC236}">
                    <a16:creationId xmlns:a16="http://schemas.microsoft.com/office/drawing/2014/main" id="{61342E58-C6AC-2C46-06CD-3F3DC4B4783C}"/>
                  </a:ext>
                </a:extLst>
              </p:cNvPr>
              <p:cNvSpPr/>
              <p:nvPr/>
            </p:nvSpPr>
            <p:spPr>
              <a:xfrm>
                <a:off x="1614700" y="1375125"/>
                <a:ext cx="29425" cy="24850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994" extrusionOk="0">
                    <a:moveTo>
                      <a:pt x="1177" y="1"/>
                    </a:moveTo>
                    <a:cubicBezTo>
                      <a:pt x="1146" y="46"/>
                      <a:pt x="627" y="551"/>
                      <a:pt x="1" y="841"/>
                    </a:cubicBezTo>
                    <a:cubicBezTo>
                      <a:pt x="31" y="887"/>
                      <a:pt x="46" y="932"/>
                      <a:pt x="92" y="993"/>
                    </a:cubicBezTo>
                    <a:cubicBezTo>
                      <a:pt x="841" y="688"/>
                      <a:pt x="1161" y="46"/>
                      <a:pt x="1177" y="1"/>
                    </a:cubicBezTo>
                    <a:close/>
                  </a:path>
                </a:pathLst>
              </a:custGeom>
              <a:solidFill>
                <a:srgbClr val="FFB7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610;p72">
                <a:extLst>
                  <a:ext uri="{FF2B5EF4-FFF2-40B4-BE49-F238E27FC236}">
                    <a16:creationId xmlns:a16="http://schemas.microsoft.com/office/drawing/2014/main" id="{37EAED81-0329-1443-77AE-073900A7E3AF}"/>
                  </a:ext>
                </a:extLst>
              </p:cNvPr>
              <p:cNvSpPr/>
              <p:nvPr/>
            </p:nvSpPr>
            <p:spPr>
              <a:xfrm>
                <a:off x="1568500" y="1265925"/>
                <a:ext cx="164225" cy="136725"/>
              </a:xfrm>
              <a:custGeom>
                <a:avLst/>
                <a:gdLst/>
                <a:ahLst/>
                <a:cxnLst/>
                <a:rect l="l" t="t" r="r" b="b"/>
                <a:pathLst>
                  <a:path w="6569" h="5469" extrusionOk="0">
                    <a:moveTo>
                      <a:pt x="6492" y="3513"/>
                    </a:moveTo>
                    <a:cubicBezTo>
                      <a:pt x="6339" y="4460"/>
                      <a:pt x="5896" y="5331"/>
                      <a:pt x="5774" y="5453"/>
                    </a:cubicBezTo>
                    <a:cubicBezTo>
                      <a:pt x="5759" y="5468"/>
                      <a:pt x="5759" y="5468"/>
                      <a:pt x="5759" y="5468"/>
                    </a:cubicBezTo>
                    <a:cubicBezTo>
                      <a:pt x="5652" y="5453"/>
                      <a:pt x="5209" y="5193"/>
                      <a:pt x="5316" y="4888"/>
                    </a:cubicBezTo>
                    <a:cubicBezTo>
                      <a:pt x="5530" y="4323"/>
                      <a:pt x="5484" y="3773"/>
                      <a:pt x="5117" y="3788"/>
                    </a:cubicBezTo>
                    <a:cubicBezTo>
                      <a:pt x="4766" y="3788"/>
                      <a:pt x="4659" y="4644"/>
                      <a:pt x="4552" y="4644"/>
                    </a:cubicBezTo>
                    <a:cubicBezTo>
                      <a:pt x="4430" y="4644"/>
                      <a:pt x="3880" y="3742"/>
                      <a:pt x="3880" y="3742"/>
                    </a:cubicBezTo>
                    <a:cubicBezTo>
                      <a:pt x="3590" y="4582"/>
                      <a:pt x="2933" y="5285"/>
                      <a:pt x="1955" y="5392"/>
                    </a:cubicBezTo>
                    <a:cubicBezTo>
                      <a:pt x="1910" y="5392"/>
                      <a:pt x="1879" y="5392"/>
                      <a:pt x="1849" y="5392"/>
                    </a:cubicBezTo>
                    <a:cubicBezTo>
                      <a:pt x="1879" y="5392"/>
                      <a:pt x="1910" y="5377"/>
                      <a:pt x="1940" y="5361"/>
                    </a:cubicBezTo>
                    <a:cubicBezTo>
                      <a:pt x="2689" y="5056"/>
                      <a:pt x="3009" y="4414"/>
                      <a:pt x="3025" y="4369"/>
                    </a:cubicBezTo>
                    <a:cubicBezTo>
                      <a:pt x="2994" y="4414"/>
                      <a:pt x="2475" y="4919"/>
                      <a:pt x="1849" y="5209"/>
                    </a:cubicBezTo>
                    <a:cubicBezTo>
                      <a:pt x="1558" y="5346"/>
                      <a:pt x="1222" y="5423"/>
                      <a:pt x="932" y="5392"/>
                    </a:cubicBezTo>
                    <a:cubicBezTo>
                      <a:pt x="902" y="5361"/>
                      <a:pt x="886" y="5331"/>
                      <a:pt x="871" y="5300"/>
                    </a:cubicBezTo>
                    <a:cubicBezTo>
                      <a:pt x="0" y="4002"/>
                      <a:pt x="627" y="1299"/>
                      <a:pt x="1833" y="779"/>
                    </a:cubicBezTo>
                    <a:cubicBezTo>
                      <a:pt x="1833" y="779"/>
                      <a:pt x="1528" y="688"/>
                      <a:pt x="1146" y="413"/>
                    </a:cubicBezTo>
                    <a:cubicBezTo>
                      <a:pt x="1681" y="520"/>
                      <a:pt x="3070" y="46"/>
                      <a:pt x="3544" y="107"/>
                    </a:cubicBezTo>
                    <a:cubicBezTo>
                      <a:pt x="4033" y="168"/>
                      <a:pt x="4186" y="550"/>
                      <a:pt x="4186" y="550"/>
                    </a:cubicBezTo>
                    <a:cubicBezTo>
                      <a:pt x="4186" y="550"/>
                      <a:pt x="4781" y="0"/>
                      <a:pt x="5469" y="229"/>
                    </a:cubicBezTo>
                    <a:cubicBezTo>
                      <a:pt x="5133" y="229"/>
                      <a:pt x="4888" y="626"/>
                      <a:pt x="4888" y="626"/>
                    </a:cubicBezTo>
                    <a:cubicBezTo>
                      <a:pt x="4888" y="626"/>
                      <a:pt x="6171" y="917"/>
                      <a:pt x="6492" y="2291"/>
                    </a:cubicBezTo>
                    <a:cubicBezTo>
                      <a:pt x="6568" y="2673"/>
                      <a:pt x="6568" y="3101"/>
                      <a:pt x="6492" y="3513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611;p72">
                <a:extLst>
                  <a:ext uri="{FF2B5EF4-FFF2-40B4-BE49-F238E27FC236}">
                    <a16:creationId xmlns:a16="http://schemas.microsoft.com/office/drawing/2014/main" id="{85FDC415-2307-6277-1004-985BCD099A17}"/>
                  </a:ext>
                </a:extLst>
              </p:cNvPr>
              <p:cNvSpPr/>
              <p:nvPr/>
            </p:nvSpPr>
            <p:spPr>
              <a:xfrm>
                <a:off x="1675800" y="1422850"/>
                <a:ext cx="3325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619" extrusionOk="0">
                    <a:moveTo>
                      <a:pt x="810" y="1"/>
                    </a:moveTo>
                    <a:cubicBezTo>
                      <a:pt x="566" y="612"/>
                      <a:pt x="245" y="810"/>
                      <a:pt x="0" y="856"/>
                    </a:cubicBezTo>
                    <a:cubicBezTo>
                      <a:pt x="16" y="887"/>
                      <a:pt x="62" y="994"/>
                      <a:pt x="138" y="1116"/>
                    </a:cubicBezTo>
                    <a:cubicBezTo>
                      <a:pt x="260" y="1315"/>
                      <a:pt x="489" y="1544"/>
                      <a:pt x="841" y="1605"/>
                    </a:cubicBezTo>
                    <a:cubicBezTo>
                      <a:pt x="877" y="1614"/>
                      <a:pt x="913" y="1618"/>
                      <a:pt x="949" y="1618"/>
                    </a:cubicBezTo>
                    <a:cubicBezTo>
                      <a:pt x="1090" y="1618"/>
                      <a:pt x="1219" y="1550"/>
                      <a:pt x="1329" y="1452"/>
                    </a:cubicBezTo>
                    <a:cubicBezTo>
                      <a:pt x="993" y="1192"/>
                      <a:pt x="1039" y="169"/>
                      <a:pt x="810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612;p72">
                <a:extLst>
                  <a:ext uri="{FF2B5EF4-FFF2-40B4-BE49-F238E27FC236}">
                    <a16:creationId xmlns:a16="http://schemas.microsoft.com/office/drawing/2014/main" id="{C508649C-263B-6AAE-A8B5-0EEF7E4C1BF1}"/>
                  </a:ext>
                </a:extLst>
              </p:cNvPr>
              <p:cNvSpPr/>
              <p:nvPr/>
            </p:nvSpPr>
            <p:spPr>
              <a:xfrm>
                <a:off x="1614700" y="1375125"/>
                <a:ext cx="29425" cy="24850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994" extrusionOk="0">
                    <a:moveTo>
                      <a:pt x="1177" y="1"/>
                    </a:moveTo>
                    <a:cubicBezTo>
                      <a:pt x="1146" y="46"/>
                      <a:pt x="627" y="551"/>
                      <a:pt x="1" y="841"/>
                    </a:cubicBezTo>
                    <a:cubicBezTo>
                      <a:pt x="31" y="887"/>
                      <a:pt x="62" y="932"/>
                      <a:pt x="92" y="993"/>
                    </a:cubicBezTo>
                    <a:cubicBezTo>
                      <a:pt x="841" y="703"/>
                      <a:pt x="1161" y="46"/>
                      <a:pt x="1177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613;p72">
                <a:extLst>
                  <a:ext uri="{FF2B5EF4-FFF2-40B4-BE49-F238E27FC236}">
                    <a16:creationId xmlns:a16="http://schemas.microsoft.com/office/drawing/2014/main" id="{8B6172BE-DC1B-D06C-A0BE-87A5BF19E69A}"/>
                  </a:ext>
                </a:extLst>
              </p:cNvPr>
              <p:cNvSpPr/>
              <p:nvPr/>
            </p:nvSpPr>
            <p:spPr>
              <a:xfrm>
                <a:off x="1617000" y="1359475"/>
                <a:ext cx="83650" cy="47375"/>
              </a:xfrm>
              <a:custGeom>
                <a:avLst/>
                <a:gdLst/>
                <a:ahLst/>
                <a:cxnLst/>
                <a:rect l="l" t="t" r="r" b="b"/>
                <a:pathLst>
                  <a:path w="3346" h="1895" extrusionOk="0">
                    <a:moveTo>
                      <a:pt x="1940" y="0"/>
                    </a:moveTo>
                    <a:cubicBezTo>
                      <a:pt x="1650" y="840"/>
                      <a:pt x="993" y="1543"/>
                      <a:pt x="0" y="1650"/>
                    </a:cubicBezTo>
                    <a:cubicBezTo>
                      <a:pt x="46" y="1726"/>
                      <a:pt x="107" y="1818"/>
                      <a:pt x="153" y="1894"/>
                    </a:cubicBezTo>
                    <a:cubicBezTo>
                      <a:pt x="458" y="1879"/>
                      <a:pt x="825" y="1803"/>
                      <a:pt x="1146" y="1619"/>
                    </a:cubicBezTo>
                    <a:cubicBezTo>
                      <a:pt x="1879" y="1207"/>
                      <a:pt x="2123" y="734"/>
                      <a:pt x="2123" y="734"/>
                    </a:cubicBezTo>
                    <a:cubicBezTo>
                      <a:pt x="2123" y="734"/>
                      <a:pt x="2288" y="1242"/>
                      <a:pt x="2631" y="1242"/>
                    </a:cubicBezTo>
                    <a:cubicBezTo>
                      <a:pt x="2650" y="1242"/>
                      <a:pt x="2669" y="1241"/>
                      <a:pt x="2688" y="1238"/>
                    </a:cubicBezTo>
                    <a:cubicBezTo>
                      <a:pt x="3009" y="1192"/>
                      <a:pt x="2765" y="275"/>
                      <a:pt x="3345" y="77"/>
                    </a:cubicBezTo>
                    <a:cubicBezTo>
                      <a:pt x="3312" y="54"/>
                      <a:pt x="3270" y="40"/>
                      <a:pt x="3226" y="40"/>
                    </a:cubicBezTo>
                    <a:cubicBezTo>
                      <a:pt x="3210" y="40"/>
                      <a:pt x="3194" y="42"/>
                      <a:pt x="3177" y="46"/>
                    </a:cubicBezTo>
                    <a:cubicBezTo>
                      <a:pt x="2826" y="46"/>
                      <a:pt x="2719" y="902"/>
                      <a:pt x="2597" y="902"/>
                    </a:cubicBezTo>
                    <a:cubicBezTo>
                      <a:pt x="2475" y="902"/>
                      <a:pt x="1940" y="0"/>
                      <a:pt x="1940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614;p72">
                <a:extLst>
                  <a:ext uri="{FF2B5EF4-FFF2-40B4-BE49-F238E27FC236}">
                    <a16:creationId xmlns:a16="http://schemas.microsoft.com/office/drawing/2014/main" id="{ECF7F84F-DC21-D6A6-800F-B4D055FC8118}"/>
                  </a:ext>
                </a:extLst>
              </p:cNvPr>
              <p:cNvSpPr/>
              <p:nvPr/>
            </p:nvSpPr>
            <p:spPr>
              <a:xfrm>
                <a:off x="1625000" y="1412850"/>
                <a:ext cx="71050" cy="31925"/>
              </a:xfrm>
              <a:custGeom>
                <a:avLst/>
                <a:gdLst/>
                <a:ahLst/>
                <a:cxnLst/>
                <a:rect l="l" t="t" r="r" b="b"/>
                <a:pathLst>
                  <a:path w="2842" h="1277" extrusionOk="0">
                    <a:moveTo>
                      <a:pt x="39" y="0"/>
                    </a:moveTo>
                    <a:cubicBezTo>
                      <a:pt x="26" y="0"/>
                      <a:pt x="13" y="1"/>
                      <a:pt x="1" y="4"/>
                    </a:cubicBezTo>
                    <a:cubicBezTo>
                      <a:pt x="261" y="355"/>
                      <a:pt x="612" y="737"/>
                      <a:pt x="1040" y="981"/>
                    </a:cubicBezTo>
                    <a:cubicBezTo>
                      <a:pt x="1345" y="1149"/>
                      <a:pt x="1559" y="1226"/>
                      <a:pt x="1712" y="1256"/>
                    </a:cubicBezTo>
                    <a:lnTo>
                      <a:pt x="1727" y="1256"/>
                    </a:lnTo>
                    <a:cubicBezTo>
                      <a:pt x="1803" y="1272"/>
                      <a:pt x="1863" y="1277"/>
                      <a:pt x="1908" y="1277"/>
                    </a:cubicBezTo>
                    <a:cubicBezTo>
                      <a:pt x="1998" y="1277"/>
                      <a:pt x="2032" y="1256"/>
                      <a:pt x="2032" y="1256"/>
                    </a:cubicBezTo>
                    <a:lnTo>
                      <a:pt x="2048" y="1256"/>
                    </a:lnTo>
                    <a:cubicBezTo>
                      <a:pt x="2277" y="1210"/>
                      <a:pt x="2598" y="1012"/>
                      <a:pt x="2842" y="401"/>
                    </a:cubicBezTo>
                    <a:lnTo>
                      <a:pt x="2842" y="401"/>
                    </a:lnTo>
                    <a:cubicBezTo>
                      <a:pt x="2694" y="629"/>
                      <a:pt x="2335" y="1069"/>
                      <a:pt x="1794" y="1069"/>
                    </a:cubicBezTo>
                    <a:cubicBezTo>
                      <a:pt x="1719" y="1069"/>
                      <a:pt x="1641" y="1061"/>
                      <a:pt x="1559" y="1042"/>
                    </a:cubicBezTo>
                    <a:cubicBezTo>
                      <a:pt x="887" y="890"/>
                      <a:pt x="612" y="355"/>
                      <a:pt x="306" y="126"/>
                    </a:cubicBezTo>
                    <a:cubicBezTo>
                      <a:pt x="204" y="36"/>
                      <a:pt x="112" y="0"/>
                      <a:pt x="39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615;p72">
                <a:extLst>
                  <a:ext uri="{FF2B5EF4-FFF2-40B4-BE49-F238E27FC236}">
                    <a16:creationId xmlns:a16="http://schemas.microsoft.com/office/drawing/2014/main" id="{01405A53-E360-7353-0E09-356951E86EA5}"/>
                  </a:ext>
                </a:extLst>
              </p:cNvPr>
              <p:cNvSpPr/>
              <p:nvPr/>
            </p:nvSpPr>
            <p:spPr>
              <a:xfrm>
                <a:off x="1693750" y="1370175"/>
                <a:ext cx="107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79" extrusionOk="0">
                    <a:moveTo>
                      <a:pt x="123" y="0"/>
                    </a:moveTo>
                    <a:cubicBezTo>
                      <a:pt x="122" y="0"/>
                      <a:pt x="0" y="336"/>
                      <a:pt x="46" y="458"/>
                    </a:cubicBezTo>
                    <a:cubicBezTo>
                      <a:pt x="54" y="472"/>
                      <a:pt x="67" y="479"/>
                      <a:pt x="84" y="479"/>
                    </a:cubicBezTo>
                    <a:cubicBezTo>
                      <a:pt x="191" y="479"/>
                      <a:pt x="428" y="199"/>
                      <a:pt x="123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1616;p72">
                <a:extLst>
                  <a:ext uri="{FF2B5EF4-FFF2-40B4-BE49-F238E27FC236}">
                    <a16:creationId xmlns:a16="http://schemas.microsoft.com/office/drawing/2014/main" id="{EDCC3399-665C-39CA-42C7-9FED91D6BFC9}"/>
                  </a:ext>
                </a:extLst>
              </p:cNvPr>
              <p:cNvSpPr/>
              <p:nvPr/>
            </p:nvSpPr>
            <p:spPr>
              <a:xfrm>
                <a:off x="1590250" y="1322050"/>
                <a:ext cx="140550" cy="80600"/>
              </a:xfrm>
              <a:custGeom>
                <a:avLst/>
                <a:gdLst/>
                <a:ahLst/>
                <a:cxnLst/>
                <a:rect l="l" t="t" r="r" b="b"/>
                <a:pathLst>
                  <a:path w="5622" h="3224" extrusionOk="0">
                    <a:moveTo>
                      <a:pt x="2811" y="1"/>
                    </a:moveTo>
                    <a:lnTo>
                      <a:pt x="2811" y="1"/>
                    </a:lnTo>
                    <a:cubicBezTo>
                      <a:pt x="2873" y="688"/>
                      <a:pt x="2567" y="1497"/>
                      <a:pt x="2567" y="1497"/>
                    </a:cubicBezTo>
                    <a:cubicBezTo>
                      <a:pt x="2567" y="1497"/>
                      <a:pt x="2628" y="718"/>
                      <a:pt x="2307" y="107"/>
                    </a:cubicBezTo>
                    <a:lnTo>
                      <a:pt x="2307" y="107"/>
                    </a:lnTo>
                    <a:cubicBezTo>
                      <a:pt x="2338" y="1345"/>
                      <a:pt x="658" y="2597"/>
                      <a:pt x="1" y="3055"/>
                    </a:cubicBezTo>
                    <a:cubicBezTo>
                      <a:pt x="16" y="3086"/>
                      <a:pt x="32" y="3116"/>
                      <a:pt x="62" y="3147"/>
                    </a:cubicBezTo>
                    <a:cubicBezTo>
                      <a:pt x="105" y="3152"/>
                      <a:pt x="149" y="3154"/>
                      <a:pt x="193" y="3154"/>
                    </a:cubicBezTo>
                    <a:cubicBezTo>
                      <a:pt x="450" y="3154"/>
                      <a:pt x="731" y="3081"/>
                      <a:pt x="979" y="2964"/>
                    </a:cubicBezTo>
                    <a:cubicBezTo>
                      <a:pt x="1605" y="2674"/>
                      <a:pt x="2124" y="2169"/>
                      <a:pt x="2155" y="2124"/>
                    </a:cubicBezTo>
                    <a:lnTo>
                      <a:pt x="2155" y="2124"/>
                    </a:lnTo>
                    <a:cubicBezTo>
                      <a:pt x="2139" y="2169"/>
                      <a:pt x="1819" y="2811"/>
                      <a:pt x="1070" y="3116"/>
                    </a:cubicBezTo>
                    <a:cubicBezTo>
                      <a:pt x="1040" y="3132"/>
                      <a:pt x="1009" y="3147"/>
                      <a:pt x="979" y="3147"/>
                    </a:cubicBezTo>
                    <a:lnTo>
                      <a:pt x="1085" y="3147"/>
                    </a:lnTo>
                    <a:cubicBezTo>
                      <a:pt x="2063" y="3040"/>
                      <a:pt x="2720" y="2337"/>
                      <a:pt x="3010" y="1497"/>
                    </a:cubicBezTo>
                    <a:cubicBezTo>
                      <a:pt x="3010" y="1497"/>
                      <a:pt x="3560" y="2399"/>
                      <a:pt x="3682" y="2399"/>
                    </a:cubicBezTo>
                    <a:cubicBezTo>
                      <a:pt x="3789" y="2399"/>
                      <a:pt x="3896" y="1543"/>
                      <a:pt x="4247" y="1543"/>
                    </a:cubicBezTo>
                    <a:cubicBezTo>
                      <a:pt x="4252" y="1543"/>
                      <a:pt x="4257" y="1543"/>
                      <a:pt x="4262" y="1543"/>
                    </a:cubicBezTo>
                    <a:cubicBezTo>
                      <a:pt x="4615" y="1543"/>
                      <a:pt x="4657" y="2086"/>
                      <a:pt x="4446" y="2643"/>
                    </a:cubicBezTo>
                    <a:cubicBezTo>
                      <a:pt x="4339" y="2948"/>
                      <a:pt x="4782" y="3208"/>
                      <a:pt x="4889" y="3223"/>
                    </a:cubicBezTo>
                    <a:cubicBezTo>
                      <a:pt x="4889" y="3223"/>
                      <a:pt x="4889" y="3223"/>
                      <a:pt x="4904" y="3208"/>
                    </a:cubicBezTo>
                    <a:cubicBezTo>
                      <a:pt x="5026" y="3086"/>
                      <a:pt x="5469" y="2215"/>
                      <a:pt x="5622" y="1268"/>
                    </a:cubicBezTo>
                    <a:cubicBezTo>
                      <a:pt x="5484" y="825"/>
                      <a:pt x="5301" y="459"/>
                      <a:pt x="5103" y="337"/>
                    </a:cubicBezTo>
                    <a:lnTo>
                      <a:pt x="5103" y="337"/>
                    </a:lnTo>
                    <a:cubicBezTo>
                      <a:pt x="5408" y="1085"/>
                      <a:pt x="5133" y="1497"/>
                      <a:pt x="5133" y="1497"/>
                    </a:cubicBezTo>
                    <a:cubicBezTo>
                      <a:pt x="5133" y="1497"/>
                      <a:pt x="5092" y="463"/>
                      <a:pt x="4419" y="463"/>
                    </a:cubicBezTo>
                    <a:cubicBezTo>
                      <a:pt x="4380" y="463"/>
                      <a:pt x="4337" y="466"/>
                      <a:pt x="4293" y="474"/>
                    </a:cubicBezTo>
                    <a:cubicBezTo>
                      <a:pt x="3499" y="596"/>
                      <a:pt x="3438" y="1284"/>
                      <a:pt x="3438" y="1284"/>
                    </a:cubicBezTo>
                    <a:cubicBezTo>
                      <a:pt x="3438" y="1284"/>
                      <a:pt x="3300" y="688"/>
                      <a:pt x="2811" y="1"/>
                    </a:cubicBezTo>
                    <a:close/>
                  </a:path>
                </a:pathLst>
              </a:cu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1617;p72">
                <a:extLst>
                  <a:ext uri="{FF2B5EF4-FFF2-40B4-BE49-F238E27FC236}">
                    <a16:creationId xmlns:a16="http://schemas.microsoft.com/office/drawing/2014/main" id="{BFE78CD6-A791-FF25-F390-8D407E89FD7D}"/>
                  </a:ext>
                </a:extLst>
              </p:cNvPr>
              <p:cNvSpPr/>
              <p:nvPr/>
            </p:nvSpPr>
            <p:spPr>
              <a:xfrm>
                <a:off x="1668925" y="1425150"/>
                <a:ext cx="58825" cy="48425"/>
              </a:xfrm>
              <a:custGeom>
                <a:avLst/>
                <a:gdLst/>
                <a:ahLst/>
                <a:cxnLst/>
                <a:rect l="l" t="t" r="r" b="b"/>
                <a:pathLst>
                  <a:path w="2353" h="1937" extrusionOk="0">
                    <a:moveTo>
                      <a:pt x="2322" y="1"/>
                    </a:moveTo>
                    <a:cubicBezTo>
                      <a:pt x="2185" y="1"/>
                      <a:pt x="2047" y="1"/>
                      <a:pt x="1894" y="16"/>
                    </a:cubicBezTo>
                    <a:cubicBezTo>
                      <a:pt x="1925" y="153"/>
                      <a:pt x="1940" y="260"/>
                      <a:pt x="1971" y="321"/>
                    </a:cubicBezTo>
                    <a:cubicBezTo>
                      <a:pt x="2032" y="535"/>
                      <a:pt x="1894" y="1070"/>
                      <a:pt x="1604" y="1360"/>
                    </a:cubicBezTo>
                    <a:cubicBezTo>
                      <a:pt x="1494" y="1458"/>
                      <a:pt x="1365" y="1526"/>
                      <a:pt x="1224" y="1526"/>
                    </a:cubicBezTo>
                    <a:cubicBezTo>
                      <a:pt x="1188" y="1526"/>
                      <a:pt x="1152" y="1522"/>
                      <a:pt x="1116" y="1513"/>
                    </a:cubicBezTo>
                    <a:cubicBezTo>
                      <a:pt x="764" y="1452"/>
                      <a:pt x="535" y="1223"/>
                      <a:pt x="413" y="1024"/>
                    </a:cubicBezTo>
                    <a:cubicBezTo>
                      <a:pt x="337" y="902"/>
                      <a:pt x="291" y="810"/>
                      <a:pt x="291" y="764"/>
                    </a:cubicBezTo>
                    <a:lnTo>
                      <a:pt x="275" y="764"/>
                    </a:lnTo>
                    <a:cubicBezTo>
                      <a:pt x="275" y="764"/>
                      <a:pt x="241" y="785"/>
                      <a:pt x="160" y="785"/>
                    </a:cubicBezTo>
                    <a:cubicBezTo>
                      <a:pt x="119" y="785"/>
                      <a:pt x="67" y="780"/>
                      <a:pt x="0" y="764"/>
                    </a:cubicBezTo>
                    <a:lnTo>
                      <a:pt x="0" y="764"/>
                    </a:lnTo>
                    <a:cubicBezTo>
                      <a:pt x="87" y="1094"/>
                      <a:pt x="361" y="1936"/>
                      <a:pt x="1217" y="1936"/>
                    </a:cubicBezTo>
                    <a:cubicBezTo>
                      <a:pt x="1272" y="1936"/>
                      <a:pt x="1330" y="1933"/>
                      <a:pt x="1390" y="1925"/>
                    </a:cubicBezTo>
                    <a:cubicBezTo>
                      <a:pt x="2246" y="1818"/>
                      <a:pt x="2353" y="764"/>
                      <a:pt x="2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1618;p72">
                <a:extLst>
                  <a:ext uri="{FF2B5EF4-FFF2-40B4-BE49-F238E27FC236}">
                    <a16:creationId xmlns:a16="http://schemas.microsoft.com/office/drawing/2014/main" id="{1BD29861-7513-2E07-F465-CD85E31FE30F}"/>
                  </a:ext>
                </a:extLst>
              </p:cNvPr>
              <p:cNvSpPr/>
              <p:nvPr/>
            </p:nvSpPr>
            <p:spPr>
              <a:xfrm>
                <a:off x="1636850" y="1529400"/>
                <a:ext cx="31725" cy="11992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4797" extrusionOk="0">
                    <a:moveTo>
                      <a:pt x="0" y="0"/>
                    </a:moveTo>
                    <a:cubicBezTo>
                      <a:pt x="62" y="275"/>
                      <a:pt x="92" y="734"/>
                      <a:pt x="92" y="1039"/>
                    </a:cubicBezTo>
                    <a:cubicBezTo>
                      <a:pt x="77" y="1803"/>
                      <a:pt x="77" y="2414"/>
                      <a:pt x="0" y="2734"/>
                    </a:cubicBezTo>
                    <a:cubicBezTo>
                      <a:pt x="392" y="2858"/>
                      <a:pt x="719" y="2874"/>
                      <a:pt x="865" y="2874"/>
                    </a:cubicBezTo>
                    <a:cubicBezTo>
                      <a:pt x="918" y="2874"/>
                      <a:pt x="947" y="2872"/>
                      <a:pt x="947" y="2872"/>
                    </a:cubicBezTo>
                    <a:cubicBezTo>
                      <a:pt x="1039" y="3162"/>
                      <a:pt x="1100" y="3391"/>
                      <a:pt x="1131" y="3529"/>
                    </a:cubicBezTo>
                    <a:cubicBezTo>
                      <a:pt x="1192" y="3788"/>
                      <a:pt x="1192" y="4262"/>
                      <a:pt x="1192" y="4797"/>
                    </a:cubicBezTo>
                    <a:cubicBezTo>
                      <a:pt x="1268" y="4338"/>
                      <a:pt x="1192" y="3529"/>
                      <a:pt x="1024" y="2612"/>
                    </a:cubicBezTo>
                    <a:cubicBezTo>
                      <a:pt x="841" y="1757"/>
                      <a:pt x="367" y="82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1619;p72">
                <a:extLst>
                  <a:ext uri="{FF2B5EF4-FFF2-40B4-BE49-F238E27FC236}">
                    <a16:creationId xmlns:a16="http://schemas.microsoft.com/office/drawing/2014/main" id="{6D194CAC-63CE-677D-44D0-A4D8FF54001D}"/>
                  </a:ext>
                </a:extLst>
              </p:cNvPr>
              <p:cNvSpPr/>
              <p:nvPr/>
            </p:nvSpPr>
            <p:spPr>
              <a:xfrm>
                <a:off x="1758650" y="1433175"/>
                <a:ext cx="77550" cy="12107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4843" extrusionOk="0">
                    <a:moveTo>
                      <a:pt x="3102" y="3758"/>
                    </a:moveTo>
                    <a:cubicBezTo>
                      <a:pt x="3102" y="3788"/>
                      <a:pt x="3086" y="3819"/>
                      <a:pt x="3071" y="3849"/>
                    </a:cubicBezTo>
                    <a:cubicBezTo>
                      <a:pt x="3010" y="4002"/>
                      <a:pt x="2796" y="4140"/>
                      <a:pt x="2521" y="4277"/>
                    </a:cubicBezTo>
                    <a:cubicBezTo>
                      <a:pt x="2063" y="4521"/>
                      <a:pt x="1437" y="4720"/>
                      <a:pt x="1162" y="4812"/>
                    </a:cubicBezTo>
                    <a:cubicBezTo>
                      <a:pt x="1070" y="4827"/>
                      <a:pt x="1024" y="4842"/>
                      <a:pt x="1024" y="4842"/>
                    </a:cubicBezTo>
                    <a:cubicBezTo>
                      <a:pt x="1024" y="4842"/>
                      <a:pt x="230" y="3300"/>
                      <a:pt x="93" y="1940"/>
                    </a:cubicBezTo>
                    <a:cubicBezTo>
                      <a:pt x="1" y="1085"/>
                      <a:pt x="184" y="306"/>
                      <a:pt x="978" y="46"/>
                    </a:cubicBezTo>
                    <a:cubicBezTo>
                      <a:pt x="1040" y="31"/>
                      <a:pt x="1131" y="16"/>
                      <a:pt x="1208" y="0"/>
                    </a:cubicBezTo>
                    <a:cubicBezTo>
                      <a:pt x="1208" y="0"/>
                      <a:pt x="2307" y="611"/>
                      <a:pt x="3071" y="3620"/>
                    </a:cubicBezTo>
                    <a:cubicBezTo>
                      <a:pt x="3071" y="3666"/>
                      <a:pt x="3086" y="3712"/>
                      <a:pt x="3102" y="375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1620;p72">
                <a:extLst>
                  <a:ext uri="{FF2B5EF4-FFF2-40B4-BE49-F238E27FC236}">
                    <a16:creationId xmlns:a16="http://schemas.microsoft.com/office/drawing/2014/main" id="{6197346F-ABDF-CFC3-6FB8-38B0E9989CF8}"/>
                  </a:ext>
                </a:extLst>
              </p:cNvPr>
              <p:cNvSpPr/>
              <p:nvPr/>
            </p:nvSpPr>
            <p:spPr>
              <a:xfrm>
                <a:off x="1621950" y="1529400"/>
                <a:ext cx="237175" cy="201250"/>
              </a:xfrm>
              <a:custGeom>
                <a:avLst/>
                <a:gdLst/>
                <a:ahLst/>
                <a:cxnLst/>
                <a:rect l="l" t="t" r="r" b="b"/>
                <a:pathLst>
                  <a:path w="9487" h="8050" extrusionOk="0">
                    <a:moveTo>
                      <a:pt x="9287" y="3987"/>
                    </a:moveTo>
                    <a:cubicBezTo>
                      <a:pt x="8967" y="4598"/>
                      <a:pt x="3972" y="7027"/>
                      <a:pt x="3972" y="7027"/>
                    </a:cubicBezTo>
                    <a:cubicBezTo>
                      <a:pt x="3972" y="7027"/>
                      <a:pt x="3590" y="7760"/>
                      <a:pt x="2888" y="7897"/>
                    </a:cubicBezTo>
                    <a:cubicBezTo>
                      <a:pt x="2185" y="8035"/>
                      <a:pt x="1666" y="7653"/>
                      <a:pt x="1253" y="7638"/>
                    </a:cubicBezTo>
                    <a:cubicBezTo>
                      <a:pt x="841" y="7607"/>
                      <a:pt x="260" y="8035"/>
                      <a:pt x="260" y="8035"/>
                    </a:cubicBezTo>
                    <a:cubicBezTo>
                      <a:pt x="260" y="8035"/>
                      <a:pt x="184" y="8050"/>
                      <a:pt x="123" y="8019"/>
                    </a:cubicBezTo>
                    <a:cubicBezTo>
                      <a:pt x="62" y="7974"/>
                      <a:pt x="1" y="7882"/>
                      <a:pt x="123" y="7653"/>
                    </a:cubicBezTo>
                    <a:cubicBezTo>
                      <a:pt x="658" y="6691"/>
                      <a:pt x="2643" y="6522"/>
                      <a:pt x="2796" y="6446"/>
                    </a:cubicBezTo>
                    <a:cubicBezTo>
                      <a:pt x="2857" y="6416"/>
                      <a:pt x="3865" y="5621"/>
                      <a:pt x="4904" y="4781"/>
                    </a:cubicBezTo>
                    <a:cubicBezTo>
                      <a:pt x="6065" y="3850"/>
                      <a:pt x="7256" y="2872"/>
                      <a:pt x="7256" y="2872"/>
                    </a:cubicBezTo>
                    <a:lnTo>
                      <a:pt x="6783" y="1421"/>
                    </a:lnTo>
                    <a:lnTo>
                      <a:pt x="6630" y="963"/>
                    </a:lnTo>
                    <a:cubicBezTo>
                      <a:pt x="7057" y="825"/>
                      <a:pt x="8356" y="413"/>
                      <a:pt x="8539" y="0"/>
                    </a:cubicBezTo>
                    <a:cubicBezTo>
                      <a:pt x="8600" y="153"/>
                      <a:pt x="8661" y="398"/>
                      <a:pt x="8753" y="688"/>
                    </a:cubicBezTo>
                    <a:cubicBezTo>
                      <a:pt x="9058" y="1818"/>
                      <a:pt x="9486" y="3590"/>
                      <a:pt x="9287" y="3987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1621;p72">
                <a:extLst>
                  <a:ext uri="{FF2B5EF4-FFF2-40B4-BE49-F238E27FC236}">
                    <a16:creationId xmlns:a16="http://schemas.microsoft.com/office/drawing/2014/main" id="{2578CCC4-CBC1-F95D-488A-3B0229FA516C}"/>
                  </a:ext>
                </a:extLst>
              </p:cNvPr>
              <p:cNvSpPr/>
              <p:nvPr/>
            </p:nvSpPr>
            <p:spPr>
              <a:xfrm>
                <a:off x="1787675" y="1529400"/>
                <a:ext cx="53100" cy="3552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421" extrusionOk="0">
                    <a:moveTo>
                      <a:pt x="1910" y="0"/>
                    </a:moveTo>
                    <a:cubicBezTo>
                      <a:pt x="1727" y="413"/>
                      <a:pt x="428" y="825"/>
                      <a:pt x="1" y="963"/>
                    </a:cubicBezTo>
                    <a:lnTo>
                      <a:pt x="154" y="1421"/>
                    </a:lnTo>
                    <a:cubicBezTo>
                      <a:pt x="596" y="1406"/>
                      <a:pt x="1467" y="1299"/>
                      <a:pt x="2124" y="688"/>
                    </a:cubicBezTo>
                    <a:cubicBezTo>
                      <a:pt x="2032" y="413"/>
                      <a:pt x="1971" y="168"/>
                      <a:pt x="19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1622;p72">
                <a:extLst>
                  <a:ext uri="{FF2B5EF4-FFF2-40B4-BE49-F238E27FC236}">
                    <a16:creationId xmlns:a16="http://schemas.microsoft.com/office/drawing/2014/main" id="{DB847D68-7B65-8E80-930D-DADDADDDA989}"/>
                  </a:ext>
                </a:extLst>
              </p:cNvPr>
              <p:cNvSpPr/>
              <p:nvPr/>
            </p:nvSpPr>
            <p:spPr>
              <a:xfrm>
                <a:off x="1612400" y="1587450"/>
                <a:ext cx="52725" cy="6110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444" extrusionOk="0">
                    <a:moveTo>
                      <a:pt x="138" y="0"/>
                    </a:moveTo>
                    <a:lnTo>
                      <a:pt x="1" y="581"/>
                    </a:lnTo>
                    <a:cubicBezTo>
                      <a:pt x="398" y="1130"/>
                      <a:pt x="1131" y="2062"/>
                      <a:pt x="1757" y="2444"/>
                    </a:cubicBezTo>
                    <a:cubicBezTo>
                      <a:pt x="1895" y="2001"/>
                      <a:pt x="2017" y="1543"/>
                      <a:pt x="2109" y="1176"/>
                    </a:cubicBezTo>
                    <a:cubicBezTo>
                      <a:pt x="2078" y="1039"/>
                      <a:pt x="2017" y="825"/>
                      <a:pt x="1925" y="550"/>
                    </a:cubicBezTo>
                    <a:cubicBezTo>
                      <a:pt x="1925" y="550"/>
                      <a:pt x="1891" y="553"/>
                      <a:pt x="1828" y="553"/>
                    </a:cubicBezTo>
                    <a:cubicBezTo>
                      <a:pt x="1573" y="553"/>
                      <a:pt x="851" y="504"/>
                      <a:pt x="1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1623;p72">
                <a:extLst>
                  <a:ext uri="{FF2B5EF4-FFF2-40B4-BE49-F238E27FC236}">
                    <a16:creationId xmlns:a16="http://schemas.microsoft.com/office/drawing/2014/main" id="{709ADB63-622D-F690-C38A-CAD79CA81156}"/>
                  </a:ext>
                </a:extLst>
              </p:cNvPr>
              <p:cNvSpPr/>
              <p:nvPr/>
            </p:nvSpPr>
            <p:spPr>
              <a:xfrm>
                <a:off x="1807550" y="2185775"/>
                <a:ext cx="90900" cy="29925"/>
              </a:xfrm>
              <a:custGeom>
                <a:avLst/>
                <a:gdLst/>
                <a:ahLst/>
                <a:cxnLst/>
                <a:rect l="l" t="t" r="r" b="b"/>
                <a:pathLst>
                  <a:path w="3636" h="1197" extrusionOk="0">
                    <a:moveTo>
                      <a:pt x="3160" y="1"/>
                    </a:moveTo>
                    <a:cubicBezTo>
                      <a:pt x="3150" y="1"/>
                      <a:pt x="3141" y="1"/>
                      <a:pt x="3131" y="2"/>
                    </a:cubicBezTo>
                    <a:lnTo>
                      <a:pt x="428" y="231"/>
                    </a:lnTo>
                    <a:cubicBezTo>
                      <a:pt x="183" y="261"/>
                      <a:pt x="0" y="475"/>
                      <a:pt x="15" y="720"/>
                    </a:cubicBezTo>
                    <a:lnTo>
                      <a:pt x="31" y="781"/>
                    </a:lnTo>
                    <a:cubicBezTo>
                      <a:pt x="45" y="1021"/>
                      <a:pt x="229" y="1196"/>
                      <a:pt x="463" y="1196"/>
                    </a:cubicBezTo>
                    <a:cubicBezTo>
                      <a:pt x="482" y="1196"/>
                      <a:pt x="500" y="1195"/>
                      <a:pt x="519" y="1193"/>
                    </a:cubicBezTo>
                    <a:lnTo>
                      <a:pt x="3208" y="964"/>
                    </a:lnTo>
                    <a:cubicBezTo>
                      <a:pt x="3452" y="949"/>
                      <a:pt x="3635" y="735"/>
                      <a:pt x="3620" y="475"/>
                    </a:cubicBezTo>
                    <a:lnTo>
                      <a:pt x="3620" y="414"/>
                    </a:lnTo>
                    <a:cubicBezTo>
                      <a:pt x="3591" y="179"/>
                      <a:pt x="3392" y="1"/>
                      <a:pt x="31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1624;p72">
                <a:extLst>
                  <a:ext uri="{FF2B5EF4-FFF2-40B4-BE49-F238E27FC236}">
                    <a16:creationId xmlns:a16="http://schemas.microsoft.com/office/drawing/2014/main" id="{360AF896-E44A-D1BC-56B2-62A67B8DE885}"/>
                  </a:ext>
                </a:extLst>
              </p:cNvPr>
              <p:cNvSpPr/>
              <p:nvPr/>
            </p:nvSpPr>
            <p:spPr>
              <a:xfrm>
                <a:off x="1585675" y="2173975"/>
                <a:ext cx="9397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666" extrusionOk="0">
                    <a:moveTo>
                      <a:pt x="535" y="0"/>
                    </a:moveTo>
                    <a:cubicBezTo>
                      <a:pt x="321" y="0"/>
                      <a:pt x="123" y="138"/>
                      <a:pt x="77" y="352"/>
                    </a:cubicBezTo>
                    <a:cubicBezTo>
                      <a:pt x="1" y="611"/>
                      <a:pt x="153" y="871"/>
                      <a:pt x="413" y="947"/>
                    </a:cubicBezTo>
                    <a:lnTo>
                      <a:pt x="551" y="978"/>
                    </a:lnTo>
                    <a:lnTo>
                      <a:pt x="3101" y="1650"/>
                    </a:lnTo>
                    <a:cubicBezTo>
                      <a:pt x="3117" y="1650"/>
                      <a:pt x="3132" y="1665"/>
                      <a:pt x="3147" y="1665"/>
                    </a:cubicBezTo>
                    <a:lnTo>
                      <a:pt x="3224" y="1665"/>
                    </a:lnTo>
                    <a:cubicBezTo>
                      <a:pt x="3437" y="1665"/>
                      <a:pt x="3636" y="1528"/>
                      <a:pt x="3697" y="1314"/>
                    </a:cubicBezTo>
                    <a:cubicBezTo>
                      <a:pt x="3758" y="1054"/>
                      <a:pt x="3605" y="794"/>
                      <a:pt x="3346" y="718"/>
                    </a:cubicBezTo>
                    <a:lnTo>
                      <a:pt x="657" y="16"/>
                    </a:lnTo>
                    <a:cubicBezTo>
                      <a:pt x="627" y="0"/>
                      <a:pt x="581" y="0"/>
                      <a:pt x="5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1625;p72">
                <a:extLst>
                  <a:ext uri="{FF2B5EF4-FFF2-40B4-BE49-F238E27FC236}">
                    <a16:creationId xmlns:a16="http://schemas.microsoft.com/office/drawing/2014/main" id="{9EC701F7-9CC2-239D-D051-5A07A8B19D07}"/>
                  </a:ext>
                </a:extLst>
              </p:cNvPr>
              <p:cNvSpPr/>
              <p:nvPr/>
            </p:nvSpPr>
            <p:spPr>
              <a:xfrm>
                <a:off x="1504725" y="2198400"/>
                <a:ext cx="16537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6615" h="3575" extrusionOk="0">
                    <a:moveTo>
                      <a:pt x="6614" y="3575"/>
                    </a:moveTo>
                    <a:lnTo>
                      <a:pt x="1879" y="3300"/>
                    </a:lnTo>
                    <a:cubicBezTo>
                      <a:pt x="1879" y="3300"/>
                      <a:pt x="1" y="3285"/>
                      <a:pt x="1650" y="2322"/>
                    </a:cubicBezTo>
                    <a:cubicBezTo>
                      <a:pt x="1940" y="2139"/>
                      <a:pt x="2185" y="1956"/>
                      <a:pt x="2414" y="1757"/>
                    </a:cubicBezTo>
                    <a:cubicBezTo>
                      <a:pt x="3162" y="1116"/>
                      <a:pt x="3590" y="383"/>
                      <a:pt x="3789" y="1"/>
                    </a:cubicBezTo>
                    <a:lnTo>
                      <a:pt x="4720" y="245"/>
                    </a:lnTo>
                    <a:lnTo>
                      <a:pt x="6339" y="673"/>
                    </a:lnTo>
                    <a:cubicBezTo>
                      <a:pt x="6355" y="673"/>
                      <a:pt x="6370" y="688"/>
                      <a:pt x="6385" y="688"/>
                    </a:cubicBezTo>
                    <a:cubicBezTo>
                      <a:pt x="6492" y="1650"/>
                      <a:pt x="6614" y="3575"/>
                      <a:pt x="6614" y="35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1626;p72">
                <a:extLst>
                  <a:ext uri="{FF2B5EF4-FFF2-40B4-BE49-F238E27FC236}">
                    <a16:creationId xmlns:a16="http://schemas.microsoft.com/office/drawing/2014/main" id="{CC4D4F8C-A047-A098-B2C0-B513A2E05C25}"/>
                  </a:ext>
                </a:extLst>
              </p:cNvPr>
              <p:cNvSpPr/>
              <p:nvPr/>
            </p:nvSpPr>
            <p:spPr>
              <a:xfrm>
                <a:off x="1512750" y="2255800"/>
                <a:ext cx="15962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1738" extrusionOk="0">
                    <a:moveTo>
                      <a:pt x="1520" y="0"/>
                    </a:moveTo>
                    <a:cubicBezTo>
                      <a:pt x="1459" y="0"/>
                      <a:pt x="1396" y="4"/>
                      <a:pt x="1329" y="11"/>
                    </a:cubicBezTo>
                    <a:cubicBezTo>
                      <a:pt x="92" y="164"/>
                      <a:pt x="0" y="1737"/>
                      <a:pt x="0" y="1737"/>
                    </a:cubicBezTo>
                    <a:lnTo>
                      <a:pt x="6385" y="1737"/>
                    </a:lnTo>
                    <a:lnTo>
                      <a:pt x="6293" y="867"/>
                    </a:lnTo>
                    <a:lnTo>
                      <a:pt x="2689" y="1065"/>
                    </a:lnTo>
                    <a:cubicBezTo>
                      <a:pt x="2689" y="1065"/>
                      <a:pt x="2566" y="0"/>
                      <a:pt x="15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1627;p72">
                <a:extLst>
                  <a:ext uri="{FF2B5EF4-FFF2-40B4-BE49-F238E27FC236}">
                    <a16:creationId xmlns:a16="http://schemas.microsoft.com/office/drawing/2014/main" id="{CA6CFD56-3E23-88D6-49B0-718FFAF3D180}"/>
                  </a:ext>
                </a:extLst>
              </p:cNvPr>
              <p:cNvSpPr/>
              <p:nvPr/>
            </p:nvSpPr>
            <p:spPr>
              <a:xfrm>
                <a:off x="1565050" y="2198400"/>
                <a:ext cx="57700" cy="52350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2094" extrusionOk="0">
                    <a:moveTo>
                      <a:pt x="1376" y="1"/>
                    </a:moveTo>
                    <a:cubicBezTo>
                      <a:pt x="1177" y="383"/>
                      <a:pt x="749" y="1116"/>
                      <a:pt x="1" y="1757"/>
                    </a:cubicBezTo>
                    <a:cubicBezTo>
                      <a:pt x="245" y="1757"/>
                      <a:pt x="627" y="1803"/>
                      <a:pt x="994" y="2093"/>
                    </a:cubicBezTo>
                    <a:cubicBezTo>
                      <a:pt x="1757" y="1788"/>
                      <a:pt x="2155" y="719"/>
                      <a:pt x="2307" y="245"/>
                    </a:cubicBezTo>
                    <a:lnTo>
                      <a:pt x="13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1628;p72">
                <a:extLst>
                  <a:ext uri="{FF2B5EF4-FFF2-40B4-BE49-F238E27FC236}">
                    <a16:creationId xmlns:a16="http://schemas.microsoft.com/office/drawing/2014/main" id="{43AC5FE0-B61C-C916-1008-556C460C7E3D}"/>
                  </a:ext>
                </a:extLst>
              </p:cNvPr>
              <p:cNvSpPr/>
              <p:nvPr/>
            </p:nvSpPr>
            <p:spPr>
              <a:xfrm>
                <a:off x="1783100" y="1433175"/>
                <a:ext cx="53100" cy="10695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278" extrusionOk="0">
                    <a:moveTo>
                      <a:pt x="230" y="0"/>
                    </a:moveTo>
                    <a:cubicBezTo>
                      <a:pt x="153" y="16"/>
                      <a:pt x="62" y="31"/>
                      <a:pt x="0" y="46"/>
                    </a:cubicBezTo>
                    <a:cubicBezTo>
                      <a:pt x="321" y="413"/>
                      <a:pt x="932" y="1161"/>
                      <a:pt x="1238" y="2169"/>
                    </a:cubicBezTo>
                    <a:cubicBezTo>
                      <a:pt x="1482" y="2948"/>
                      <a:pt x="1543" y="3727"/>
                      <a:pt x="1543" y="4277"/>
                    </a:cubicBezTo>
                    <a:cubicBezTo>
                      <a:pt x="1818" y="4140"/>
                      <a:pt x="2032" y="4002"/>
                      <a:pt x="2093" y="3849"/>
                    </a:cubicBezTo>
                    <a:cubicBezTo>
                      <a:pt x="2108" y="3819"/>
                      <a:pt x="2124" y="3788"/>
                      <a:pt x="2124" y="3758"/>
                    </a:cubicBezTo>
                    <a:cubicBezTo>
                      <a:pt x="2108" y="3712"/>
                      <a:pt x="2093" y="3666"/>
                      <a:pt x="2093" y="3620"/>
                    </a:cubicBezTo>
                    <a:cubicBezTo>
                      <a:pt x="1329" y="611"/>
                      <a:pt x="230" y="0"/>
                      <a:pt x="2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1629;p72">
                <a:extLst>
                  <a:ext uri="{FF2B5EF4-FFF2-40B4-BE49-F238E27FC236}">
                    <a16:creationId xmlns:a16="http://schemas.microsoft.com/office/drawing/2014/main" id="{F290C277-1964-73CE-E2A3-128FB01F4181}"/>
                  </a:ext>
                </a:extLst>
              </p:cNvPr>
              <p:cNvSpPr/>
              <p:nvPr/>
            </p:nvSpPr>
            <p:spPr>
              <a:xfrm>
                <a:off x="1804875" y="1741325"/>
                <a:ext cx="26375" cy="317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269" fill="none" extrusionOk="0">
                    <a:moveTo>
                      <a:pt x="76" y="1"/>
                    </a:moveTo>
                    <a:cubicBezTo>
                      <a:pt x="76" y="1"/>
                      <a:pt x="0" y="1055"/>
                      <a:pt x="1054" y="1268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1630;p72">
                <a:extLst>
                  <a:ext uri="{FF2B5EF4-FFF2-40B4-BE49-F238E27FC236}">
                    <a16:creationId xmlns:a16="http://schemas.microsoft.com/office/drawing/2014/main" id="{2BFA9A62-19DA-3887-0B95-BD1854A2B596}"/>
                  </a:ext>
                </a:extLst>
              </p:cNvPr>
              <p:cNvSpPr/>
              <p:nvPr/>
            </p:nvSpPr>
            <p:spPr>
              <a:xfrm>
                <a:off x="1819000" y="1783325"/>
                <a:ext cx="51175" cy="390675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15627" fill="none" extrusionOk="0">
                    <a:moveTo>
                      <a:pt x="0" y="1"/>
                    </a:moveTo>
                    <a:lnTo>
                      <a:pt x="2047" y="1562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1631;p72">
                <a:extLst>
                  <a:ext uri="{FF2B5EF4-FFF2-40B4-BE49-F238E27FC236}">
                    <a16:creationId xmlns:a16="http://schemas.microsoft.com/office/drawing/2014/main" id="{FB7E11F7-E081-1258-C6A6-69DE2392501C}"/>
                  </a:ext>
                </a:extLst>
              </p:cNvPr>
              <p:cNvSpPr/>
              <p:nvPr/>
            </p:nvSpPr>
            <p:spPr>
              <a:xfrm>
                <a:off x="1652125" y="1842525"/>
                <a:ext cx="87075" cy="331475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13259" fill="none" extrusionOk="0">
                    <a:moveTo>
                      <a:pt x="3483" y="0"/>
                    </a:moveTo>
                    <a:lnTo>
                      <a:pt x="0" y="1325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1632;p72">
                <a:extLst>
                  <a:ext uri="{FF2B5EF4-FFF2-40B4-BE49-F238E27FC236}">
                    <a16:creationId xmlns:a16="http://schemas.microsoft.com/office/drawing/2014/main" id="{8D6C89C0-30F9-7FF0-24B1-B0C7528972BC}"/>
                  </a:ext>
                </a:extLst>
              </p:cNvPr>
              <p:cNvSpPr/>
              <p:nvPr/>
            </p:nvSpPr>
            <p:spPr>
              <a:xfrm>
                <a:off x="1707100" y="1844975"/>
                <a:ext cx="44700" cy="176275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7051" extrusionOk="0">
                    <a:moveTo>
                      <a:pt x="1455" y="1"/>
                    </a:moveTo>
                    <a:cubicBezTo>
                      <a:pt x="1081" y="1"/>
                      <a:pt x="490" y="362"/>
                      <a:pt x="199" y="2453"/>
                    </a:cubicBezTo>
                    <a:cubicBezTo>
                      <a:pt x="31" y="3736"/>
                      <a:pt x="1" y="5447"/>
                      <a:pt x="16" y="7051"/>
                    </a:cubicBezTo>
                    <a:cubicBezTo>
                      <a:pt x="704" y="3996"/>
                      <a:pt x="1421" y="941"/>
                      <a:pt x="1788" y="101"/>
                    </a:cubicBezTo>
                    <a:cubicBezTo>
                      <a:pt x="1788" y="101"/>
                      <a:pt x="1652" y="1"/>
                      <a:pt x="14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1633;p72">
                <a:extLst>
                  <a:ext uri="{FF2B5EF4-FFF2-40B4-BE49-F238E27FC236}">
                    <a16:creationId xmlns:a16="http://schemas.microsoft.com/office/drawing/2014/main" id="{FA89EF75-D7DC-9A7E-2B67-79406709D592}"/>
                  </a:ext>
                </a:extLst>
              </p:cNvPr>
              <p:cNvSpPr/>
              <p:nvPr/>
            </p:nvSpPr>
            <p:spPr>
              <a:xfrm>
                <a:off x="1672350" y="1697025"/>
                <a:ext cx="17072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6829" h="2676" extrusionOk="0">
                    <a:moveTo>
                      <a:pt x="6538" y="1"/>
                    </a:moveTo>
                    <a:lnTo>
                      <a:pt x="6538" y="1"/>
                    </a:lnTo>
                    <a:cubicBezTo>
                      <a:pt x="6554" y="260"/>
                      <a:pt x="6554" y="444"/>
                      <a:pt x="6523" y="520"/>
                    </a:cubicBezTo>
                    <a:cubicBezTo>
                      <a:pt x="4950" y="1467"/>
                      <a:pt x="3474" y="1775"/>
                      <a:pt x="2307" y="1775"/>
                    </a:cubicBezTo>
                    <a:cubicBezTo>
                      <a:pt x="2251" y="1775"/>
                      <a:pt x="2195" y="1774"/>
                      <a:pt x="2139" y="1773"/>
                    </a:cubicBezTo>
                    <a:cubicBezTo>
                      <a:pt x="1040" y="1727"/>
                      <a:pt x="261" y="1421"/>
                      <a:pt x="1" y="1131"/>
                    </a:cubicBezTo>
                    <a:lnTo>
                      <a:pt x="1" y="1131"/>
                    </a:lnTo>
                    <a:cubicBezTo>
                      <a:pt x="66" y="1218"/>
                      <a:pt x="1153" y="2675"/>
                      <a:pt x="3445" y="2675"/>
                    </a:cubicBezTo>
                    <a:cubicBezTo>
                      <a:pt x="4371" y="2675"/>
                      <a:pt x="5495" y="2437"/>
                      <a:pt x="6829" y="1773"/>
                    </a:cubicBezTo>
                    <a:cubicBezTo>
                      <a:pt x="6706" y="719"/>
                      <a:pt x="6599" y="47"/>
                      <a:pt x="65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1634;p72">
                <a:extLst>
                  <a:ext uri="{FF2B5EF4-FFF2-40B4-BE49-F238E27FC236}">
                    <a16:creationId xmlns:a16="http://schemas.microsoft.com/office/drawing/2014/main" id="{FE08FF72-8BFF-0219-24CA-D76F88CA35DE}"/>
                  </a:ext>
                </a:extLst>
              </p:cNvPr>
              <p:cNvSpPr/>
              <p:nvPr/>
            </p:nvSpPr>
            <p:spPr>
              <a:xfrm>
                <a:off x="1621950" y="1648925"/>
                <a:ext cx="122600" cy="80975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3239" extrusionOk="0">
                    <a:moveTo>
                      <a:pt x="4904" y="0"/>
                    </a:moveTo>
                    <a:cubicBezTo>
                      <a:pt x="3865" y="840"/>
                      <a:pt x="2857" y="1635"/>
                      <a:pt x="2796" y="1665"/>
                    </a:cubicBezTo>
                    <a:cubicBezTo>
                      <a:pt x="2643" y="1741"/>
                      <a:pt x="658" y="1910"/>
                      <a:pt x="123" y="2872"/>
                    </a:cubicBezTo>
                    <a:cubicBezTo>
                      <a:pt x="1" y="3101"/>
                      <a:pt x="62" y="3193"/>
                      <a:pt x="123" y="3238"/>
                    </a:cubicBezTo>
                    <a:cubicBezTo>
                      <a:pt x="153" y="3101"/>
                      <a:pt x="230" y="2750"/>
                      <a:pt x="596" y="2551"/>
                    </a:cubicBezTo>
                    <a:cubicBezTo>
                      <a:pt x="1037" y="2287"/>
                      <a:pt x="2411" y="1923"/>
                      <a:pt x="2800" y="1923"/>
                    </a:cubicBezTo>
                    <a:cubicBezTo>
                      <a:pt x="2816" y="1923"/>
                      <a:pt x="2830" y="1924"/>
                      <a:pt x="2842" y="1925"/>
                    </a:cubicBezTo>
                    <a:cubicBezTo>
                      <a:pt x="2844" y="1925"/>
                      <a:pt x="2845" y="1925"/>
                      <a:pt x="2847" y="1925"/>
                    </a:cubicBezTo>
                    <a:cubicBezTo>
                      <a:pt x="3137" y="1925"/>
                      <a:pt x="4706" y="744"/>
                      <a:pt x="4904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1635;p72">
                <a:extLst>
                  <a:ext uri="{FF2B5EF4-FFF2-40B4-BE49-F238E27FC236}">
                    <a16:creationId xmlns:a16="http://schemas.microsoft.com/office/drawing/2014/main" id="{CB5B84FC-DF15-14A7-6D6D-95D36AFD3AFD}"/>
                  </a:ext>
                </a:extLst>
              </p:cNvPr>
              <p:cNvSpPr/>
              <p:nvPr/>
            </p:nvSpPr>
            <p:spPr>
              <a:xfrm>
                <a:off x="848325" y="1776850"/>
                <a:ext cx="154275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71" h="20896" extrusionOk="0">
                    <a:moveTo>
                      <a:pt x="6171" y="519"/>
                    </a:moveTo>
                    <a:lnTo>
                      <a:pt x="5804" y="260"/>
                    </a:lnTo>
                    <a:lnTo>
                      <a:pt x="5438" y="0"/>
                    </a:lnTo>
                    <a:cubicBezTo>
                      <a:pt x="5377" y="92"/>
                      <a:pt x="4048" y="2001"/>
                      <a:pt x="2704" y="5545"/>
                    </a:cubicBezTo>
                    <a:cubicBezTo>
                      <a:pt x="1467" y="8798"/>
                      <a:pt x="0" y="14098"/>
                      <a:pt x="0" y="20895"/>
                    </a:cubicBezTo>
                    <a:lnTo>
                      <a:pt x="901" y="20895"/>
                    </a:lnTo>
                    <a:cubicBezTo>
                      <a:pt x="901" y="8202"/>
                      <a:pt x="6125" y="596"/>
                      <a:pt x="6171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1636;p72">
                <a:extLst>
                  <a:ext uri="{FF2B5EF4-FFF2-40B4-BE49-F238E27FC236}">
                    <a16:creationId xmlns:a16="http://schemas.microsoft.com/office/drawing/2014/main" id="{2A212055-8D7F-93BA-352C-310D78F57A26}"/>
                  </a:ext>
                </a:extLst>
              </p:cNvPr>
              <p:cNvSpPr/>
              <p:nvPr/>
            </p:nvSpPr>
            <p:spPr>
              <a:xfrm>
                <a:off x="1049550" y="1776850"/>
                <a:ext cx="154675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87" h="20896" extrusionOk="0">
                    <a:moveTo>
                      <a:pt x="6187" y="519"/>
                    </a:moveTo>
                    <a:lnTo>
                      <a:pt x="5820" y="260"/>
                    </a:lnTo>
                    <a:lnTo>
                      <a:pt x="5438" y="0"/>
                    </a:lnTo>
                    <a:cubicBezTo>
                      <a:pt x="5393" y="92"/>
                      <a:pt x="4064" y="2001"/>
                      <a:pt x="2720" y="5545"/>
                    </a:cubicBezTo>
                    <a:cubicBezTo>
                      <a:pt x="1482" y="8798"/>
                      <a:pt x="1" y="14098"/>
                      <a:pt x="1" y="20895"/>
                    </a:cubicBezTo>
                    <a:lnTo>
                      <a:pt x="902" y="20895"/>
                    </a:lnTo>
                    <a:cubicBezTo>
                      <a:pt x="902" y="8202"/>
                      <a:pt x="6126" y="596"/>
                      <a:pt x="6187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1637;p72">
                <a:extLst>
                  <a:ext uri="{FF2B5EF4-FFF2-40B4-BE49-F238E27FC236}">
                    <a16:creationId xmlns:a16="http://schemas.microsoft.com/office/drawing/2014/main" id="{35E376A7-52EC-6949-C158-CD2548591505}"/>
                  </a:ext>
                </a:extLst>
              </p:cNvPr>
              <p:cNvSpPr/>
              <p:nvPr/>
            </p:nvSpPr>
            <p:spPr>
              <a:xfrm>
                <a:off x="1849925" y="1776850"/>
                <a:ext cx="154300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20896" extrusionOk="0">
                    <a:moveTo>
                      <a:pt x="0" y="519"/>
                    </a:moveTo>
                    <a:lnTo>
                      <a:pt x="367" y="260"/>
                    </a:lnTo>
                    <a:lnTo>
                      <a:pt x="734" y="0"/>
                    </a:lnTo>
                    <a:cubicBezTo>
                      <a:pt x="795" y="92"/>
                      <a:pt x="2124" y="2001"/>
                      <a:pt x="3468" y="5545"/>
                    </a:cubicBezTo>
                    <a:cubicBezTo>
                      <a:pt x="4705" y="8798"/>
                      <a:pt x="6171" y="14098"/>
                      <a:pt x="6171" y="20895"/>
                    </a:cubicBezTo>
                    <a:lnTo>
                      <a:pt x="5270" y="20895"/>
                    </a:lnTo>
                    <a:cubicBezTo>
                      <a:pt x="5270" y="8202"/>
                      <a:pt x="46" y="596"/>
                      <a:pt x="0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1638;p72">
                <a:extLst>
                  <a:ext uri="{FF2B5EF4-FFF2-40B4-BE49-F238E27FC236}">
                    <a16:creationId xmlns:a16="http://schemas.microsoft.com/office/drawing/2014/main" id="{B8CC4176-BAA6-7653-85D6-2CC13D6A18E7}"/>
                  </a:ext>
                </a:extLst>
              </p:cNvPr>
              <p:cNvSpPr/>
              <p:nvPr/>
            </p:nvSpPr>
            <p:spPr>
              <a:xfrm>
                <a:off x="1648300" y="1776850"/>
                <a:ext cx="154300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20896" extrusionOk="0">
                    <a:moveTo>
                      <a:pt x="1" y="519"/>
                    </a:moveTo>
                    <a:lnTo>
                      <a:pt x="367" y="260"/>
                    </a:lnTo>
                    <a:lnTo>
                      <a:pt x="734" y="0"/>
                    </a:lnTo>
                    <a:cubicBezTo>
                      <a:pt x="795" y="92"/>
                      <a:pt x="2124" y="2001"/>
                      <a:pt x="3468" y="5545"/>
                    </a:cubicBezTo>
                    <a:cubicBezTo>
                      <a:pt x="4705" y="8798"/>
                      <a:pt x="6171" y="14098"/>
                      <a:pt x="6171" y="20895"/>
                    </a:cubicBezTo>
                    <a:lnTo>
                      <a:pt x="5270" y="20895"/>
                    </a:lnTo>
                    <a:cubicBezTo>
                      <a:pt x="5270" y="8202"/>
                      <a:pt x="62" y="596"/>
                      <a:pt x="1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1639;p72">
                <a:extLst>
                  <a:ext uri="{FF2B5EF4-FFF2-40B4-BE49-F238E27FC236}">
                    <a16:creationId xmlns:a16="http://schemas.microsoft.com/office/drawing/2014/main" id="{240AAC33-BFE1-5B80-B4A2-99BB816C15FD}"/>
                  </a:ext>
                </a:extLst>
              </p:cNvPr>
              <p:cNvSpPr/>
              <p:nvPr/>
            </p:nvSpPr>
            <p:spPr>
              <a:xfrm>
                <a:off x="830750" y="1763850"/>
                <a:ext cx="10394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41577" h="1193" extrusionOk="0">
                    <a:moveTo>
                      <a:pt x="596" y="1"/>
                    </a:moveTo>
                    <a:cubicBezTo>
                      <a:pt x="428" y="1"/>
                      <a:pt x="276" y="77"/>
                      <a:pt x="169" y="184"/>
                    </a:cubicBezTo>
                    <a:cubicBezTo>
                      <a:pt x="62" y="291"/>
                      <a:pt x="1" y="444"/>
                      <a:pt x="1" y="596"/>
                    </a:cubicBezTo>
                    <a:cubicBezTo>
                      <a:pt x="1" y="932"/>
                      <a:pt x="260" y="1192"/>
                      <a:pt x="596" y="1192"/>
                    </a:cubicBezTo>
                    <a:lnTo>
                      <a:pt x="40981" y="1192"/>
                    </a:lnTo>
                    <a:cubicBezTo>
                      <a:pt x="41149" y="1192"/>
                      <a:pt x="41302" y="1131"/>
                      <a:pt x="41409" y="1024"/>
                    </a:cubicBezTo>
                    <a:cubicBezTo>
                      <a:pt x="41516" y="917"/>
                      <a:pt x="41577" y="764"/>
                      <a:pt x="41577" y="596"/>
                    </a:cubicBezTo>
                    <a:cubicBezTo>
                      <a:pt x="41577" y="276"/>
                      <a:pt x="41317" y="1"/>
                      <a:pt x="409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1640;p72">
                <a:extLst>
                  <a:ext uri="{FF2B5EF4-FFF2-40B4-BE49-F238E27FC236}">
                    <a16:creationId xmlns:a16="http://schemas.microsoft.com/office/drawing/2014/main" id="{5F5CA3AD-B4FF-0CE2-1046-4D0648D67121}"/>
                  </a:ext>
                </a:extLst>
              </p:cNvPr>
              <p:cNvSpPr/>
              <p:nvPr/>
            </p:nvSpPr>
            <p:spPr>
              <a:xfrm>
                <a:off x="1855275" y="1763850"/>
                <a:ext cx="1936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7745" h="1193" extrusionOk="0">
                    <a:moveTo>
                      <a:pt x="0" y="1"/>
                    </a:moveTo>
                    <a:cubicBezTo>
                      <a:pt x="336" y="1"/>
                      <a:pt x="596" y="276"/>
                      <a:pt x="596" y="596"/>
                    </a:cubicBezTo>
                    <a:cubicBezTo>
                      <a:pt x="596" y="764"/>
                      <a:pt x="535" y="917"/>
                      <a:pt x="428" y="1024"/>
                    </a:cubicBezTo>
                    <a:cubicBezTo>
                      <a:pt x="321" y="1131"/>
                      <a:pt x="168" y="1192"/>
                      <a:pt x="0" y="1192"/>
                    </a:cubicBezTo>
                    <a:lnTo>
                      <a:pt x="7149" y="1192"/>
                    </a:lnTo>
                    <a:cubicBezTo>
                      <a:pt x="7317" y="1192"/>
                      <a:pt x="7454" y="1131"/>
                      <a:pt x="7576" y="1024"/>
                    </a:cubicBezTo>
                    <a:cubicBezTo>
                      <a:pt x="7683" y="917"/>
                      <a:pt x="7744" y="764"/>
                      <a:pt x="7744" y="596"/>
                    </a:cubicBezTo>
                    <a:cubicBezTo>
                      <a:pt x="7744" y="276"/>
                      <a:pt x="7485" y="1"/>
                      <a:pt x="71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1641;p72">
                <a:extLst>
                  <a:ext uri="{FF2B5EF4-FFF2-40B4-BE49-F238E27FC236}">
                    <a16:creationId xmlns:a16="http://schemas.microsoft.com/office/drawing/2014/main" id="{CCCF204E-8CC3-E6CB-BE9D-F3EEEE1F0439}"/>
                  </a:ext>
                </a:extLst>
              </p:cNvPr>
              <p:cNvSpPr/>
              <p:nvPr/>
            </p:nvSpPr>
            <p:spPr>
              <a:xfrm>
                <a:off x="925450" y="1327400"/>
                <a:ext cx="269625" cy="326900"/>
              </a:xfrm>
              <a:custGeom>
                <a:avLst/>
                <a:gdLst/>
                <a:ahLst/>
                <a:cxnLst/>
                <a:rect l="l" t="t" r="r" b="b"/>
                <a:pathLst>
                  <a:path w="10785" h="13076" extrusionOk="0">
                    <a:moveTo>
                      <a:pt x="1345" y="0"/>
                    </a:moveTo>
                    <a:cubicBezTo>
                      <a:pt x="612" y="0"/>
                      <a:pt x="1" y="611"/>
                      <a:pt x="1" y="1360"/>
                    </a:cubicBezTo>
                    <a:lnTo>
                      <a:pt x="1" y="11731"/>
                    </a:lnTo>
                    <a:cubicBezTo>
                      <a:pt x="1" y="12479"/>
                      <a:pt x="612" y="13075"/>
                      <a:pt x="1345" y="13075"/>
                    </a:cubicBezTo>
                    <a:lnTo>
                      <a:pt x="10784" y="13075"/>
                    </a:lnTo>
                    <a:lnTo>
                      <a:pt x="10784" y="16"/>
                    </a:lnTo>
                    <a:lnTo>
                      <a:pt x="107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1642;p72">
                <a:extLst>
                  <a:ext uri="{FF2B5EF4-FFF2-40B4-BE49-F238E27FC236}">
                    <a16:creationId xmlns:a16="http://schemas.microsoft.com/office/drawing/2014/main" id="{379F5B3C-EFD7-E6EF-A857-6391449DD25B}"/>
                  </a:ext>
                </a:extLst>
              </p:cNvPr>
              <p:cNvSpPr/>
              <p:nvPr/>
            </p:nvSpPr>
            <p:spPr>
              <a:xfrm>
                <a:off x="1161050" y="1327400"/>
                <a:ext cx="34025" cy="3269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076" extrusionOk="0">
                    <a:moveTo>
                      <a:pt x="1360" y="0"/>
                    </a:moveTo>
                    <a:cubicBezTo>
                      <a:pt x="612" y="0"/>
                      <a:pt x="1" y="611"/>
                      <a:pt x="1" y="1360"/>
                    </a:cubicBezTo>
                    <a:lnTo>
                      <a:pt x="1" y="11731"/>
                    </a:lnTo>
                    <a:cubicBezTo>
                      <a:pt x="1" y="12479"/>
                      <a:pt x="612" y="13075"/>
                      <a:pt x="1360" y="13075"/>
                    </a:cubicBezTo>
                    <a:lnTo>
                      <a:pt x="13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1643;p72">
                <a:extLst>
                  <a:ext uri="{FF2B5EF4-FFF2-40B4-BE49-F238E27FC236}">
                    <a16:creationId xmlns:a16="http://schemas.microsoft.com/office/drawing/2014/main" id="{5AA2AB97-2E2D-AC02-072C-BCE5EDDCC905}"/>
                  </a:ext>
                </a:extLst>
              </p:cNvPr>
              <p:cNvSpPr/>
              <p:nvPr/>
            </p:nvSpPr>
            <p:spPr>
              <a:xfrm>
                <a:off x="994950" y="1516850"/>
                <a:ext cx="82500" cy="137450"/>
              </a:xfrm>
              <a:custGeom>
                <a:avLst/>
                <a:gdLst/>
                <a:ahLst/>
                <a:cxnLst/>
                <a:rect l="l" t="t" r="r" b="b"/>
                <a:pathLst>
                  <a:path w="3300" h="5498" extrusionOk="0">
                    <a:moveTo>
                      <a:pt x="1516" y="1"/>
                    </a:moveTo>
                    <a:cubicBezTo>
                      <a:pt x="1042" y="1"/>
                      <a:pt x="825" y="426"/>
                      <a:pt x="825" y="426"/>
                    </a:cubicBezTo>
                    <a:lnTo>
                      <a:pt x="0" y="5497"/>
                    </a:lnTo>
                    <a:lnTo>
                      <a:pt x="3300" y="5497"/>
                    </a:lnTo>
                    <a:cubicBezTo>
                      <a:pt x="2429" y="3985"/>
                      <a:pt x="2750" y="564"/>
                      <a:pt x="2063" y="166"/>
                    </a:cubicBezTo>
                    <a:cubicBezTo>
                      <a:pt x="1852" y="46"/>
                      <a:pt x="1670" y="1"/>
                      <a:pt x="15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1644;p72">
                <a:extLst>
                  <a:ext uri="{FF2B5EF4-FFF2-40B4-BE49-F238E27FC236}">
                    <a16:creationId xmlns:a16="http://schemas.microsoft.com/office/drawing/2014/main" id="{9D8D84E4-FEFD-437B-C3C2-5DAC1C13BEB7}"/>
                  </a:ext>
                </a:extLst>
              </p:cNvPr>
              <p:cNvSpPr/>
              <p:nvPr/>
            </p:nvSpPr>
            <p:spPr>
              <a:xfrm>
                <a:off x="960975" y="1521125"/>
                <a:ext cx="87450" cy="208775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8351" extrusionOk="0">
                    <a:moveTo>
                      <a:pt x="2528" y="1"/>
                    </a:moveTo>
                    <a:cubicBezTo>
                      <a:pt x="2376" y="1"/>
                      <a:pt x="2223" y="94"/>
                      <a:pt x="2169" y="255"/>
                    </a:cubicBezTo>
                    <a:lnTo>
                      <a:pt x="0" y="8167"/>
                    </a:lnTo>
                    <a:lnTo>
                      <a:pt x="2062" y="8350"/>
                    </a:lnTo>
                    <a:cubicBezTo>
                      <a:pt x="2062" y="8350"/>
                      <a:pt x="3208" y="4532"/>
                      <a:pt x="3391" y="2546"/>
                    </a:cubicBezTo>
                    <a:cubicBezTo>
                      <a:pt x="3498" y="1401"/>
                      <a:pt x="3131" y="606"/>
                      <a:pt x="2811" y="148"/>
                    </a:cubicBezTo>
                    <a:cubicBezTo>
                      <a:pt x="2741" y="47"/>
                      <a:pt x="2635" y="1"/>
                      <a:pt x="25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1645;p72">
                <a:extLst>
                  <a:ext uri="{FF2B5EF4-FFF2-40B4-BE49-F238E27FC236}">
                    <a16:creationId xmlns:a16="http://schemas.microsoft.com/office/drawing/2014/main" id="{0ED2BBC6-2DCF-439E-4DD0-3692F9CA4127}"/>
                  </a:ext>
                </a:extLst>
              </p:cNvPr>
              <p:cNvSpPr/>
              <p:nvPr/>
            </p:nvSpPr>
            <p:spPr>
              <a:xfrm>
                <a:off x="925450" y="1719950"/>
                <a:ext cx="154300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1757" extrusionOk="0">
                    <a:moveTo>
                      <a:pt x="886" y="0"/>
                    </a:moveTo>
                    <a:cubicBezTo>
                      <a:pt x="398" y="0"/>
                      <a:pt x="1" y="397"/>
                      <a:pt x="1" y="886"/>
                    </a:cubicBezTo>
                    <a:cubicBezTo>
                      <a:pt x="1" y="1360"/>
                      <a:pt x="398" y="1757"/>
                      <a:pt x="886" y="1757"/>
                    </a:cubicBezTo>
                    <a:lnTo>
                      <a:pt x="5301" y="1757"/>
                    </a:lnTo>
                    <a:cubicBezTo>
                      <a:pt x="5774" y="1757"/>
                      <a:pt x="6171" y="1360"/>
                      <a:pt x="6171" y="886"/>
                    </a:cubicBezTo>
                    <a:cubicBezTo>
                      <a:pt x="6171" y="397"/>
                      <a:pt x="5774" y="0"/>
                      <a:pt x="53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1646;p72">
                <a:extLst>
                  <a:ext uri="{FF2B5EF4-FFF2-40B4-BE49-F238E27FC236}">
                    <a16:creationId xmlns:a16="http://schemas.microsoft.com/office/drawing/2014/main" id="{3DCF6AB9-0576-1A13-D7DD-93DC299CBCD8}"/>
                  </a:ext>
                </a:extLst>
              </p:cNvPr>
              <p:cNvSpPr/>
              <p:nvPr/>
            </p:nvSpPr>
            <p:spPr>
              <a:xfrm>
                <a:off x="1009450" y="1434325"/>
                <a:ext cx="37075" cy="56900"/>
              </a:xfrm>
              <a:custGeom>
                <a:avLst/>
                <a:gdLst/>
                <a:ahLst/>
                <a:cxnLst/>
                <a:rect l="l" t="t" r="r" b="b"/>
                <a:pathLst>
                  <a:path w="1483" h="2276" extrusionOk="0">
                    <a:moveTo>
                      <a:pt x="1483" y="1130"/>
                    </a:moveTo>
                    <a:cubicBezTo>
                      <a:pt x="1483" y="1757"/>
                      <a:pt x="1146" y="2276"/>
                      <a:pt x="749" y="2276"/>
                    </a:cubicBezTo>
                    <a:cubicBezTo>
                      <a:pt x="337" y="2276"/>
                      <a:pt x="1" y="1757"/>
                      <a:pt x="1" y="1130"/>
                    </a:cubicBezTo>
                    <a:cubicBezTo>
                      <a:pt x="1" y="504"/>
                      <a:pt x="337" y="0"/>
                      <a:pt x="749" y="0"/>
                    </a:cubicBezTo>
                    <a:cubicBezTo>
                      <a:pt x="1146" y="0"/>
                      <a:pt x="1483" y="504"/>
                      <a:pt x="1483" y="11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1647;p72">
                <a:extLst>
                  <a:ext uri="{FF2B5EF4-FFF2-40B4-BE49-F238E27FC236}">
                    <a16:creationId xmlns:a16="http://schemas.microsoft.com/office/drawing/2014/main" id="{1146B33F-8C12-2577-4CDE-FEFF90475918}"/>
                  </a:ext>
                </a:extLst>
              </p:cNvPr>
              <p:cNvSpPr/>
              <p:nvPr/>
            </p:nvSpPr>
            <p:spPr>
              <a:xfrm>
                <a:off x="1592175" y="1741325"/>
                <a:ext cx="14245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5698" h="902" extrusionOk="0">
                    <a:moveTo>
                      <a:pt x="0" y="1"/>
                    </a:moveTo>
                    <a:lnTo>
                      <a:pt x="0" y="902"/>
                    </a:lnTo>
                    <a:lnTo>
                      <a:pt x="5698" y="902"/>
                    </a:lnTo>
                    <a:lnTo>
                      <a:pt x="5698" y="29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1648;p72">
                <a:extLst>
                  <a:ext uri="{FF2B5EF4-FFF2-40B4-BE49-F238E27FC236}">
                    <a16:creationId xmlns:a16="http://schemas.microsoft.com/office/drawing/2014/main" id="{20E73B1E-55F7-4F2B-CED8-79FEE11EEDA4}"/>
                  </a:ext>
                </a:extLst>
              </p:cNvPr>
              <p:cNvSpPr/>
              <p:nvPr/>
            </p:nvSpPr>
            <p:spPr>
              <a:xfrm>
                <a:off x="1297000" y="1571775"/>
                <a:ext cx="333375" cy="192100"/>
              </a:xfrm>
              <a:custGeom>
                <a:avLst/>
                <a:gdLst/>
                <a:ahLst/>
                <a:cxnLst/>
                <a:rect l="l" t="t" r="r" b="b"/>
                <a:pathLst>
                  <a:path w="13335" h="7684" extrusionOk="0">
                    <a:moveTo>
                      <a:pt x="321" y="1"/>
                    </a:moveTo>
                    <a:cubicBezTo>
                      <a:pt x="138" y="1"/>
                      <a:pt x="0" y="169"/>
                      <a:pt x="46" y="352"/>
                    </a:cubicBezTo>
                    <a:lnTo>
                      <a:pt x="1772" y="7470"/>
                    </a:lnTo>
                    <a:cubicBezTo>
                      <a:pt x="1803" y="7607"/>
                      <a:pt x="1925" y="7684"/>
                      <a:pt x="2047" y="7684"/>
                    </a:cubicBezTo>
                    <a:lnTo>
                      <a:pt x="13014" y="7684"/>
                    </a:lnTo>
                    <a:cubicBezTo>
                      <a:pt x="13197" y="7684"/>
                      <a:pt x="13335" y="7516"/>
                      <a:pt x="13289" y="7348"/>
                    </a:cubicBezTo>
                    <a:lnTo>
                      <a:pt x="11563" y="215"/>
                    </a:lnTo>
                    <a:cubicBezTo>
                      <a:pt x="11532" y="92"/>
                      <a:pt x="11410" y="1"/>
                      <a:pt x="112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1649;p72">
                <a:extLst>
                  <a:ext uri="{FF2B5EF4-FFF2-40B4-BE49-F238E27FC236}">
                    <a16:creationId xmlns:a16="http://schemas.microsoft.com/office/drawing/2014/main" id="{6149F4D3-A1A5-FA94-DC29-010349BE9614}"/>
                  </a:ext>
                </a:extLst>
              </p:cNvPr>
              <p:cNvSpPr/>
              <p:nvPr/>
            </p:nvSpPr>
            <p:spPr>
              <a:xfrm>
                <a:off x="1288600" y="1563375"/>
                <a:ext cx="333000" cy="192100"/>
              </a:xfrm>
              <a:custGeom>
                <a:avLst/>
                <a:gdLst/>
                <a:ahLst/>
                <a:cxnLst/>
                <a:rect l="l" t="t" r="r" b="b"/>
                <a:pathLst>
                  <a:path w="13320" h="7684" extrusionOk="0">
                    <a:moveTo>
                      <a:pt x="306" y="1"/>
                    </a:moveTo>
                    <a:cubicBezTo>
                      <a:pt x="214" y="1"/>
                      <a:pt x="138" y="47"/>
                      <a:pt x="92" y="108"/>
                    </a:cubicBezTo>
                    <a:cubicBezTo>
                      <a:pt x="31" y="169"/>
                      <a:pt x="0" y="260"/>
                      <a:pt x="31" y="352"/>
                    </a:cubicBezTo>
                    <a:lnTo>
                      <a:pt x="1757" y="7470"/>
                    </a:lnTo>
                    <a:cubicBezTo>
                      <a:pt x="1787" y="7607"/>
                      <a:pt x="1894" y="7684"/>
                      <a:pt x="2032" y="7684"/>
                    </a:cubicBezTo>
                    <a:lnTo>
                      <a:pt x="12999" y="7684"/>
                    </a:lnTo>
                    <a:cubicBezTo>
                      <a:pt x="13182" y="7684"/>
                      <a:pt x="13319" y="7516"/>
                      <a:pt x="13274" y="7348"/>
                    </a:cubicBezTo>
                    <a:lnTo>
                      <a:pt x="11532" y="215"/>
                    </a:lnTo>
                    <a:cubicBezTo>
                      <a:pt x="11502" y="92"/>
                      <a:pt x="11395" y="1"/>
                      <a:pt x="11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1650;p72">
                <a:extLst>
                  <a:ext uri="{FF2B5EF4-FFF2-40B4-BE49-F238E27FC236}">
                    <a16:creationId xmlns:a16="http://schemas.microsoft.com/office/drawing/2014/main" id="{23E0FD2E-A007-F5A0-6419-C1759A35EB61}"/>
                  </a:ext>
                </a:extLst>
              </p:cNvPr>
              <p:cNvSpPr/>
              <p:nvPr/>
            </p:nvSpPr>
            <p:spPr>
              <a:xfrm>
                <a:off x="1433325" y="1647775"/>
                <a:ext cx="35150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605" extrusionOk="0">
                    <a:moveTo>
                      <a:pt x="1268" y="596"/>
                    </a:moveTo>
                    <a:cubicBezTo>
                      <a:pt x="1406" y="963"/>
                      <a:pt x="1283" y="1360"/>
                      <a:pt x="963" y="1482"/>
                    </a:cubicBezTo>
                    <a:cubicBezTo>
                      <a:pt x="657" y="1604"/>
                      <a:pt x="291" y="1406"/>
                      <a:pt x="138" y="1024"/>
                    </a:cubicBezTo>
                    <a:cubicBezTo>
                      <a:pt x="0" y="642"/>
                      <a:pt x="138" y="245"/>
                      <a:pt x="443" y="123"/>
                    </a:cubicBezTo>
                    <a:cubicBezTo>
                      <a:pt x="749" y="0"/>
                      <a:pt x="1115" y="214"/>
                      <a:pt x="1268" y="5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1651;p72">
                <a:extLst>
                  <a:ext uri="{FF2B5EF4-FFF2-40B4-BE49-F238E27FC236}">
                    <a16:creationId xmlns:a16="http://schemas.microsoft.com/office/drawing/2014/main" id="{D0D016E0-9FEA-AD00-BDF4-F9BB703952F4}"/>
                  </a:ext>
                </a:extLst>
              </p:cNvPr>
              <p:cNvSpPr/>
              <p:nvPr/>
            </p:nvSpPr>
            <p:spPr>
              <a:xfrm>
                <a:off x="1768200" y="1134950"/>
                <a:ext cx="372725" cy="247075"/>
              </a:xfrm>
              <a:custGeom>
                <a:avLst/>
                <a:gdLst/>
                <a:ahLst/>
                <a:cxnLst/>
                <a:rect l="l" t="t" r="r" b="b"/>
                <a:pathLst>
                  <a:path w="14909" h="9883" extrusionOk="0">
                    <a:moveTo>
                      <a:pt x="14908" y="794"/>
                    </a:moveTo>
                    <a:lnTo>
                      <a:pt x="14908" y="9073"/>
                    </a:lnTo>
                    <a:cubicBezTo>
                      <a:pt x="14908" y="9516"/>
                      <a:pt x="14557" y="9883"/>
                      <a:pt x="14114" y="9883"/>
                    </a:cubicBezTo>
                    <a:lnTo>
                      <a:pt x="795" y="9883"/>
                    </a:lnTo>
                    <a:cubicBezTo>
                      <a:pt x="352" y="9883"/>
                      <a:pt x="1" y="9516"/>
                      <a:pt x="1" y="9073"/>
                    </a:cubicBezTo>
                    <a:lnTo>
                      <a:pt x="1" y="794"/>
                    </a:lnTo>
                    <a:cubicBezTo>
                      <a:pt x="1" y="352"/>
                      <a:pt x="352" y="0"/>
                      <a:pt x="795" y="0"/>
                    </a:cubicBezTo>
                    <a:lnTo>
                      <a:pt x="14114" y="0"/>
                    </a:lnTo>
                    <a:cubicBezTo>
                      <a:pt x="14557" y="0"/>
                      <a:pt x="14908" y="352"/>
                      <a:pt x="14908" y="79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1652;p72">
                <a:extLst>
                  <a:ext uri="{FF2B5EF4-FFF2-40B4-BE49-F238E27FC236}">
                    <a16:creationId xmlns:a16="http://schemas.microsoft.com/office/drawing/2014/main" id="{FFF0A662-9C9C-AD6D-5A04-2452C35B88AC}"/>
                  </a:ext>
                </a:extLst>
              </p:cNvPr>
              <p:cNvSpPr/>
              <p:nvPr/>
            </p:nvSpPr>
            <p:spPr>
              <a:xfrm>
                <a:off x="1846475" y="1179225"/>
                <a:ext cx="351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325" extrusionOk="0">
                    <a:moveTo>
                      <a:pt x="1406" y="1"/>
                    </a:moveTo>
                    <a:cubicBezTo>
                      <a:pt x="963" y="1"/>
                      <a:pt x="597" y="368"/>
                      <a:pt x="597" y="811"/>
                    </a:cubicBezTo>
                    <a:lnTo>
                      <a:pt x="597" y="2246"/>
                    </a:lnTo>
                    <a:cubicBezTo>
                      <a:pt x="597" y="2353"/>
                      <a:pt x="566" y="2460"/>
                      <a:pt x="490" y="2537"/>
                    </a:cubicBezTo>
                    <a:lnTo>
                      <a:pt x="200" y="2811"/>
                    </a:lnTo>
                    <a:cubicBezTo>
                      <a:pt x="1" y="3010"/>
                      <a:pt x="1" y="3315"/>
                      <a:pt x="200" y="3514"/>
                    </a:cubicBezTo>
                    <a:lnTo>
                      <a:pt x="490" y="3804"/>
                    </a:lnTo>
                    <a:cubicBezTo>
                      <a:pt x="566" y="3881"/>
                      <a:pt x="597" y="3988"/>
                      <a:pt x="597" y="4094"/>
                    </a:cubicBezTo>
                    <a:lnTo>
                      <a:pt x="597" y="5530"/>
                    </a:lnTo>
                    <a:cubicBezTo>
                      <a:pt x="597" y="5958"/>
                      <a:pt x="963" y="6325"/>
                      <a:pt x="1406" y="6325"/>
                    </a:cubicBezTo>
                    <a:lnTo>
                      <a:pt x="1406" y="5927"/>
                    </a:lnTo>
                    <a:cubicBezTo>
                      <a:pt x="1177" y="5927"/>
                      <a:pt x="1009" y="5744"/>
                      <a:pt x="1009" y="5515"/>
                    </a:cubicBezTo>
                    <a:lnTo>
                      <a:pt x="1009" y="4079"/>
                    </a:lnTo>
                    <a:cubicBezTo>
                      <a:pt x="1009" y="3865"/>
                      <a:pt x="917" y="3667"/>
                      <a:pt x="765" y="3514"/>
                    </a:cubicBezTo>
                    <a:lnTo>
                      <a:pt x="474" y="3224"/>
                    </a:lnTo>
                    <a:cubicBezTo>
                      <a:pt x="444" y="3193"/>
                      <a:pt x="444" y="3132"/>
                      <a:pt x="474" y="3102"/>
                    </a:cubicBezTo>
                    <a:lnTo>
                      <a:pt x="765" y="2811"/>
                    </a:lnTo>
                    <a:cubicBezTo>
                      <a:pt x="917" y="2659"/>
                      <a:pt x="1009" y="2460"/>
                      <a:pt x="1009" y="2246"/>
                    </a:cubicBezTo>
                    <a:lnTo>
                      <a:pt x="1009" y="811"/>
                    </a:lnTo>
                    <a:cubicBezTo>
                      <a:pt x="1009" y="581"/>
                      <a:pt x="1177" y="413"/>
                      <a:pt x="1406" y="413"/>
                    </a:cubicBez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1653;p72">
                <a:extLst>
                  <a:ext uri="{FF2B5EF4-FFF2-40B4-BE49-F238E27FC236}">
                    <a16:creationId xmlns:a16="http://schemas.microsoft.com/office/drawing/2014/main" id="{B7DB5ACB-BCDB-9847-2C19-F65BD7AD012F}"/>
                  </a:ext>
                </a:extLst>
              </p:cNvPr>
              <p:cNvSpPr/>
              <p:nvPr/>
            </p:nvSpPr>
            <p:spPr>
              <a:xfrm>
                <a:off x="2027475" y="1179225"/>
                <a:ext cx="351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325" extrusionOk="0">
                    <a:moveTo>
                      <a:pt x="1" y="1"/>
                    </a:moveTo>
                    <a:lnTo>
                      <a:pt x="1" y="413"/>
                    </a:lnTo>
                    <a:cubicBezTo>
                      <a:pt x="230" y="413"/>
                      <a:pt x="398" y="597"/>
                      <a:pt x="398" y="811"/>
                    </a:cubicBezTo>
                    <a:lnTo>
                      <a:pt x="398" y="2246"/>
                    </a:lnTo>
                    <a:cubicBezTo>
                      <a:pt x="398" y="2460"/>
                      <a:pt x="490" y="2659"/>
                      <a:pt x="642" y="2811"/>
                    </a:cubicBezTo>
                    <a:lnTo>
                      <a:pt x="933" y="3102"/>
                    </a:lnTo>
                    <a:cubicBezTo>
                      <a:pt x="963" y="3132"/>
                      <a:pt x="963" y="3193"/>
                      <a:pt x="933" y="3239"/>
                    </a:cubicBezTo>
                    <a:lnTo>
                      <a:pt x="642" y="3514"/>
                    </a:lnTo>
                    <a:cubicBezTo>
                      <a:pt x="490" y="3667"/>
                      <a:pt x="398" y="3881"/>
                      <a:pt x="398" y="4094"/>
                    </a:cubicBezTo>
                    <a:lnTo>
                      <a:pt x="398" y="5530"/>
                    </a:lnTo>
                    <a:cubicBezTo>
                      <a:pt x="398" y="5744"/>
                      <a:pt x="230" y="5927"/>
                      <a:pt x="1" y="5927"/>
                    </a:cubicBezTo>
                    <a:lnTo>
                      <a:pt x="1" y="6325"/>
                    </a:lnTo>
                    <a:cubicBezTo>
                      <a:pt x="444" y="6325"/>
                      <a:pt x="811" y="5973"/>
                      <a:pt x="811" y="5530"/>
                    </a:cubicBezTo>
                    <a:lnTo>
                      <a:pt x="811" y="4094"/>
                    </a:lnTo>
                    <a:cubicBezTo>
                      <a:pt x="811" y="3972"/>
                      <a:pt x="841" y="3881"/>
                      <a:pt x="917" y="3804"/>
                    </a:cubicBezTo>
                    <a:lnTo>
                      <a:pt x="1208" y="3514"/>
                    </a:lnTo>
                    <a:cubicBezTo>
                      <a:pt x="1406" y="3315"/>
                      <a:pt x="1406" y="3010"/>
                      <a:pt x="1208" y="2811"/>
                    </a:cubicBezTo>
                    <a:lnTo>
                      <a:pt x="917" y="2537"/>
                    </a:lnTo>
                    <a:cubicBezTo>
                      <a:pt x="841" y="2460"/>
                      <a:pt x="811" y="2353"/>
                      <a:pt x="811" y="2246"/>
                    </a:cubicBezTo>
                    <a:lnTo>
                      <a:pt x="811" y="811"/>
                    </a:lnTo>
                    <a:cubicBezTo>
                      <a:pt x="811" y="368"/>
                      <a:pt x="444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1654;p72">
                <a:extLst>
                  <a:ext uri="{FF2B5EF4-FFF2-40B4-BE49-F238E27FC236}">
                    <a16:creationId xmlns:a16="http://schemas.microsoft.com/office/drawing/2014/main" id="{3BDB6647-0DF9-39C4-4073-C024999F6693}"/>
                  </a:ext>
                </a:extLst>
              </p:cNvPr>
              <p:cNvSpPr/>
              <p:nvPr/>
            </p:nvSpPr>
            <p:spPr>
              <a:xfrm>
                <a:off x="1900325" y="1222200"/>
                <a:ext cx="1084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4339" h="3323" extrusionOk="0">
                    <a:moveTo>
                      <a:pt x="948" y="0"/>
                    </a:moveTo>
                    <a:cubicBezTo>
                      <a:pt x="726" y="0"/>
                      <a:pt x="505" y="84"/>
                      <a:pt x="337" y="252"/>
                    </a:cubicBezTo>
                    <a:cubicBezTo>
                      <a:pt x="1" y="588"/>
                      <a:pt x="1" y="1138"/>
                      <a:pt x="337" y="1474"/>
                    </a:cubicBezTo>
                    <a:lnTo>
                      <a:pt x="948" y="2101"/>
                    </a:lnTo>
                    <a:lnTo>
                      <a:pt x="2170" y="3322"/>
                    </a:lnTo>
                    <a:lnTo>
                      <a:pt x="3392" y="2101"/>
                    </a:lnTo>
                    <a:lnTo>
                      <a:pt x="4003" y="1474"/>
                    </a:lnTo>
                    <a:cubicBezTo>
                      <a:pt x="4339" y="1138"/>
                      <a:pt x="4339" y="588"/>
                      <a:pt x="4003" y="252"/>
                    </a:cubicBezTo>
                    <a:cubicBezTo>
                      <a:pt x="3834" y="84"/>
                      <a:pt x="3613" y="0"/>
                      <a:pt x="3392" y="0"/>
                    </a:cubicBezTo>
                    <a:cubicBezTo>
                      <a:pt x="3170" y="0"/>
                      <a:pt x="2949" y="84"/>
                      <a:pt x="2781" y="252"/>
                    </a:cubicBezTo>
                    <a:lnTo>
                      <a:pt x="2170" y="863"/>
                    </a:lnTo>
                    <a:lnTo>
                      <a:pt x="1559" y="252"/>
                    </a:lnTo>
                    <a:cubicBezTo>
                      <a:pt x="1391" y="84"/>
                      <a:pt x="1169" y="0"/>
                      <a:pt x="9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1655;p72">
                <a:extLst>
                  <a:ext uri="{FF2B5EF4-FFF2-40B4-BE49-F238E27FC236}">
                    <a16:creationId xmlns:a16="http://schemas.microsoft.com/office/drawing/2014/main" id="{65B505C3-9A13-DF46-C259-D107FE2C4637}"/>
                  </a:ext>
                </a:extLst>
              </p:cNvPr>
              <p:cNvSpPr/>
              <p:nvPr/>
            </p:nvSpPr>
            <p:spPr>
              <a:xfrm>
                <a:off x="1573450" y="1076900"/>
                <a:ext cx="141700" cy="141700"/>
              </a:xfrm>
              <a:custGeom>
                <a:avLst/>
                <a:gdLst/>
                <a:ahLst/>
                <a:cxnLst/>
                <a:rect l="l" t="t" r="r" b="b"/>
                <a:pathLst>
                  <a:path w="5668" h="5668" extrusionOk="0">
                    <a:moveTo>
                      <a:pt x="2827" y="1742"/>
                    </a:moveTo>
                    <a:cubicBezTo>
                      <a:pt x="3493" y="1742"/>
                      <a:pt x="4023" y="2338"/>
                      <a:pt x="3911" y="3025"/>
                    </a:cubicBezTo>
                    <a:cubicBezTo>
                      <a:pt x="3835" y="3483"/>
                      <a:pt x="3468" y="3850"/>
                      <a:pt x="3025" y="3911"/>
                    </a:cubicBezTo>
                    <a:cubicBezTo>
                      <a:pt x="2956" y="3923"/>
                      <a:pt x="2889" y="3929"/>
                      <a:pt x="2822" y="3929"/>
                    </a:cubicBezTo>
                    <a:cubicBezTo>
                      <a:pt x="2165" y="3929"/>
                      <a:pt x="1646" y="3338"/>
                      <a:pt x="1757" y="2658"/>
                    </a:cubicBezTo>
                    <a:cubicBezTo>
                      <a:pt x="1834" y="2200"/>
                      <a:pt x="2200" y="1833"/>
                      <a:pt x="2643" y="1757"/>
                    </a:cubicBezTo>
                    <a:cubicBezTo>
                      <a:pt x="2705" y="1747"/>
                      <a:pt x="2767" y="1742"/>
                      <a:pt x="2827" y="1742"/>
                    </a:cubicBezTo>
                    <a:close/>
                    <a:moveTo>
                      <a:pt x="2643" y="1"/>
                    </a:moveTo>
                    <a:cubicBezTo>
                      <a:pt x="2491" y="1"/>
                      <a:pt x="2384" y="123"/>
                      <a:pt x="2384" y="260"/>
                    </a:cubicBezTo>
                    <a:lnTo>
                      <a:pt x="2384" y="902"/>
                    </a:lnTo>
                    <a:cubicBezTo>
                      <a:pt x="2170" y="948"/>
                      <a:pt x="1971" y="1039"/>
                      <a:pt x="1788" y="1146"/>
                    </a:cubicBezTo>
                    <a:lnTo>
                      <a:pt x="1345" y="703"/>
                    </a:lnTo>
                    <a:cubicBezTo>
                      <a:pt x="1292" y="650"/>
                      <a:pt x="1223" y="623"/>
                      <a:pt x="1154" y="623"/>
                    </a:cubicBezTo>
                    <a:cubicBezTo>
                      <a:pt x="1085" y="623"/>
                      <a:pt x="1017" y="650"/>
                      <a:pt x="963" y="703"/>
                    </a:cubicBezTo>
                    <a:lnTo>
                      <a:pt x="688" y="963"/>
                    </a:lnTo>
                    <a:cubicBezTo>
                      <a:pt x="597" y="1070"/>
                      <a:pt x="597" y="1238"/>
                      <a:pt x="688" y="1345"/>
                    </a:cubicBezTo>
                    <a:lnTo>
                      <a:pt x="1146" y="1788"/>
                    </a:lnTo>
                    <a:cubicBezTo>
                      <a:pt x="1024" y="1971"/>
                      <a:pt x="948" y="2169"/>
                      <a:pt x="902" y="2383"/>
                    </a:cubicBezTo>
                    <a:lnTo>
                      <a:pt x="261" y="2383"/>
                    </a:lnTo>
                    <a:cubicBezTo>
                      <a:pt x="123" y="2383"/>
                      <a:pt x="1" y="2505"/>
                      <a:pt x="1" y="2643"/>
                    </a:cubicBezTo>
                    <a:lnTo>
                      <a:pt x="1" y="3025"/>
                    </a:lnTo>
                    <a:cubicBezTo>
                      <a:pt x="1" y="3178"/>
                      <a:pt x="123" y="3300"/>
                      <a:pt x="261" y="3300"/>
                    </a:cubicBezTo>
                    <a:lnTo>
                      <a:pt x="902" y="3300"/>
                    </a:lnTo>
                    <a:cubicBezTo>
                      <a:pt x="948" y="3514"/>
                      <a:pt x="1024" y="3697"/>
                      <a:pt x="1146" y="3880"/>
                    </a:cubicBezTo>
                    <a:lnTo>
                      <a:pt x="688" y="4338"/>
                    </a:lnTo>
                    <a:cubicBezTo>
                      <a:pt x="597" y="4430"/>
                      <a:pt x="597" y="4598"/>
                      <a:pt x="688" y="4705"/>
                    </a:cubicBezTo>
                    <a:lnTo>
                      <a:pt x="963" y="4980"/>
                    </a:lnTo>
                    <a:cubicBezTo>
                      <a:pt x="1017" y="5033"/>
                      <a:pt x="1085" y="5060"/>
                      <a:pt x="1154" y="5060"/>
                    </a:cubicBezTo>
                    <a:cubicBezTo>
                      <a:pt x="1223" y="5060"/>
                      <a:pt x="1292" y="5033"/>
                      <a:pt x="1345" y="4980"/>
                    </a:cubicBezTo>
                    <a:lnTo>
                      <a:pt x="1788" y="4537"/>
                    </a:lnTo>
                    <a:cubicBezTo>
                      <a:pt x="1971" y="4644"/>
                      <a:pt x="2170" y="4720"/>
                      <a:pt x="2384" y="4781"/>
                    </a:cubicBezTo>
                    <a:lnTo>
                      <a:pt x="2384" y="5408"/>
                    </a:lnTo>
                    <a:cubicBezTo>
                      <a:pt x="2384" y="5560"/>
                      <a:pt x="2491" y="5667"/>
                      <a:pt x="2643" y="5667"/>
                    </a:cubicBezTo>
                    <a:lnTo>
                      <a:pt x="3025" y="5667"/>
                    </a:lnTo>
                    <a:cubicBezTo>
                      <a:pt x="3178" y="5667"/>
                      <a:pt x="3300" y="5560"/>
                      <a:pt x="3300" y="5408"/>
                    </a:cubicBezTo>
                    <a:lnTo>
                      <a:pt x="3300" y="4781"/>
                    </a:lnTo>
                    <a:cubicBezTo>
                      <a:pt x="3499" y="4720"/>
                      <a:pt x="3697" y="4644"/>
                      <a:pt x="3881" y="4537"/>
                    </a:cubicBezTo>
                    <a:lnTo>
                      <a:pt x="4324" y="4980"/>
                    </a:lnTo>
                    <a:cubicBezTo>
                      <a:pt x="4377" y="5033"/>
                      <a:pt x="4446" y="5060"/>
                      <a:pt x="4514" y="5060"/>
                    </a:cubicBezTo>
                    <a:cubicBezTo>
                      <a:pt x="4583" y="5060"/>
                      <a:pt x="4652" y="5033"/>
                      <a:pt x="4705" y="4980"/>
                    </a:cubicBezTo>
                    <a:lnTo>
                      <a:pt x="4980" y="4705"/>
                    </a:lnTo>
                    <a:cubicBezTo>
                      <a:pt x="5072" y="4598"/>
                      <a:pt x="5072" y="4430"/>
                      <a:pt x="4980" y="4338"/>
                    </a:cubicBezTo>
                    <a:lnTo>
                      <a:pt x="4522" y="3880"/>
                    </a:lnTo>
                    <a:cubicBezTo>
                      <a:pt x="4644" y="3712"/>
                      <a:pt x="4721" y="3514"/>
                      <a:pt x="4766" y="3300"/>
                    </a:cubicBezTo>
                    <a:lnTo>
                      <a:pt x="5408" y="3300"/>
                    </a:lnTo>
                    <a:cubicBezTo>
                      <a:pt x="5545" y="3300"/>
                      <a:pt x="5668" y="3178"/>
                      <a:pt x="5668" y="3025"/>
                    </a:cubicBezTo>
                    <a:lnTo>
                      <a:pt x="5668" y="2643"/>
                    </a:lnTo>
                    <a:cubicBezTo>
                      <a:pt x="5668" y="2490"/>
                      <a:pt x="5545" y="2383"/>
                      <a:pt x="5408" y="2383"/>
                    </a:cubicBezTo>
                    <a:lnTo>
                      <a:pt x="4766" y="2383"/>
                    </a:lnTo>
                    <a:cubicBezTo>
                      <a:pt x="4721" y="2169"/>
                      <a:pt x="4644" y="1971"/>
                      <a:pt x="4522" y="1788"/>
                    </a:cubicBezTo>
                    <a:lnTo>
                      <a:pt x="4980" y="1345"/>
                    </a:lnTo>
                    <a:cubicBezTo>
                      <a:pt x="5072" y="1238"/>
                      <a:pt x="5072" y="1070"/>
                      <a:pt x="4980" y="963"/>
                    </a:cubicBezTo>
                    <a:lnTo>
                      <a:pt x="4705" y="703"/>
                    </a:lnTo>
                    <a:cubicBezTo>
                      <a:pt x="4652" y="650"/>
                      <a:pt x="4583" y="623"/>
                      <a:pt x="4514" y="623"/>
                    </a:cubicBezTo>
                    <a:cubicBezTo>
                      <a:pt x="4446" y="623"/>
                      <a:pt x="4377" y="650"/>
                      <a:pt x="4324" y="703"/>
                    </a:cubicBezTo>
                    <a:lnTo>
                      <a:pt x="3881" y="1146"/>
                    </a:lnTo>
                    <a:cubicBezTo>
                      <a:pt x="3697" y="1039"/>
                      <a:pt x="3499" y="948"/>
                      <a:pt x="3300" y="902"/>
                    </a:cubicBezTo>
                    <a:lnTo>
                      <a:pt x="3300" y="260"/>
                    </a:lnTo>
                    <a:cubicBezTo>
                      <a:pt x="3300" y="123"/>
                      <a:pt x="3178" y="1"/>
                      <a:pt x="30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1656;p72">
                <a:extLst>
                  <a:ext uri="{FF2B5EF4-FFF2-40B4-BE49-F238E27FC236}">
                    <a16:creationId xmlns:a16="http://schemas.microsoft.com/office/drawing/2014/main" id="{161BE58A-03DC-1F41-533F-F72324EA7A12}"/>
                  </a:ext>
                </a:extLst>
              </p:cNvPr>
              <p:cNvSpPr/>
              <p:nvPr/>
            </p:nvSpPr>
            <p:spPr>
              <a:xfrm>
                <a:off x="1358850" y="1305250"/>
                <a:ext cx="155450" cy="72575"/>
              </a:xfrm>
              <a:custGeom>
                <a:avLst/>
                <a:gdLst/>
                <a:ahLst/>
                <a:cxnLst/>
                <a:rect l="l" t="t" r="r" b="b"/>
                <a:pathLst>
                  <a:path w="6218" h="2903" extrusionOk="0">
                    <a:moveTo>
                      <a:pt x="3300" y="0"/>
                    </a:moveTo>
                    <a:cubicBezTo>
                      <a:pt x="2032" y="0"/>
                      <a:pt x="948" y="810"/>
                      <a:pt x="551" y="1956"/>
                    </a:cubicBezTo>
                    <a:lnTo>
                      <a:pt x="1" y="1833"/>
                    </a:lnTo>
                    <a:lnTo>
                      <a:pt x="413" y="2551"/>
                    </a:lnTo>
                    <a:lnTo>
                      <a:pt x="627" y="2903"/>
                    </a:lnTo>
                    <a:lnTo>
                      <a:pt x="673" y="2903"/>
                    </a:lnTo>
                    <a:lnTo>
                      <a:pt x="963" y="2689"/>
                    </a:lnTo>
                    <a:lnTo>
                      <a:pt x="1666" y="2185"/>
                    </a:lnTo>
                    <a:lnTo>
                      <a:pt x="1116" y="2078"/>
                    </a:lnTo>
                    <a:cubicBezTo>
                      <a:pt x="1452" y="1192"/>
                      <a:pt x="2307" y="566"/>
                      <a:pt x="3300" y="566"/>
                    </a:cubicBezTo>
                    <a:cubicBezTo>
                      <a:pt x="4507" y="566"/>
                      <a:pt x="5515" y="1482"/>
                      <a:pt x="5637" y="2643"/>
                    </a:cubicBezTo>
                    <a:cubicBezTo>
                      <a:pt x="5652" y="2796"/>
                      <a:pt x="5774" y="2903"/>
                      <a:pt x="5927" y="2903"/>
                    </a:cubicBezTo>
                    <a:cubicBezTo>
                      <a:pt x="6095" y="2903"/>
                      <a:pt x="6217" y="2765"/>
                      <a:pt x="6202" y="2582"/>
                    </a:cubicBezTo>
                    <a:cubicBezTo>
                      <a:pt x="6034" y="1131"/>
                      <a:pt x="4797" y="0"/>
                      <a:pt x="3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1657;p72">
                <a:extLst>
                  <a:ext uri="{FF2B5EF4-FFF2-40B4-BE49-F238E27FC236}">
                    <a16:creationId xmlns:a16="http://schemas.microsoft.com/office/drawing/2014/main" id="{499B402E-FFE6-FDE3-8CED-793EE2C98798}"/>
                  </a:ext>
                </a:extLst>
              </p:cNvPr>
              <p:cNvSpPr/>
              <p:nvPr/>
            </p:nvSpPr>
            <p:spPr>
              <a:xfrm>
                <a:off x="1367650" y="1397275"/>
                <a:ext cx="155050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6202" h="2918" extrusionOk="0">
                    <a:moveTo>
                      <a:pt x="290" y="1"/>
                    </a:moveTo>
                    <a:cubicBezTo>
                      <a:pt x="122" y="1"/>
                      <a:pt x="0" y="153"/>
                      <a:pt x="15" y="321"/>
                    </a:cubicBezTo>
                    <a:cubicBezTo>
                      <a:pt x="168" y="1772"/>
                      <a:pt x="1405" y="2918"/>
                      <a:pt x="2902" y="2918"/>
                    </a:cubicBezTo>
                    <a:cubicBezTo>
                      <a:pt x="4185" y="2918"/>
                      <a:pt x="5270" y="2093"/>
                      <a:pt x="5652" y="963"/>
                    </a:cubicBezTo>
                    <a:lnTo>
                      <a:pt x="6201" y="1070"/>
                    </a:lnTo>
                    <a:lnTo>
                      <a:pt x="5804" y="367"/>
                    </a:lnTo>
                    <a:lnTo>
                      <a:pt x="5590" y="1"/>
                    </a:lnTo>
                    <a:lnTo>
                      <a:pt x="5529" y="1"/>
                    </a:lnTo>
                    <a:lnTo>
                      <a:pt x="5239" y="214"/>
                    </a:lnTo>
                    <a:lnTo>
                      <a:pt x="4552" y="718"/>
                    </a:lnTo>
                    <a:lnTo>
                      <a:pt x="5102" y="841"/>
                    </a:lnTo>
                    <a:cubicBezTo>
                      <a:pt x="4766" y="1727"/>
                      <a:pt x="3910" y="2353"/>
                      <a:pt x="2902" y="2353"/>
                    </a:cubicBezTo>
                    <a:cubicBezTo>
                      <a:pt x="1696" y="2353"/>
                      <a:pt x="703" y="1436"/>
                      <a:pt x="581" y="260"/>
                    </a:cubicBezTo>
                    <a:cubicBezTo>
                      <a:pt x="550" y="123"/>
                      <a:pt x="443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1658;p72">
                <a:extLst>
                  <a:ext uri="{FF2B5EF4-FFF2-40B4-BE49-F238E27FC236}">
                    <a16:creationId xmlns:a16="http://schemas.microsoft.com/office/drawing/2014/main" id="{803A781E-6CBE-BDBC-FC8F-C3F95D23123D}"/>
                  </a:ext>
                </a:extLst>
              </p:cNvPr>
              <p:cNvSpPr/>
              <p:nvPr/>
            </p:nvSpPr>
            <p:spPr>
              <a:xfrm>
                <a:off x="1374525" y="1377800"/>
                <a:ext cx="1150" cy="8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32" extrusionOk="0">
                    <a:moveTo>
                      <a:pt x="0" y="1"/>
                    </a:moveTo>
                    <a:lnTo>
                      <a:pt x="15" y="31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EEF8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4" name="CaixaDeTexto 593">
            <a:extLst>
              <a:ext uri="{FF2B5EF4-FFF2-40B4-BE49-F238E27FC236}">
                <a16:creationId xmlns:a16="http://schemas.microsoft.com/office/drawing/2014/main" id="{D3B8A712-E5F7-74A5-CE2F-0E78B57EDC0D}"/>
              </a:ext>
            </a:extLst>
          </p:cNvPr>
          <p:cNvSpPr txBox="1"/>
          <p:nvPr/>
        </p:nvSpPr>
        <p:spPr>
          <a:xfrm>
            <a:off x="195942" y="3344302"/>
            <a:ext cx="4484915" cy="1481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b="1" dirty="0">
                <a:solidFill>
                  <a:schemeClr val="tx1"/>
                </a:solidFill>
                <a:latin typeface="Castellar" panose="020A0402060406010301" pitchFamily="18" charset="0"/>
              </a:rPr>
              <a:t>Aluno</a:t>
            </a:r>
          </a:p>
          <a:p>
            <a:pPr>
              <a:lnSpc>
                <a:spcPct val="150000"/>
              </a:lnSpc>
            </a:pPr>
            <a:r>
              <a:rPr lang="pt-PT" sz="1200" dirty="0">
                <a:solidFill>
                  <a:schemeClr val="tx1"/>
                </a:solidFill>
                <a:latin typeface="Castellar" panose="020A0402060406010301" pitchFamily="18" charset="0"/>
              </a:rPr>
              <a:t> João Paulo Peixoto Castro (PG53929)</a:t>
            </a:r>
          </a:p>
          <a:p>
            <a:endParaRPr lang="pt-PT" dirty="0">
              <a:solidFill>
                <a:schemeClr val="tx1"/>
              </a:solidFill>
              <a:latin typeface="Castellar" panose="020A0402060406010301" pitchFamily="18" charset="0"/>
            </a:endParaRPr>
          </a:p>
          <a:p>
            <a:pPr>
              <a:lnSpc>
                <a:spcPct val="150000"/>
              </a:lnSpc>
            </a:pPr>
            <a:r>
              <a:rPr lang="pt-PT" b="1" dirty="0">
                <a:solidFill>
                  <a:schemeClr val="tx1"/>
                </a:solidFill>
                <a:latin typeface="Castellar" panose="020A0402060406010301" pitchFamily="18" charset="0"/>
              </a:rPr>
              <a:t>Orientador</a:t>
            </a:r>
          </a:p>
          <a:p>
            <a:pPr>
              <a:lnSpc>
                <a:spcPct val="150000"/>
              </a:lnSpc>
            </a:pPr>
            <a:r>
              <a:rPr lang="pt-PT" sz="1200" dirty="0">
                <a:solidFill>
                  <a:schemeClr val="tx1"/>
                </a:solidFill>
                <a:latin typeface="Castellar" panose="020A0402060406010301" pitchFamily="18" charset="0"/>
              </a:rPr>
              <a:t> Prof. José </a:t>
            </a:r>
            <a:r>
              <a:rPr lang="pt-PT" sz="1200" dirty="0" err="1">
                <a:solidFill>
                  <a:schemeClr val="tx1"/>
                </a:solidFill>
                <a:latin typeface="Castellar" panose="020A0402060406010301" pitchFamily="18" charset="0"/>
              </a:rPr>
              <a:t>Creissac</a:t>
            </a:r>
            <a:r>
              <a:rPr lang="pt-PT" sz="1200" dirty="0">
                <a:solidFill>
                  <a:schemeClr val="tx1"/>
                </a:solidFill>
                <a:latin typeface="Castellar" panose="020A0402060406010301" pitchFamily="18" charset="0"/>
              </a:rPr>
              <a:t> Campos</a:t>
            </a:r>
          </a:p>
        </p:txBody>
      </p:sp>
      <p:pic>
        <p:nvPicPr>
          <p:cNvPr id="3" name="Imagem 2" descr="Uma imagem com texto, captura de ecrã, Tipo de letra, logótipo&#10;&#10;Os conteúdos gerados por IA poderão estar incorretos.">
            <a:extLst>
              <a:ext uri="{FF2B5EF4-FFF2-40B4-BE49-F238E27FC236}">
                <a16:creationId xmlns:a16="http://schemas.microsoft.com/office/drawing/2014/main" id="{BF4BF071-195B-FF19-4E23-FEA1B48A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4" b="56417"/>
          <a:stretch/>
        </p:blipFill>
        <p:spPr>
          <a:xfrm>
            <a:off x="-318575" y="88810"/>
            <a:ext cx="2008946" cy="4794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B2AE9E-1666-B99B-87E9-2E2169E7510B}"/>
              </a:ext>
            </a:extLst>
          </p:cNvPr>
          <p:cNvSpPr txBox="1"/>
          <p:nvPr/>
        </p:nvSpPr>
        <p:spPr>
          <a:xfrm>
            <a:off x="1134125" y="113100"/>
            <a:ext cx="1880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200" b="1" dirty="0">
                <a:solidFill>
                  <a:schemeClr val="tx1">
                    <a:lumMod val="65000"/>
                  </a:schemeClr>
                </a:solidFill>
              </a:rPr>
              <a:t>Universidade do Minho</a:t>
            </a:r>
          </a:p>
          <a:p>
            <a:pPr algn="ctr"/>
            <a:r>
              <a:rPr lang="pt-PT" sz="1000" dirty="0">
                <a:solidFill>
                  <a:schemeClr val="tx1">
                    <a:lumMod val="65000"/>
                  </a:schemeClr>
                </a:solidFill>
              </a:rPr>
              <a:t>Escola de Engenharia</a:t>
            </a:r>
          </a:p>
        </p:txBody>
      </p:sp>
    </p:spTree>
    <p:extLst>
      <p:ext uri="{BB962C8B-B14F-4D97-AF65-F5344CB8AC3E}">
        <p14:creationId xmlns:p14="http://schemas.microsoft.com/office/powerpoint/2010/main" val="10374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8"/>
    </mc:Choice>
    <mc:Fallback xmlns="">
      <p:transition spd="slow" advTm="96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29F0BF02-F46D-B9A4-083A-728C4EA1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EBA2F80C-3F7F-F201-4450-02D316EEC4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03772" y="758726"/>
            <a:ext cx="5013247" cy="27940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Contexto</a:t>
            </a:r>
            <a:br>
              <a:rPr lang="en" sz="4000" dirty="0"/>
            </a:br>
            <a:r>
              <a:rPr lang="en" sz="4000" dirty="0"/>
              <a:t>e</a:t>
            </a:r>
            <a:br>
              <a:rPr lang="en" sz="4000" dirty="0"/>
            </a:br>
            <a:r>
              <a:rPr lang="en" sz="4000" dirty="0"/>
              <a:t>Motivação</a:t>
            </a:r>
            <a:endParaRPr sz="4000" dirty="0"/>
          </a:p>
        </p:txBody>
      </p:sp>
      <p:grpSp>
        <p:nvGrpSpPr>
          <p:cNvPr id="2" name="Google Shape;593;p41">
            <a:extLst>
              <a:ext uri="{FF2B5EF4-FFF2-40B4-BE49-F238E27FC236}">
                <a16:creationId xmlns:a16="http://schemas.microsoft.com/office/drawing/2014/main" id="{FEEA57E3-104F-3DAB-FCBB-4779102C1097}"/>
              </a:ext>
            </a:extLst>
          </p:cNvPr>
          <p:cNvGrpSpPr/>
          <p:nvPr/>
        </p:nvGrpSpPr>
        <p:grpSpPr>
          <a:xfrm>
            <a:off x="5079180" y="1403893"/>
            <a:ext cx="3706425" cy="2961301"/>
            <a:chOff x="0" y="1180413"/>
            <a:chExt cx="3706425" cy="2961301"/>
          </a:xfrm>
        </p:grpSpPr>
        <p:grpSp>
          <p:nvGrpSpPr>
            <p:cNvPr id="3" name="Google Shape;594;p41">
              <a:extLst>
                <a:ext uri="{FF2B5EF4-FFF2-40B4-BE49-F238E27FC236}">
                  <a16:creationId xmlns:a16="http://schemas.microsoft.com/office/drawing/2014/main" id="{3380088F-5161-2119-6B0B-2ABAAA18AEC3}"/>
                </a:ext>
              </a:extLst>
            </p:cNvPr>
            <p:cNvGrpSpPr/>
            <p:nvPr/>
          </p:nvGrpSpPr>
          <p:grpSpPr>
            <a:xfrm>
              <a:off x="713214" y="1180413"/>
              <a:ext cx="2582427" cy="2782667"/>
              <a:chOff x="713214" y="1180413"/>
              <a:chExt cx="2582427" cy="2782667"/>
            </a:xfrm>
          </p:grpSpPr>
          <p:sp>
            <p:nvSpPr>
              <p:cNvPr id="7" name="Google Shape;595;p41">
                <a:extLst>
                  <a:ext uri="{FF2B5EF4-FFF2-40B4-BE49-F238E27FC236}">
                    <a16:creationId xmlns:a16="http://schemas.microsoft.com/office/drawing/2014/main" id="{7DAB6EC0-AC55-372C-F87E-9B3BB4A06976}"/>
                  </a:ext>
                </a:extLst>
              </p:cNvPr>
              <p:cNvSpPr/>
              <p:nvPr/>
            </p:nvSpPr>
            <p:spPr>
              <a:xfrm>
                <a:off x="2478589" y="1342508"/>
                <a:ext cx="817052" cy="762158"/>
              </a:xfrm>
              <a:custGeom>
                <a:avLst/>
                <a:gdLst/>
                <a:ahLst/>
                <a:cxnLst/>
                <a:rect l="l" t="t" r="r" b="b"/>
                <a:pathLst>
                  <a:path w="18635" h="17383" extrusionOk="0">
                    <a:moveTo>
                      <a:pt x="0" y="0"/>
                    </a:moveTo>
                    <a:lnTo>
                      <a:pt x="0" y="17382"/>
                    </a:lnTo>
                    <a:lnTo>
                      <a:pt x="18635" y="17382"/>
                    </a:lnTo>
                    <a:lnTo>
                      <a:pt x="186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96;p41">
                <a:extLst>
                  <a:ext uri="{FF2B5EF4-FFF2-40B4-BE49-F238E27FC236}">
                    <a16:creationId xmlns:a16="http://schemas.microsoft.com/office/drawing/2014/main" id="{8FADCFFC-B4C6-745B-3EA6-B09A5F7B817E}"/>
                  </a:ext>
                </a:extLst>
              </p:cNvPr>
              <p:cNvSpPr/>
              <p:nvPr/>
            </p:nvSpPr>
            <p:spPr>
              <a:xfrm>
                <a:off x="2478589" y="1342508"/>
                <a:ext cx="817052" cy="80412"/>
              </a:xfrm>
              <a:custGeom>
                <a:avLst/>
                <a:gdLst/>
                <a:ahLst/>
                <a:cxnLst/>
                <a:rect l="l" t="t" r="r" b="b"/>
                <a:pathLst>
                  <a:path w="18635" h="1834" extrusionOk="0">
                    <a:moveTo>
                      <a:pt x="0" y="0"/>
                    </a:moveTo>
                    <a:lnTo>
                      <a:pt x="0" y="1833"/>
                    </a:lnTo>
                    <a:lnTo>
                      <a:pt x="18635" y="1833"/>
                    </a:lnTo>
                    <a:lnTo>
                      <a:pt x="186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97;p41">
                <a:extLst>
                  <a:ext uri="{FF2B5EF4-FFF2-40B4-BE49-F238E27FC236}">
                    <a16:creationId xmlns:a16="http://schemas.microsoft.com/office/drawing/2014/main" id="{1DF33652-FAFD-3A7A-0E9D-1D67B1D1CD54}"/>
                  </a:ext>
                </a:extLst>
              </p:cNvPr>
              <p:cNvSpPr/>
              <p:nvPr/>
            </p:nvSpPr>
            <p:spPr>
              <a:xfrm>
                <a:off x="3089350" y="1368596"/>
                <a:ext cx="29508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89" extrusionOk="0">
                    <a:moveTo>
                      <a:pt x="336" y="1"/>
                    </a:moveTo>
                    <a:cubicBezTo>
                      <a:pt x="153" y="1"/>
                      <a:pt x="0" y="154"/>
                      <a:pt x="0" y="352"/>
                    </a:cubicBezTo>
                    <a:cubicBezTo>
                      <a:pt x="0" y="536"/>
                      <a:pt x="153" y="688"/>
                      <a:pt x="336" y="688"/>
                    </a:cubicBezTo>
                    <a:cubicBezTo>
                      <a:pt x="520" y="688"/>
                      <a:pt x="672" y="536"/>
                      <a:pt x="672" y="352"/>
                    </a:cubicBezTo>
                    <a:cubicBezTo>
                      <a:pt x="672" y="154"/>
                      <a:pt x="520" y="1"/>
                      <a:pt x="3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98;p41">
                <a:extLst>
                  <a:ext uri="{FF2B5EF4-FFF2-40B4-BE49-F238E27FC236}">
                    <a16:creationId xmlns:a16="http://schemas.microsoft.com/office/drawing/2014/main" id="{5A32484A-F4D8-C724-5253-0C914BDB3155}"/>
                  </a:ext>
                </a:extLst>
              </p:cNvPr>
              <p:cNvSpPr/>
              <p:nvPr/>
            </p:nvSpPr>
            <p:spPr>
              <a:xfrm>
                <a:off x="3150952" y="1368596"/>
                <a:ext cx="29508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89" extrusionOk="0">
                    <a:moveTo>
                      <a:pt x="337" y="1"/>
                    </a:moveTo>
                    <a:cubicBezTo>
                      <a:pt x="153" y="1"/>
                      <a:pt x="1" y="154"/>
                      <a:pt x="1" y="352"/>
                    </a:cubicBezTo>
                    <a:cubicBezTo>
                      <a:pt x="1" y="536"/>
                      <a:pt x="153" y="688"/>
                      <a:pt x="337" y="688"/>
                    </a:cubicBezTo>
                    <a:cubicBezTo>
                      <a:pt x="520" y="688"/>
                      <a:pt x="673" y="536"/>
                      <a:pt x="673" y="352"/>
                    </a:cubicBezTo>
                    <a:cubicBezTo>
                      <a:pt x="673" y="154"/>
                      <a:pt x="520" y="16"/>
                      <a:pt x="3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99;p41">
                <a:extLst>
                  <a:ext uri="{FF2B5EF4-FFF2-40B4-BE49-F238E27FC236}">
                    <a16:creationId xmlns:a16="http://schemas.microsoft.com/office/drawing/2014/main" id="{76D5E0A0-873F-80FF-819E-D5EE5FC6D2F9}"/>
                  </a:ext>
                </a:extLst>
              </p:cNvPr>
              <p:cNvSpPr/>
              <p:nvPr/>
            </p:nvSpPr>
            <p:spPr>
              <a:xfrm>
                <a:off x="3208564" y="1370613"/>
                <a:ext cx="29508" cy="29508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73" extrusionOk="0">
                    <a:moveTo>
                      <a:pt x="336" y="1"/>
                    </a:moveTo>
                    <a:cubicBezTo>
                      <a:pt x="138" y="1"/>
                      <a:pt x="0" y="153"/>
                      <a:pt x="0" y="337"/>
                    </a:cubicBezTo>
                    <a:cubicBezTo>
                      <a:pt x="0" y="520"/>
                      <a:pt x="138" y="673"/>
                      <a:pt x="336" y="673"/>
                    </a:cubicBezTo>
                    <a:cubicBezTo>
                      <a:pt x="519" y="673"/>
                      <a:pt x="672" y="520"/>
                      <a:pt x="672" y="337"/>
                    </a:cubicBezTo>
                    <a:cubicBezTo>
                      <a:pt x="672" y="153"/>
                      <a:pt x="519" y="1"/>
                      <a:pt x="3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00;p41">
                <a:extLst>
                  <a:ext uri="{FF2B5EF4-FFF2-40B4-BE49-F238E27FC236}">
                    <a16:creationId xmlns:a16="http://schemas.microsoft.com/office/drawing/2014/main" id="{E6F75982-F14C-C564-3522-72B164F66F85}"/>
                  </a:ext>
                </a:extLst>
              </p:cNvPr>
              <p:cNvSpPr/>
              <p:nvPr/>
            </p:nvSpPr>
            <p:spPr>
              <a:xfrm>
                <a:off x="2623891" y="1497851"/>
                <a:ext cx="115926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643" y="230"/>
                    </a:lnTo>
                    <a:lnTo>
                      <a:pt x="26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01;p41">
                <a:extLst>
                  <a:ext uri="{FF2B5EF4-FFF2-40B4-BE49-F238E27FC236}">
                    <a16:creationId xmlns:a16="http://schemas.microsoft.com/office/drawing/2014/main" id="{4291B722-EAAE-2662-99FE-8DE852A32A8F}"/>
                  </a:ext>
                </a:extLst>
              </p:cNvPr>
              <p:cNvSpPr/>
              <p:nvPr/>
            </p:nvSpPr>
            <p:spPr>
              <a:xfrm>
                <a:off x="2759854" y="1497851"/>
                <a:ext cx="115882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643" y="230"/>
                    </a:lnTo>
                    <a:lnTo>
                      <a:pt x="26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02;p41">
                <a:extLst>
                  <a:ext uri="{FF2B5EF4-FFF2-40B4-BE49-F238E27FC236}">
                    <a16:creationId xmlns:a16="http://schemas.microsoft.com/office/drawing/2014/main" id="{8F09511D-5CB6-AAB0-032D-13C0FA78EBB8}"/>
                  </a:ext>
                </a:extLst>
              </p:cNvPr>
              <p:cNvSpPr/>
              <p:nvPr/>
            </p:nvSpPr>
            <p:spPr>
              <a:xfrm>
                <a:off x="2659406" y="1550772"/>
                <a:ext cx="179501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4094" h="215" extrusionOk="0">
                    <a:moveTo>
                      <a:pt x="0" y="0"/>
                    </a:moveTo>
                    <a:lnTo>
                      <a:pt x="0" y="214"/>
                    </a:lnTo>
                    <a:lnTo>
                      <a:pt x="4094" y="214"/>
                    </a:lnTo>
                    <a:lnTo>
                      <a:pt x="40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03;p41">
                <a:extLst>
                  <a:ext uri="{FF2B5EF4-FFF2-40B4-BE49-F238E27FC236}">
                    <a16:creationId xmlns:a16="http://schemas.microsoft.com/office/drawing/2014/main" id="{85128BF2-506A-3E66-9211-36443778DADB}"/>
                  </a:ext>
                </a:extLst>
              </p:cNvPr>
              <p:cNvSpPr/>
              <p:nvPr/>
            </p:nvSpPr>
            <p:spPr>
              <a:xfrm>
                <a:off x="2869029" y="1550772"/>
                <a:ext cx="9111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15" extrusionOk="0">
                    <a:moveTo>
                      <a:pt x="0" y="0"/>
                    </a:moveTo>
                    <a:lnTo>
                      <a:pt x="0" y="214"/>
                    </a:lnTo>
                    <a:lnTo>
                      <a:pt x="2077" y="214"/>
                    </a:lnTo>
                    <a:lnTo>
                      <a:pt x="20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04;p41">
                <a:extLst>
                  <a:ext uri="{FF2B5EF4-FFF2-40B4-BE49-F238E27FC236}">
                    <a16:creationId xmlns:a16="http://schemas.microsoft.com/office/drawing/2014/main" id="{6CED830C-4A1E-2C57-13EE-1FE9188459E3}"/>
                  </a:ext>
                </a:extLst>
              </p:cNvPr>
              <p:cNvSpPr/>
              <p:nvPr/>
            </p:nvSpPr>
            <p:spPr>
              <a:xfrm>
                <a:off x="2721665" y="1602991"/>
                <a:ext cx="79096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1803" y="215"/>
                    </a:lnTo>
                    <a:lnTo>
                      <a:pt x="18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05;p41">
                <a:extLst>
                  <a:ext uri="{FF2B5EF4-FFF2-40B4-BE49-F238E27FC236}">
                    <a16:creationId xmlns:a16="http://schemas.microsoft.com/office/drawing/2014/main" id="{ACBC40F8-7542-7187-F927-25A84D2407ED}"/>
                  </a:ext>
                </a:extLst>
              </p:cNvPr>
              <p:cNvSpPr/>
              <p:nvPr/>
            </p:nvSpPr>
            <p:spPr>
              <a:xfrm>
                <a:off x="2846229" y="1602991"/>
                <a:ext cx="261229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5958" y="215"/>
                    </a:lnTo>
                    <a:lnTo>
                      <a:pt x="59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06;p41">
                <a:extLst>
                  <a:ext uri="{FF2B5EF4-FFF2-40B4-BE49-F238E27FC236}">
                    <a16:creationId xmlns:a16="http://schemas.microsoft.com/office/drawing/2014/main" id="{6057F9A4-EA36-3B41-B4DC-7E95A7DCCE09}"/>
                  </a:ext>
                </a:extLst>
              </p:cNvPr>
              <p:cNvSpPr/>
              <p:nvPr/>
            </p:nvSpPr>
            <p:spPr>
              <a:xfrm>
                <a:off x="2783268" y="1655255"/>
                <a:ext cx="29876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6814" h="215" extrusionOk="0">
                    <a:moveTo>
                      <a:pt x="1" y="0"/>
                    </a:moveTo>
                    <a:lnTo>
                      <a:pt x="1" y="214"/>
                    </a:lnTo>
                    <a:lnTo>
                      <a:pt x="6813" y="214"/>
                    </a:lnTo>
                    <a:lnTo>
                      <a:pt x="68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07;p41">
                <a:extLst>
                  <a:ext uri="{FF2B5EF4-FFF2-40B4-BE49-F238E27FC236}">
                    <a16:creationId xmlns:a16="http://schemas.microsoft.com/office/drawing/2014/main" id="{9289FC27-1EF1-9516-4F60-B59688DCC248}"/>
                  </a:ext>
                </a:extLst>
              </p:cNvPr>
              <p:cNvSpPr/>
              <p:nvPr/>
            </p:nvSpPr>
            <p:spPr>
              <a:xfrm>
                <a:off x="2708293" y="1707474"/>
                <a:ext cx="92469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108" y="230"/>
                    </a:lnTo>
                    <a:lnTo>
                      <a:pt x="21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08;p41">
                <a:extLst>
                  <a:ext uri="{FF2B5EF4-FFF2-40B4-BE49-F238E27FC236}">
                    <a16:creationId xmlns:a16="http://schemas.microsoft.com/office/drawing/2014/main" id="{AF5B2B11-4127-030E-1242-9F6FED6DF483}"/>
                  </a:ext>
                </a:extLst>
              </p:cNvPr>
              <p:cNvSpPr/>
              <p:nvPr/>
            </p:nvSpPr>
            <p:spPr>
              <a:xfrm>
                <a:off x="2839565" y="1707474"/>
                <a:ext cx="9176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093" y="230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609;p41">
                <a:extLst>
                  <a:ext uri="{FF2B5EF4-FFF2-40B4-BE49-F238E27FC236}">
                    <a16:creationId xmlns:a16="http://schemas.microsoft.com/office/drawing/2014/main" id="{AFC25095-8650-3CCE-0D3A-D39DB3812BD0}"/>
                  </a:ext>
                </a:extLst>
              </p:cNvPr>
              <p:cNvSpPr/>
              <p:nvPr/>
            </p:nvSpPr>
            <p:spPr>
              <a:xfrm>
                <a:off x="2623891" y="1979357"/>
                <a:ext cx="13399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56" y="215"/>
                    </a:lnTo>
                    <a:lnTo>
                      <a:pt x="30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610;p41">
                <a:extLst>
                  <a:ext uri="{FF2B5EF4-FFF2-40B4-BE49-F238E27FC236}">
                    <a16:creationId xmlns:a16="http://schemas.microsoft.com/office/drawing/2014/main" id="{0EE47EC4-7813-D0A8-1327-BE3B25741B5B}"/>
                  </a:ext>
                </a:extLst>
              </p:cNvPr>
              <p:cNvSpPr/>
              <p:nvPr/>
            </p:nvSpPr>
            <p:spPr>
              <a:xfrm>
                <a:off x="2804708" y="1979357"/>
                <a:ext cx="133333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40" y="215"/>
                    </a:lnTo>
                    <a:lnTo>
                      <a:pt x="30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611;p41">
                <a:extLst>
                  <a:ext uri="{FF2B5EF4-FFF2-40B4-BE49-F238E27FC236}">
                    <a16:creationId xmlns:a16="http://schemas.microsoft.com/office/drawing/2014/main" id="{274489D1-23BE-D1F9-FC0A-BE5905487362}"/>
                  </a:ext>
                </a:extLst>
              </p:cNvPr>
              <p:cNvSpPr/>
              <p:nvPr/>
            </p:nvSpPr>
            <p:spPr>
              <a:xfrm>
                <a:off x="2980176" y="1979357"/>
                <a:ext cx="13399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55" y="215"/>
                    </a:lnTo>
                    <a:lnTo>
                      <a:pt x="30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12;p41">
                <a:extLst>
                  <a:ext uri="{FF2B5EF4-FFF2-40B4-BE49-F238E27FC236}">
                    <a16:creationId xmlns:a16="http://schemas.microsoft.com/office/drawing/2014/main" id="{F15B1C00-6499-ED91-9F7C-B53C7322452A}"/>
                  </a:ext>
                </a:extLst>
              </p:cNvPr>
              <p:cNvSpPr/>
              <p:nvPr/>
            </p:nvSpPr>
            <p:spPr>
              <a:xfrm>
                <a:off x="2659406" y="1927138"/>
                <a:ext cx="261886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215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5972" y="214"/>
                    </a:lnTo>
                    <a:lnTo>
                      <a:pt x="59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613;p41">
                <a:extLst>
                  <a:ext uri="{FF2B5EF4-FFF2-40B4-BE49-F238E27FC236}">
                    <a16:creationId xmlns:a16="http://schemas.microsoft.com/office/drawing/2014/main" id="{65F102B3-6E18-EA13-C0C6-B325B7DBB7DE}"/>
                  </a:ext>
                </a:extLst>
              </p:cNvPr>
              <p:cNvSpPr/>
              <p:nvPr/>
            </p:nvSpPr>
            <p:spPr>
              <a:xfrm>
                <a:off x="2962111" y="1927138"/>
                <a:ext cx="261229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215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5957" y="214"/>
                    </a:lnTo>
                    <a:lnTo>
                      <a:pt x="595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614;p41">
                <a:extLst>
                  <a:ext uri="{FF2B5EF4-FFF2-40B4-BE49-F238E27FC236}">
                    <a16:creationId xmlns:a16="http://schemas.microsoft.com/office/drawing/2014/main" id="{7F5FFCE5-4822-BF28-A6AA-C99CA9BC93B6}"/>
                  </a:ext>
                </a:extLst>
              </p:cNvPr>
              <p:cNvSpPr/>
              <p:nvPr/>
            </p:nvSpPr>
            <p:spPr>
              <a:xfrm>
                <a:off x="2721665" y="1874217"/>
                <a:ext cx="259913" cy="10128"/>
              </a:xfrm>
              <a:custGeom>
                <a:avLst/>
                <a:gdLst/>
                <a:ahLst/>
                <a:cxnLst/>
                <a:rect l="l" t="t" r="r" b="b"/>
                <a:pathLst>
                  <a:path w="5928" h="23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5927" y="230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15;p41">
                <a:extLst>
                  <a:ext uri="{FF2B5EF4-FFF2-40B4-BE49-F238E27FC236}">
                    <a16:creationId xmlns:a16="http://schemas.microsoft.com/office/drawing/2014/main" id="{E40EF5C6-6032-658D-0F3A-D9A73DBD6C55}"/>
                  </a:ext>
                </a:extLst>
              </p:cNvPr>
              <p:cNvSpPr/>
              <p:nvPr/>
            </p:nvSpPr>
            <p:spPr>
              <a:xfrm>
                <a:off x="3003633" y="1874217"/>
                <a:ext cx="72344" cy="10128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231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1650" y="230"/>
                    </a:lnTo>
                    <a:lnTo>
                      <a:pt x="16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16;p41">
                <a:extLst>
                  <a:ext uri="{FF2B5EF4-FFF2-40B4-BE49-F238E27FC236}">
                    <a16:creationId xmlns:a16="http://schemas.microsoft.com/office/drawing/2014/main" id="{C1C64937-22A1-4D6F-89D0-7B853F887526}"/>
                  </a:ext>
                </a:extLst>
              </p:cNvPr>
              <p:cNvSpPr/>
              <p:nvPr/>
            </p:nvSpPr>
            <p:spPr>
              <a:xfrm>
                <a:off x="2704917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231" y="230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17;p41">
                <a:extLst>
                  <a:ext uri="{FF2B5EF4-FFF2-40B4-BE49-F238E27FC236}">
                    <a16:creationId xmlns:a16="http://schemas.microsoft.com/office/drawing/2014/main" id="{9D39FD6E-18F1-33CB-C12F-77014FB974EB}"/>
                  </a:ext>
                </a:extLst>
              </p:cNvPr>
              <p:cNvSpPr/>
              <p:nvPr/>
            </p:nvSpPr>
            <p:spPr>
              <a:xfrm>
                <a:off x="2854297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230" y="230"/>
                    </a:lnTo>
                    <a:lnTo>
                      <a:pt x="22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18;p41">
                <a:extLst>
                  <a:ext uri="{FF2B5EF4-FFF2-40B4-BE49-F238E27FC236}">
                    <a16:creationId xmlns:a16="http://schemas.microsoft.com/office/drawing/2014/main" id="{01C90C74-CBD7-5A5D-3684-996138208D96}"/>
                  </a:ext>
                </a:extLst>
              </p:cNvPr>
              <p:cNvSpPr/>
              <p:nvPr/>
            </p:nvSpPr>
            <p:spPr>
              <a:xfrm>
                <a:off x="3014989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231" y="230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19;p41">
                <a:extLst>
                  <a:ext uri="{FF2B5EF4-FFF2-40B4-BE49-F238E27FC236}">
                    <a16:creationId xmlns:a16="http://schemas.microsoft.com/office/drawing/2014/main" id="{112B6EF4-23F6-098B-4BA4-B6F23D2DB887}"/>
                  </a:ext>
                </a:extLst>
              </p:cNvPr>
              <p:cNvSpPr/>
              <p:nvPr/>
            </p:nvSpPr>
            <p:spPr>
              <a:xfrm>
                <a:off x="2818124" y="1769778"/>
                <a:ext cx="137323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30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3131" y="229"/>
                    </a:ln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620;p41">
                <a:extLst>
                  <a:ext uri="{FF2B5EF4-FFF2-40B4-BE49-F238E27FC236}">
                    <a16:creationId xmlns:a16="http://schemas.microsoft.com/office/drawing/2014/main" id="{A434E55D-7D64-C2A4-77F2-B5A301C7557E}"/>
                  </a:ext>
                </a:extLst>
              </p:cNvPr>
              <p:cNvSpPr/>
              <p:nvPr/>
            </p:nvSpPr>
            <p:spPr>
              <a:xfrm>
                <a:off x="2629942" y="1769778"/>
                <a:ext cx="136665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3117" h="230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3116" y="229"/>
                    </a:lnTo>
                    <a:lnTo>
                      <a:pt x="3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621;p41">
                <a:extLst>
                  <a:ext uri="{FF2B5EF4-FFF2-40B4-BE49-F238E27FC236}">
                    <a16:creationId xmlns:a16="http://schemas.microsoft.com/office/drawing/2014/main" id="{63948425-BC35-D4C0-56B1-FB6F853E07B1}"/>
                  </a:ext>
                </a:extLst>
              </p:cNvPr>
              <p:cNvSpPr/>
              <p:nvPr/>
            </p:nvSpPr>
            <p:spPr>
              <a:xfrm>
                <a:off x="2548215" y="1488468"/>
                <a:ext cx="12759" cy="1280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92" extrusionOk="0">
                    <a:moveTo>
                      <a:pt x="1" y="1"/>
                    </a:moveTo>
                    <a:lnTo>
                      <a:pt x="1" y="291"/>
                    </a:lnTo>
                    <a:lnTo>
                      <a:pt x="291" y="291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22;p41">
                <a:extLst>
                  <a:ext uri="{FF2B5EF4-FFF2-40B4-BE49-F238E27FC236}">
                    <a16:creationId xmlns:a16="http://schemas.microsoft.com/office/drawing/2014/main" id="{33499D36-E625-A84C-EB0E-9FF7E5E81450}"/>
                  </a:ext>
                </a:extLst>
              </p:cNvPr>
              <p:cNvSpPr/>
              <p:nvPr/>
            </p:nvSpPr>
            <p:spPr>
              <a:xfrm>
                <a:off x="2548215" y="1539372"/>
                <a:ext cx="12759" cy="40587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9257" extrusionOk="0">
                    <a:moveTo>
                      <a:pt x="1" y="1"/>
                    </a:moveTo>
                    <a:lnTo>
                      <a:pt x="1" y="581"/>
                    </a:lnTo>
                    <a:lnTo>
                      <a:pt x="291" y="581"/>
                    </a:lnTo>
                    <a:lnTo>
                      <a:pt x="291" y="1"/>
                    </a:lnTo>
                    <a:close/>
                    <a:moveTo>
                      <a:pt x="1" y="1452"/>
                    </a:moveTo>
                    <a:lnTo>
                      <a:pt x="1" y="2017"/>
                    </a:lnTo>
                    <a:lnTo>
                      <a:pt x="291" y="2017"/>
                    </a:lnTo>
                    <a:lnTo>
                      <a:pt x="291" y="1452"/>
                    </a:lnTo>
                    <a:close/>
                    <a:moveTo>
                      <a:pt x="1" y="2888"/>
                    </a:moveTo>
                    <a:lnTo>
                      <a:pt x="1" y="3468"/>
                    </a:lnTo>
                    <a:lnTo>
                      <a:pt x="291" y="3468"/>
                    </a:lnTo>
                    <a:lnTo>
                      <a:pt x="291" y="2888"/>
                    </a:lnTo>
                    <a:close/>
                    <a:moveTo>
                      <a:pt x="1" y="4339"/>
                    </a:moveTo>
                    <a:lnTo>
                      <a:pt x="1" y="4919"/>
                    </a:lnTo>
                    <a:lnTo>
                      <a:pt x="291" y="4919"/>
                    </a:lnTo>
                    <a:lnTo>
                      <a:pt x="291" y="4339"/>
                    </a:lnTo>
                    <a:close/>
                    <a:moveTo>
                      <a:pt x="1" y="5790"/>
                    </a:moveTo>
                    <a:lnTo>
                      <a:pt x="1" y="6370"/>
                    </a:lnTo>
                    <a:lnTo>
                      <a:pt x="291" y="6370"/>
                    </a:lnTo>
                    <a:lnTo>
                      <a:pt x="291" y="5790"/>
                    </a:lnTo>
                    <a:close/>
                    <a:moveTo>
                      <a:pt x="1" y="7241"/>
                    </a:moveTo>
                    <a:lnTo>
                      <a:pt x="1" y="7806"/>
                    </a:lnTo>
                    <a:lnTo>
                      <a:pt x="291" y="7806"/>
                    </a:lnTo>
                    <a:lnTo>
                      <a:pt x="291" y="7241"/>
                    </a:lnTo>
                    <a:close/>
                    <a:moveTo>
                      <a:pt x="1" y="8677"/>
                    </a:moveTo>
                    <a:lnTo>
                      <a:pt x="1" y="9257"/>
                    </a:lnTo>
                    <a:lnTo>
                      <a:pt x="291" y="9257"/>
                    </a:lnTo>
                    <a:lnTo>
                      <a:pt x="291" y="867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623;p41">
                <a:extLst>
                  <a:ext uri="{FF2B5EF4-FFF2-40B4-BE49-F238E27FC236}">
                    <a16:creationId xmlns:a16="http://schemas.microsoft.com/office/drawing/2014/main" id="{E1F20F1E-C387-3C42-EE0B-D6E09284082C}"/>
                  </a:ext>
                </a:extLst>
              </p:cNvPr>
              <p:cNvSpPr/>
              <p:nvPr/>
            </p:nvSpPr>
            <p:spPr>
              <a:xfrm>
                <a:off x="2548215" y="1983391"/>
                <a:ext cx="12759" cy="12759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91" extrusionOk="0">
                    <a:moveTo>
                      <a:pt x="1" y="1"/>
                    </a:moveTo>
                    <a:lnTo>
                      <a:pt x="1" y="291"/>
                    </a:lnTo>
                    <a:lnTo>
                      <a:pt x="291" y="291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624;p41">
                <a:extLst>
                  <a:ext uri="{FF2B5EF4-FFF2-40B4-BE49-F238E27FC236}">
                    <a16:creationId xmlns:a16="http://schemas.microsoft.com/office/drawing/2014/main" id="{FC0CE21F-306A-1F7B-B332-3B78A799B5D0}"/>
                  </a:ext>
                </a:extLst>
              </p:cNvPr>
              <p:cNvSpPr/>
              <p:nvPr/>
            </p:nvSpPr>
            <p:spPr>
              <a:xfrm>
                <a:off x="1370889" y="1180413"/>
                <a:ext cx="672407" cy="414598"/>
              </a:xfrm>
              <a:custGeom>
                <a:avLst/>
                <a:gdLst/>
                <a:ahLst/>
                <a:cxnLst/>
                <a:rect l="l" t="t" r="r" b="b"/>
                <a:pathLst>
                  <a:path w="15336" h="9456" extrusionOk="0">
                    <a:moveTo>
                      <a:pt x="1" y="1"/>
                    </a:moveTo>
                    <a:lnTo>
                      <a:pt x="1" y="9456"/>
                    </a:lnTo>
                    <a:lnTo>
                      <a:pt x="15336" y="9456"/>
                    </a:lnTo>
                    <a:lnTo>
                      <a:pt x="153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625;p41">
                <a:extLst>
                  <a:ext uri="{FF2B5EF4-FFF2-40B4-BE49-F238E27FC236}">
                    <a16:creationId xmlns:a16="http://schemas.microsoft.com/office/drawing/2014/main" id="{60F5AF43-FEE5-A2D3-6E25-D3CF42502847}"/>
                  </a:ext>
                </a:extLst>
              </p:cNvPr>
              <p:cNvSpPr/>
              <p:nvPr/>
            </p:nvSpPr>
            <p:spPr>
              <a:xfrm>
                <a:off x="1525574" y="1323743"/>
                <a:ext cx="106543" cy="11588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643" extrusionOk="0">
                    <a:moveTo>
                      <a:pt x="2185" y="1"/>
                    </a:moveTo>
                    <a:lnTo>
                      <a:pt x="1" y="978"/>
                    </a:lnTo>
                    <a:lnTo>
                      <a:pt x="1" y="1665"/>
                    </a:lnTo>
                    <a:lnTo>
                      <a:pt x="2185" y="2643"/>
                    </a:lnTo>
                    <a:lnTo>
                      <a:pt x="2430" y="2078"/>
                    </a:lnTo>
                    <a:lnTo>
                      <a:pt x="597" y="1314"/>
                    </a:lnTo>
                    <a:lnTo>
                      <a:pt x="2430" y="535"/>
                    </a:lnTo>
                    <a:lnTo>
                      <a:pt x="2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626;p41">
                <a:extLst>
                  <a:ext uri="{FF2B5EF4-FFF2-40B4-BE49-F238E27FC236}">
                    <a16:creationId xmlns:a16="http://schemas.microsoft.com/office/drawing/2014/main" id="{04970C7B-5188-5387-767D-3AC39222154C}"/>
                  </a:ext>
                </a:extLst>
              </p:cNvPr>
              <p:cNvSpPr/>
              <p:nvPr/>
            </p:nvSpPr>
            <p:spPr>
              <a:xfrm>
                <a:off x="1664212" y="1262140"/>
                <a:ext cx="85761" cy="22909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5225" extrusionOk="0">
                    <a:moveTo>
                      <a:pt x="1330" y="0"/>
                    </a:moveTo>
                    <a:lnTo>
                      <a:pt x="1" y="5087"/>
                    </a:lnTo>
                    <a:lnTo>
                      <a:pt x="627" y="5224"/>
                    </a:lnTo>
                    <a:lnTo>
                      <a:pt x="1956" y="138"/>
                    </a:lnTo>
                    <a:lnTo>
                      <a:pt x="13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627;p41">
                <a:extLst>
                  <a:ext uri="{FF2B5EF4-FFF2-40B4-BE49-F238E27FC236}">
                    <a16:creationId xmlns:a16="http://schemas.microsoft.com/office/drawing/2014/main" id="{57311A57-B2A9-2345-A4A7-5B31B2032521}"/>
                  </a:ext>
                </a:extLst>
              </p:cNvPr>
              <p:cNvSpPr/>
              <p:nvPr/>
            </p:nvSpPr>
            <p:spPr>
              <a:xfrm>
                <a:off x="1782769" y="1323743"/>
                <a:ext cx="105842" cy="115225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2628" extrusionOk="0">
                    <a:moveTo>
                      <a:pt x="229" y="1"/>
                    </a:moveTo>
                    <a:lnTo>
                      <a:pt x="0" y="535"/>
                    </a:lnTo>
                    <a:lnTo>
                      <a:pt x="1818" y="1314"/>
                    </a:lnTo>
                    <a:lnTo>
                      <a:pt x="0" y="2078"/>
                    </a:lnTo>
                    <a:lnTo>
                      <a:pt x="229" y="2628"/>
                    </a:lnTo>
                    <a:lnTo>
                      <a:pt x="2414" y="1650"/>
                    </a:lnTo>
                    <a:lnTo>
                      <a:pt x="2414" y="978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628;p41">
                <a:extLst>
                  <a:ext uri="{FF2B5EF4-FFF2-40B4-BE49-F238E27FC236}">
                    <a16:creationId xmlns:a16="http://schemas.microsoft.com/office/drawing/2014/main" id="{8D395702-23DC-57D1-7B3A-D59CEA30F61E}"/>
                  </a:ext>
                </a:extLst>
              </p:cNvPr>
              <p:cNvSpPr/>
              <p:nvPr/>
            </p:nvSpPr>
            <p:spPr>
              <a:xfrm flipH="1">
                <a:off x="1010571" y="1983391"/>
                <a:ext cx="383118" cy="273286"/>
              </a:xfrm>
              <a:custGeom>
                <a:avLst/>
                <a:gdLst/>
                <a:ahLst/>
                <a:cxnLst/>
                <a:rect l="l" t="t" r="r" b="b"/>
                <a:pathLst>
                  <a:path w="8738" h="6233" extrusionOk="0">
                    <a:moveTo>
                      <a:pt x="1" y="1"/>
                    </a:moveTo>
                    <a:lnTo>
                      <a:pt x="1" y="6232"/>
                    </a:lnTo>
                    <a:lnTo>
                      <a:pt x="8737" y="6232"/>
                    </a:lnTo>
                    <a:lnTo>
                      <a:pt x="87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629;p41">
                <a:extLst>
                  <a:ext uri="{FF2B5EF4-FFF2-40B4-BE49-F238E27FC236}">
                    <a16:creationId xmlns:a16="http://schemas.microsoft.com/office/drawing/2014/main" id="{6C1624B3-4514-B849-2CD7-BB54F11BDCCF}"/>
                  </a:ext>
                </a:extLst>
              </p:cNvPr>
              <p:cNvSpPr/>
              <p:nvPr/>
            </p:nvSpPr>
            <p:spPr>
              <a:xfrm flipH="1">
                <a:off x="1233566" y="2024912"/>
                <a:ext cx="52965" cy="190901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4354" extrusionOk="0">
                    <a:moveTo>
                      <a:pt x="1207" y="1"/>
                    </a:moveTo>
                    <a:cubicBezTo>
                      <a:pt x="489" y="1"/>
                      <a:pt x="291" y="214"/>
                      <a:pt x="291" y="688"/>
                    </a:cubicBezTo>
                    <a:lnTo>
                      <a:pt x="291" y="1589"/>
                    </a:lnTo>
                    <a:cubicBezTo>
                      <a:pt x="291" y="1834"/>
                      <a:pt x="230" y="1940"/>
                      <a:pt x="0" y="1940"/>
                    </a:cubicBezTo>
                    <a:lnTo>
                      <a:pt x="0" y="2414"/>
                    </a:lnTo>
                    <a:cubicBezTo>
                      <a:pt x="230" y="2414"/>
                      <a:pt x="291" y="2506"/>
                      <a:pt x="291" y="2765"/>
                    </a:cubicBezTo>
                    <a:lnTo>
                      <a:pt x="291" y="3651"/>
                    </a:lnTo>
                    <a:cubicBezTo>
                      <a:pt x="291" y="4125"/>
                      <a:pt x="505" y="4354"/>
                      <a:pt x="1207" y="4354"/>
                    </a:cubicBezTo>
                    <a:lnTo>
                      <a:pt x="1207" y="3941"/>
                    </a:lnTo>
                    <a:cubicBezTo>
                      <a:pt x="932" y="3941"/>
                      <a:pt x="825" y="3865"/>
                      <a:pt x="825" y="3651"/>
                    </a:cubicBezTo>
                    <a:lnTo>
                      <a:pt x="825" y="2719"/>
                    </a:lnTo>
                    <a:cubicBezTo>
                      <a:pt x="825" y="2353"/>
                      <a:pt x="673" y="2246"/>
                      <a:pt x="428" y="2170"/>
                    </a:cubicBezTo>
                    <a:cubicBezTo>
                      <a:pt x="688" y="2108"/>
                      <a:pt x="825" y="1986"/>
                      <a:pt x="825" y="1620"/>
                    </a:cubicBezTo>
                    <a:lnTo>
                      <a:pt x="825" y="688"/>
                    </a:lnTo>
                    <a:cubicBezTo>
                      <a:pt x="825" y="474"/>
                      <a:pt x="932" y="398"/>
                      <a:pt x="1207" y="398"/>
                    </a:cubicBezTo>
                    <a:lnTo>
                      <a:pt x="12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630;p41">
                <a:extLst>
                  <a:ext uri="{FF2B5EF4-FFF2-40B4-BE49-F238E27FC236}">
                    <a16:creationId xmlns:a16="http://schemas.microsoft.com/office/drawing/2014/main" id="{83A70529-3E0B-1BED-1DD5-7520FAA3F096}"/>
                  </a:ext>
                </a:extLst>
              </p:cNvPr>
              <p:cNvSpPr/>
              <p:nvPr/>
            </p:nvSpPr>
            <p:spPr>
              <a:xfrm flipH="1">
                <a:off x="1117728" y="2024254"/>
                <a:ext cx="53622" cy="191559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4369" extrusionOk="0">
                    <a:moveTo>
                      <a:pt x="1" y="0"/>
                    </a:moveTo>
                    <a:lnTo>
                      <a:pt x="1" y="413"/>
                    </a:lnTo>
                    <a:cubicBezTo>
                      <a:pt x="291" y="413"/>
                      <a:pt x="382" y="489"/>
                      <a:pt x="382" y="703"/>
                    </a:cubicBezTo>
                    <a:lnTo>
                      <a:pt x="382" y="1635"/>
                    </a:lnTo>
                    <a:cubicBezTo>
                      <a:pt x="382" y="2001"/>
                      <a:pt x="535" y="2123"/>
                      <a:pt x="795" y="2185"/>
                    </a:cubicBezTo>
                    <a:cubicBezTo>
                      <a:pt x="535" y="2261"/>
                      <a:pt x="382" y="2368"/>
                      <a:pt x="382" y="2734"/>
                    </a:cubicBezTo>
                    <a:lnTo>
                      <a:pt x="382" y="3666"/>
                    </a:lnTo>
                    <a:cubicBezTo>
                      <a:pt x="382" y="3880"/>
                      <a:pt x="291" y="3956"/>
                      <a:pt x="1" y="3956"/>
                    </a:cubicBezTo>
                    <a:lnTo>
                      <a:pt x="1" y="4369"/>
                    </a:lnTo>
                    <a:cubicBezTo>
                      <a:pt x="719" y="4369"/>
                      <a:pt x="917" y="4140"/>
                      <a:pt x="917" y="3666"/>
                    </a:cubicBezTo>
                    <a:lnTo>
                      <a:pt x="917" y="2780"/>
                    </a:lnTo>
                    <a:cubicBezTo>
                      <a:pt x="917" y="2521"/>
                      <a:pt x="978" y="2414"/>
                      <a:pt x="1223" y="2414"/>
                    </a:cubicBezTo>
                    <a:lnTo>
                      <a:pt x="1223" y="1955"/>
                    </a:lnTo>
                    <a:cubicBezTo>
                      <a:pt x="978" y="1955"/>
                      <a:pt x="917" y="1849"/>
                      <a:pt x="917" y="1589"/>
                    </a:cubicBezTo>
                    <a:lnTo>
                      <a:pt x="917" y="703"/>
                    </a:lnTo>
                    <a:cubicBezTo>
                      <a:pt x="917" y="229"/>
                      <a:pt x="719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631;p41">
                <a:extLst>
                  <a:ext uri="{FF2B5EF4-FFF2-40B4-BE49-F238E27FC236}">
                    <a16:creationId xmlns:a16="http://schemas.microsoft.com/office/drawing/2014/main" id="{CAD53B95-0DD8-D9BE-F70D-F1CA1EA9DAB2}"/>
                  </a:ext>
                </a:extLst>
              </p:cNvPr>
              <p:cNvSpPr/>
              <p:nvPr/>
            </p:nvSpPr>
            <p:spPr>
              <a:xfrm>
                <a:off x="2218719" y="1240043"/>
                <a:ext cx="429988" cy="287316"/>
              </a:xfrm>
              <a:custGeom>
                <a:avLst/>
                <a:gdLst/>
                <a:ahLst/>
                <a:cxnLst/>
                <a:rect l="l" t="t" r="r" b="b"/>
                <a:pathLst>
                  <a:path w="9807" h="6553" extrusionOk="0">
                    <a:moveTo>
                      <a:pt x="1" y="0"/>
                    </a:moveTo>
                    <a:lnTo>
                      <a:pt x="1" y="6553"/>
                    </a:lnTo>
                    <a:lnTo>
                      <a:pt x="9807" y="6553"/>
                    </a:lnTo>
                    <a:lnTo>
                      <a:pt x="980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632;p41">
                <a:extLst>
                  <a:ext uri="{FF2B5EF4-FFF2-40B4-BE49-F238E27FC236}">
                    <a16:creationId xmlns:a16="http://schemas.microsoft.com/office/drawing/2014/main" id="{E22384F3-3709-234B-2897-0837AA3DBBFF}"/>
                  </a:ext>
                </a:extLst>
              </p:cNvPr>
              <p:cNvSpPr/>
              <p:nvPr/>
            </p:nvSpPr>
            <p:spPr>
              <a:xfrm>
                <a:off x="2340609" y="1295682"/>
                <a:ext cx="181562" cy="176257"/>
              </a:xfrm>
              <a:custGeom>
                <a:avLst/>
                <a:gdLst/>
                <a:ahLst/>
                <a:cxnLst/>
                <a:rect l="l" t="t" r="r" b="b"/>
                <a:pathLst>
                  <a:path w="4141" h="4020" extrusionOk="0">
                    <a:moveTo>
                      <a:pt x="1719" y="476"/>
                    </a:moveTo>
                    <a:cubicBezTo>
                      <a:pt x="2009" y="476"/>
                      <a:pt x="2299" y="587"/>
                      <a:pt x="2521" y="809"/>
                    </a:cubicBezTo>
                    <a:cubicBezTo>
                      <a:pt x="2979" y="1252"/>
                      <a:pt x="2979" y="1969"/>
                      <a:pt x="2536" y="2412"/>
                    </a:cubicBezTo>
                    <a:cubicBezTo>
                      <a:pt x="2315" y="2634"/>
                      <a:pt x="2021" y="2745"/>
                      <a:pt x="1727" y="2745"/>
                    </a:cubicBezTo>
                    <a:cubicBezTo>
                      <a:pt x="1433" y="2745"/>
                      <a:pt x="1139" y="2634"/>
                      <a:pt x="917" y="2412"/>
                    </a:cubicBezTo>
                    <a:cubicBezTo>
                      <a:pt x="474" y="1969"/>
                      <a:pt x="474" y="1252"/>
                      <a:pt x="917" y="809"/>
                    </a:cubicBezTo>
                    <a:cubicBezTo>
                      <a:pt x="1139" y="587"/>
                      <a:pt x="1429" y="476"/>
                      <a:pt x="1719" y="476"/>
                    </a:cubicBezTo>
                    <a:close/>
                    <a:moveTo>
                      <a:pt x="1727" y="1"/>
                    </a:moveTo>
                    <a:cubicBezTo>
                      <a:pt x="1259" y="1"/>
                      <a:pt x="791" y="204"/>
                      <a:pt x="474" y="610"/>
                    </a:cubicBezTo>
                    <a:cubicBezTo>
                      <a:pt x="1" y="1206"/>
                      <a:pt x="1" y="2061"/>
                      <a:pt x="490" y="2626"/>
                    </a:cubicBezTo>
                    <a:cubicBezTo>
                      <a:pt x="809" y="3018"/>
                      <a:pt x="1270" y="3215"/>
                      <a:pt x="1729" y="3215"/>
                    </a:cubicBezTo>
                    <a:cubicBezTo>
                      <a:pt x="2039" y="3215"/>
                      <a:pt x="2348" y="3125"/>
                      <a:pt x="2613" y="2947"/>
                    </a:cubicBezTo>
                    <a:lnTo>
                      <a:pt x="3651" y="3986"/>
                    </a:lnTo>
                    <a:cubicBezTo>
                      <a:pt x="3674" y="4009"/>
                      <a:pt x="3701" y="4020"/>
                      <a:pt x="3728" y="4020"/>
                    </a:cubicBezTo>
                    <a:cubicBezTo>
                      <a:pt x="3754" y="4020"/>
                      <a:pt x="3781" y="4009"/>
                      <a:pt x="3804" y="3986"/>
                    </a:cubicBezTo>
                    <a:lnTo>
                      <a:pt x="4094" y="3695"/>
                    </a:lnTo>
                    <a:cubicBezTo>
                      <a:pt x="4140" y="3650"/>
                      <a:pt x="4140" y="3573"/>
                      <a:pt x="4094" y="3543"/>
                    </a:cubicBezTo>
                    <a:lnTo>
                      <a:pt x="3056" y="2504"/>
                    </a:lnTo>
                    <a:cubicBezTo>
                      <a:pt x="3483" y="1878"/>
                      <a:pt x="3407" y="1022"/>
                      <a:pt x="2857" y="473"/>
                    </a:cubicBezTo>
                    <a:cubicBezTo>
                      <a:pt x="2550" y="158"/>
                      <a:pt x="2138" y="1"/>
                      <a:pt x="17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633;p41">
                <a:extLst>
                  <a:ext uri="{FF2B5EF4-FFF2-40B4-BE49-F238E27FC236}">
                    <a16:creationId xmlns:a16="http://schemas.microsoft.com/office/drawing/2014/main" id="{4052F88F-0FA1-F49F-9E11-8706EBA02F4B}"/>
                  </a:ext>
                </a:extLst>
              </p:cNvPr>
              <p:cNvSpPr/>
              <p:nvPr/>
            </p:nvSpPr>
            <p:spPr>
              <a:xfrm flipH="1">
                <a:off x="1615982" y="2010180"/>
                <a:ext cx="223040" cy="226416"/>
              </a:xfrm>
              <a:custGeom>
                <a:avLst/>
                <a:gdLst/>
                <a:ahLst/>
                <a:cxnLst/>
                <a:rect l="l" t="t" r="r" b="b"/>
                <a:pathLst>
                  <a:path w="5087" h="5164" extrusionOk="0">
                    <a:moveTo>
                      <a:pt x="5087" y="2689"/>
                    </a:moveTo>
                    <a:cubicBezTo>
                      <a:pt x="5071" y="2903"/>
                      <a:pt x="4766" y="5163"/>
                      <a:pt x="2444" y="5163"/>
                    </a:cubicBezTo>
                    <a:cubicBezTo>
                      <a:pt x="0" y="5163"/>
                      <a:pt x="413" y="2750"/>
                      <a:pt x="413" y="2750"/>
                    </a:cubicBezTo>
                    <a:lnTo>
                      <a:pt x="413" y="2735"/>
                    </a:lnTo>
                    <a:cubicBezTo>
                      <a:pt x="657" y="2674"/>
                      <a:pt x="901" y="2658"/>
                      <a:pt x="1176" y="2689"/>
                    </a:cubicBezTo>
                    <a:lnTo>
                      <a:pt x="1176" y="1543"/>
                    </a:lnTo>
                    <a:lnTo>
                      <a:pt x="3941" y="1"/>
                    </a:lnTo>
                    <a:lnTo>
                      <a:pt x="4048" y="1"/>
                    </a:lnTo>
                    <a:lnTo>
                      <a:pt x="4048" y="2674"/>
                    </a:lnTo>
                    <a:cubicBezTo>
                      <a:pt x="4048" y="2674"/>
                      <a:pt x="4491" y="2612"/>
                      <a:pt x="5087" y="2689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634;p41">
                <a:extLst>
                  <a:ext uri="{FF2B5EF4-FFF2-40B4-BE49-F238E27FC236}">
                    <a16:creationId xmlns:a16="http://schemas.microsoft.com/office/drawing/2014/main" id="{13254C6E-365F-6B1F-BB80-A6254A0F86C7}"/>
                  </a:ext>
                </a:extLst>
              </p:cNvPr>
              <p:cNvSpPr/>
              <p:nvPr/>
            </p:nvSpPr>
            <p:spPr>
              <a:xfrm flipH="1">
                <a:off x="1626680" y="1702783"/>
                <a:ext cx="315465" cy="423981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9670" extrusionOk="0">
                    <a:moveTo>
                      <a:pt x="6094" y="1910"/>
                    </a:moveTo>
                    <a:cubicBezTo>
                      <a:pt x="6492" y="2307"/>
                      <a:pt x="6782" y="2811"/>
                      <a:pt x="6935" y="3453"/>
                    </a:cubicBezTo>
                    <a:cubicBezTo>
                      <a:pt x="7194" y="4614"/>
                      <a:pt x="6950" y="5866"/>
                      <a:pt x="6598" y="6996"/>
                    </a:cubicBezTo>
                    <a:cubicBezTo>
                      <a:pt x="6553" y="7180"/>
                      <a:pt x="6476" y="7378"/>
                      <a:pt x="6354" y="7546"/>
                    </a:cubicBezTo>
                    <a:cubicBezTo>
                      <a:pt x="6278" y="7653"/>
                      <a:pt x="6171" y="7760"/>
                      <a:pt x="6064" y="7852"/>
                    </a:cubicBezTo>
                    <a:lnTo>
                      <a:pt x="4582" y="9135"/>
                    </a:lnTo>
                    <a:cubicBezTo>
                      <a:pt x="4246" y="9425"/>
                      <a:pt x="2199" y="9669"/>
                      <a:pt x="1802" y="9394"/>
                    </a:cubicBezTo>
                    <a:cubicBezTo>
                      <a:pt x="290" y="8310"/>
                      <a:pt x="0" y="5194"/>
                      <a:pt x="305" y="3590"/>
                    </a:cubicBezTo>
                    <a:cubicBezTo>
                      <a:pt x="810" y="948"/>
                      <a:pt x="4216" y="1"/>
                      <a:pt x="6094" y="191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635;p41">
                <a:extLst>
                  <a:ext uri="{FF2B5EF4-FFF2-40B4-BE49-F238E27FC236}">
                    <a16:creationId xmlns:a16="http://schemas.microsoft.com/office/drawing/2014/main" id="{50143190-3CFE-7936-2A47-DE856039636A}"/>
                  </a:ext>
                </a:extLst>
              </p:cNvPr>
              <p:cNvSpPr/>
              <p:nvPr/>
            </p:nvSpPr>
            <p:spPr>
              <a:xfrm flipH="1">
                <a:off x="1676269" y="1916527"/>
                <a:ext cx="40864" cy="53798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227" extrusionOk="0">
                    <a:moveTo>
                      <a:pt x="504" y="0"/>
                    </a:moveTo>
                    <a:cubicBezTo>
                      <a:pt x="333" y="0"/>
                      <a:pt x="185" y="159"/>
                      <a:pt x="137" y="334"/>
                    </a:cubicBezTo>
                    <a:lnTo>
                      <a:pt x="137" y="334"/>
                    </a:lnTo>
                    <a:cubicBezTo>
                      <a:pt x="31" y="472"/>
                      <a:pt x="275" y="548"/>
                      <a:pt x="275" y="686"/>
                    </a:cubicBezTo>
                    <a:cubicBezTo>
                      <a:pt x="260" y="823"/>
                      <a:pt x="0" y="1006"/>
                      <a:pt x="168" y="1159"/>
                    </a:cubicBezTo>
                    <a:cubicBezTo>
                      <a:pt x="220" y="1207"/>
                      <a:pt x="279" y="1226"/>
                      <a:pt x="339" y="1226"/>
                    </a:cubicBezTo>
                    <a:cubicBezTo>
                      <a:pt x="511" y="1226"/>
                      <a:pt x="696" y="1066"/>
                      <a:pt x="764" y="930"/>
                    </a:cubicBezTo>
                    <a:cubicBezTo>
                      <a:pt x="871" y="670"/>
                      <a:pt x="932" y="227"/>
                      <a:pt x="657" y="44"/>
                    </a:cubicBezTo>
                    <a:cubicBezTo>
                      <a:pt x="605" y="14"/>
                      <a:pt x="554" y="0"/>
                      <a:pt x="5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636;p41">
                <a:extLst>
                  <a:ext uri="{FF2B5EF4-FFF2-40B4-BE49-F238E27FC236}">
                    <a16:creationId xmlns:a16="http://schemas.microsoft.com/office/drawing/2014/main" id="{9EF704B1-6131-5308-A19D-2BA418B40B1D}"/>
                  </a:ext>
                </a:extLst>
              </p:cNvPr>
              <p:cNvSpPr/>
              <p:nvPr/>
            </p:nvSpPr>
            <p:spPr>
              <a:xfrm flipH="1">
                <a:off x="1661537" y="1928497"/>
                <a:ext cx="52921" cy="87778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2002" extrusionOk="0">
                    <a:moveTo>
                      <a:pt x="1069" y="0"/>
                    </a:moveTo>
                    <a:cubicBezTo>
                      <a:pt x="1069" y="0"/>
                      <a:pt x="1085" y="428"/>
                      <a:pt x="963" y="810"/>
                    </a:cubicBezTo>
                    <a:cubicBezTo>
                      <a:pt x="857" y="1140"/>
                      <a:pt x="500" y="1344"/>
                      <a:pt x="228" y="1344"/>
                    </a:cubicBezTo>
                    <a:cubicBezTo>
                      <a:pt x="185" y="1344"/>
                      <a:pt x="144" y="1339"/>
                      <a:pt x="107" y="1329"/>
                    </a:cubicBezTo>
                    <a:lnTo>
                      <a:pt x="107" y="1329"/>
                    </a:lnTo>
                    <a:cubicBezTo>
                      <a:pt x="107" y="1329"/>
                      <a:pt x="0" y="2001"/>
                      <a:pt x="428" y="2001"/>
                    </a:cubicBezTo>
                    <a:cubicBezTo>
                      <a:pt x="871" y="1986"/>
                      <a:pt x="1069" y="1451"/>
                      <a:pt x="1131" y="901"/>
                    </a:cubicBezTo>
                    <a:cubicBezTo>
                      <a:pt x="1207" y="336"/>
                      <a:pt x="1069" y="0"/>
                      <a:pt x="10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637;p41">
                <a:extLst>
                  <a:ext uri="{FF2B5EF4-FFF2-40B4-BE49-F238E27FC236}">
                    <a16:creationId xmlns:a16="http://schemas.microsoft.com/office/drawing/2014/main" id="{ACFF2C58-B115-528C-5A3E-37EC4E03345E}"/>
                  </a:ext>
                </a:extLst>
              </p:cNvPr>
              <p:cNvSpPr/>
              <p:nvPr/>
            </p:nvSpPr>
            <p:spPr>
              <a:xfrm flipH="1">
                <a:off x="1605284" y="1686692"/>
                <a:ext cx="412538" cy="357205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47" extrusionOk="0">
                    <a:moveTo>
                      <a:pt x="1809" y="1"/>
                    </a:moveTo>
                    <a:cubicBezTo>
                      <a:pt x="1797" y="1"/>
                      <a:pt x="1784" y="1"/>
                      <a:pt x="1772" y="1"/>
                    </a:cubicBezTo>
                    <a:cubicBezTo>
                      <a:pt x="1314" y="16"/>
                      <a:pt x="779" y="215"/>
                      <a:pt x="504" y="597"/>
                    </a:cubicBezTo>
                    <a:cubicBezTo>
                      <a:pt x="0" y="1284"/>
                      <a:pt x="275" y="2567"/>
                      <a:pt x="962" y="3056"/>
                    </a:cubicBezTo>
                    <a:cubicBezTo>
                      <a:pt x="1283" y="3281"/>
                      <a:pt x="1687" y="3349"/>
                      <a:pt x="2090" y="3349"/>
                    </a:cubicBezTo>
                    <a:cubicBezTo>
                      <a:pt x="2399" y="3349"/>
                      <a:pt x="2707" y="3310"/>
                      <a:pt x="2978" y="3270"/>
                    </a:cubicBezTo>
                    <a:cubicBezTo>
                      <a:pt x="3589" y="3178"/>
                      <a:pt x="4185" y="3056"/>
                      <a:pt x="4811" y="3056"/>
                    </a:cubicBezTo>
                    <a:cubicBezTo>
                      <a:pt x="4836" y="3055"/>
                      <a:pt x="4861" y="3055"/>
                      <a:pt x="4886" y="3055"/>
                    </a:cubicBezTo>
                    <a:cubicBezTo>
                      <a:pt x="5289" y="3055"/>
                      <a:pt x="5798" y="3174"/>
                      <a:pt x="5942" y="3591"/>
                    </a:cubicBezTo>
                    <a:cubicBezTo>
                      <a:pt x="6049" y="3881"/>
                      <a:pt x="5789" y="4140"/>
                      <a:pt x="5881" y="4400"/>
                    </a:cubicBezTo>
                    <a:cubicBezTo>
                      <a:pt x="5957" y="4629"/>
                      <a:pt x="6217" y="4767"/>
                      <a:pt x="6308" y="4996"/>
                    </a:cubicBezTo>
                    <a:cubicBezTo>
                      <a:pt x="6339" y="5057"/>
                      <a:pt x="6324" y="5149"/>
                      <a:pt x="6324" y="5225"/>
                    </a:cubicBezTo>
                    <a:cubicBezTo>
                      <a:pt x="6339" y="5530"/>
                      <a:pt x="6339" y="5836"/>
                      <a:pt x="6385" y="6141"/>
                    </a:cubicBezTo>
                    <a:cubicBezTo>
                      <a:pt x="6413" y="6269"/>
                      <a:pt x="6481" y="6450"/>
                      <a:pt x="6626" y="6450"/>
                    </a:cubicBezTo>
                    <a:cubicBezTo>
                      <a:pt x="6637" y="6450"/>
                      <a:pt x="6648" y="6449"/>
                      <a:pt x="6660" y="6447"/>
                    </a:cubicBezTo>
                    <a:lnTo>
                      <a:pt x="6690" y="6447"/>
                    </a:lnTo>
                    <a:cubicBezTo>
                      <a:pt x="6736" y="6416"/>
                      <a:pt x="6736" y="6370"/>
                      <a:pt x="6751" y="6325"/>
                    </a:cubicBezTo>
                    <a:cubicBezTo>
                      <a:pt x="6751" y="6279"/>
                      <a:pt x="6751" y="6248"/>
                      <a:pt x="6751" y="6202"/>
                    </a:cubicBezTo>
                    <a:cubicBezTo>
                      <a:pt x="6736" y="5928"/>
                      <a:pt x="6736" y="5668"/>
                      <a:pt x="6843" y="5408"/>
                    </a:cubicBezTo>
                    <a:cubicBezTo>
                      <a:pt x="6919" y="5194"/>
                      <a:pt x="7072" y="5011"/>
                      <a:pt x="7301" y="4935"/>
                    </a:cubicBezTo>
                    <a:cubicBezTo>
                      <a:pt x="7361" y="4916"/>
                      <a:pt x="7416" y="4907"/>
                      <a:pt x="7468" y="4907"/>
                    </a:cubicBezTo>
                    <a:cubicBezTo>
                      <a:pt x="8341" y="4907"/>
                      <a:pt x="7971" y="7479"/>
                      <a:pt x="7943" y="7898"/>
                    </a:cubicBezTo>
                    <a:cubicBezTo>
                      <a:pt x="7943" y="7944"/>
                      <a:pt x="7927" y="8005"/>
                      <a:pt x="7958" y="8066"/>
                    </a:cubicBezTo>
                    <a:cubicBezTo>
                      <a:pt x="7985" y="8124"/>
                      <a:pt x="8023" y="8147"/>
                      <a:pt x="8065" y="8147"/>
                    </a:cubicBezTo>
                    <a:cubicBezTo>
                      <a:pt x="8190" y="8147"/>
                      <a:pt x="8355" y="7947"/>
                      <a:pt x="8401" y="7867"/>
                    </a:cubicBezTo>
                    <a:cubicBezTo>
                      <a:pt x="8630" y="7455"/>
                      <a:pt x="8691" y="7012"/>
                      <a:pt x="8844" y="6584"/>
                    </a:cubicBezTo>
                    <a:cubicBezTo>
                      <a:pt x="9073" y="5928"/>
                      <a:pt x="9302" y="5225"/>
                      <a:pt x="9363" y="4522"/>
                    </a:cubicBezTo>
                    <a:cubicBezTo>
                      <a:pt x="9409" y="4110"/>
                      <a:pt x="9378" y="3667"/>
                      <a:pt x="9241" y="3270"/>
                    </a:cubicBezTo>
                    <a:cubicBezTo>
                      <a:pt x="9180" y="3087"/>
                      <a:pt x="9103" y="2919"/>
                      <a:pt x="8981" y="2781"/>
                    </a:cubicBezTo>
                    <a:cubicBezTo>
                      <a:pt x="8874" y="2644"/>
                      <a:pt x="8722" y="2537"/>
                      <a:pt x="8676" y="2369"/>
                    </a:cubicBezTo>
                    <a:cubicBezTo>
                      <a:pt x="8599" y="2185"/>
                      <a:pt x="8599" y="1956"/>
                      <a:pt x="8554" y="1758"/>
                    </a:cubicBezTo>
                    <a:cubicBezTo>
                      <a:pt x="8508" y="1529"/>
                      <a:pt x="8477" y="1330"/>
                      <a:pt x="8263" y="1208"/>
                    </a:cubicBezTo>
                    <a:cubicBezTo>
                      <a:pt x="7958" y="1055"/>
                      <a:pt x="7591" y="1147"/>
                      <a:pt x="7301" y="1009"/>
                    </a:cubicBezTo>
                    <a:cubicBezTo>
                      <a:pt x="6865" y="784"/>
                      <a:pt x="6869" y="170"/>
                      <a:pt x="6324" y="170"/>
                    </a:cubicBezTo>
                    <a:cubicBezTo>
                      <a:pt x="6277" y="170"/>
                      <a:pt x="6226" y="175"/>
                      <a:pt x="6171" y="184"/>
                    </a:cubicBezTo>
                    <a:cubicBezTo>
                      <a:pt x="5829" y="259"/>
                      <a:pt x="5487" y="521"/>
                      <a:pt x="5145" y="521"/>
                    </a:cubicBezTo>
                    <a:cubicBezTo>
                      <a:pt x="5136" y="521"/>
                      <a:pt x="5126" y="521"/>
                      <a:pt x="5117" y="520"/>
                    </a:cubicBezTo>
                    <a:cubicBezTo>
                      <a:pt x="4784" y="507"/>
                      <a:pt x="4602" y="127"/>
                      <a:pt x="4250" y="127"/>
                    </a:cubicBezTo>
                    <a:cubicBezTo>
                      <a:pt x="4215" y="127"/>
                      <a:pt x="4178" y="130"/>
                      <a:pt x="4139" y="139"/>
                    </a:cubicBezTo>
                    <a:cubicBezTo>
                      <a:pt x="3865" y="191"/>
                      <a:pt x="3569" y="454"/>
                      <a:pt x="3270" y="454"/>
                    </a:cubicBezTo>
                    <a:cubicBezTo>
                      <a:pt x="3219" y="454"/>
                      <a:pt x="3167" y="447"/>
                      <a:pt x="3116" y="429"/>
                    </a:cubicBezTo>
                    <a:cubicBezTo>
                      <a:pt x="2684" y="280"/>
                      <a:pt x="2282" y="1"/>
                      <a:pt x="1809" y="1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638;p41">
                <a:extLst>
                  <a:ext uri="{FF2B5EF4-FFF2-40B4-BE49-F238E27FC236}">
                    <a16:creationId xmlns:a16="http://schemas.microsoft.com/office/drawing/2014/main" id="{8E017046-AA58-F5E4-4233-37BE12311A16}"/>
                  </a:ext>
                </a:extLst>
              </p:cNvPr>
              <p:cNvSpPr/>
              <p:nvPr/>
            </p:nvSpPr>
            <p:spPr>
              <a:xfrm flipH="1">
                <a:off x="1697665" y="2065118"/>
                <a:ext cx="93171" cy="757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1727" extrusionOk="0">
                    <a:moveTo>
                      <a:pt x="2124" y="0"/>
                    </a:moveTo>
                    <a:cubicBezTo>
                      <a:pt x="2124" y="0"/>
                      <a:pt x="1314" y="978"/>
                      <a:pt x="77" y="1176"/>
                    </a:cubicBezTo>
                    <a:lnTo>
                      <a:pt x="1" y="1726"/>
                    </a:lnTo>
                    <a:cubicBezTo>
                      <a:pt x="1788" y="1650"/>
                      <a:pt x="2124" y="0"/>
                      <a:pt x="2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639;p41">
                <a:extLst>
                  <a:ext uri="{FF2B5EF4-FFF2-40B4-BE49-F238E27FC236}">
                    <a16:creationId xmlns:a16="http://schemas.microsoft.com/office/drawing/2014/main" id="{F048238F-E054-8F86-3640-E51E68492461}"/>
                  </a:ext>
                </a:extLst>
              </p:cNvPr>
              <p:cNvSpPr/>
              <p:nvPr/>
            </p:nvSpPr>
            <p:spPr>
              <a:xfrm flipH="1">
                <a:off x="1621331" y="3095782"/>
                <a:ext cx="77737" cy="754792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17215" extrusionOk="0">
                    <a:moveTo>
                      <a:pt x="1" y="0"/>
                    </a:moveTo>
                    <a:lnTo>
                      <a:pt x="1" y="16909"/>
                    </a:lnTo>
                    <a:cubicBezTo>
                      <a:pt x="1" y="17077"/>
                      <a:pt x="153" y="17214"/>
                      <a:pt x="321" y="17214"/>
                    </a:cubicBezTo>
                    <a:lnTo>
                      <a:pt x="1452" y="17214"/>
                    </a:lnTo>
                    <a:cubicBezTo>
                      <a:pt x="1635" y="17214"/>
                      <a:pt x="1772" y="17077"/>
                      <a:pt x="1772" y="16909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640;p41">
                <a:extLst>
                  <a:ext uri="{FF2B5EF4-FFF2-40B4-BE49-F238E27FC236}">
                    <a16:creationId xmlns:a16="http://schemas.microsoft.com/office/drawing/2014/main" id="{6B9303C1-DA0F-4372-B4F2-87665482A88B}"/>
                  </a:ext>
                </a:extLst>
              </p:cNvPr>
              <p:cNvSpPr/>
              <p:nvPr/>
            </p:nvSpPr>
            <p:spPr>
              <a:xfrm flipH="1">
                <a:off x="1447881" y="3106480"/>
                <a:ext cx="424639" cy="64321"/>
              </a:xfrm>
              <a:custGeom>
                <a:avLst/>
                <a:gdLst/>
                <a:ahLst/>
                <a:cxnLst/>
                <a:rect l="l" t="t" r="r" b="b"/>
                <a:pathLst>
                  <a:path w="9685" h="1467" extrusionOk="0">
                    <a:moveTo>
                      <a:pt x="1" y="0"/>
                    </a:moveTo>
                    <a:lnTo>
                      <a:pt x="1" y="260"/>
                    </a:lnTo>
                    <a:cubicBezTo>
                      <a:pt x="1" y="932"/>
                      <a:pt x="535" y="1467"/>
                      <a:pt x="1207" y="1467"/>
                    </a:cubicBezTo>
                    <a:lnTo>
                      <a:pt x="8478" y="1467"/>
                    </a:lnTo>
                    <a:cubicBezTo>
                      <a:pt x="9150" y="1467"/>
                      <a:pt x="9684" y="932"/>
                      <a:pt x="9684" y="260"/>
                    </a:cubicBezTo>
                    <a:lnTo>
                      <a:pt x="96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641;p41">
                <a:extLst>
                  <a:ext uri="{FF2B5EF4-FFF2-40B4-BE49-F238E27FC236}">
                    <a16:creationId xmlns:a16="http://schemas.microsoft.com/office/drawing/2014/main" id="{98A4A4FE-9B03-8B43-AE1F-004683684DA3}"/>
                  </a:ext>
                </a:extLst>
              </p:cNvPr>
              <p:cNvSpPr/>
              <p:nvPr/>
            </p:nvSpPr>
            <p:spPr>
              <a:xfrm flipH="1">
                <a:off x="1621331" y="3762796"/>
                <a:ext cx="77737" cy="185552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4232" extrusionOk="0">
                    <a:moveTo>
                      <a:pt x="1" y="0"/>
                    </a:moveTo>
                    <a:lnTo>
                      <a:pt x="1" y="3910"/>
                    </a:lnTo>
                    <a:cubicBezTo>
                      <a:pt x="1" y="4094"/>
                      <a:pt x="153" y="4231"/>
                      <a:pt x="321" y="4231"/>
                    </a:cubicBezTo>
                    <a:lnTo>
                      <a:pt x="1452" y="4231"/>
                    </a:lnTo>
                    <a:cubicBezTo>
                      <a:pt x="1635" y="4231"/>
                      <a:pt x="1772" y="4094"/>
                      <a:pt x="1772" y="3910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642;p41">
                <a:extLst>
                  <a:ext uri="{FF2B5EF4-FFF2-40B4-BE49-F238E27FC236}">
                    <a16:creationId xmlns:a16="http://schemas.microsoft.com/office/drawing/2014/main" id="{06727DF8-3783-A461-5CB9-5002EA3821D4}"/>
                  </a:ext>
                </a:extLst>
              </p:cNvPr>
              <p:cNvSpPr/>
              <p:nvPr/>
            </p:nvSpPr>
            <p:spPr>
              <a:xfrm flipH="1">
                <a:off x="1970250" y="3857896"/>
                <a:ext cx="90452" cy="9045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3" extrusionOk="0">
                    <a:moveTo>
                      <a:pt x="1024" y="0"/>
                    </a:moveTo>
                    <a:cubicBezTo>
                      <a:pt x="459" y="0"/>
                      <a:pt x="0" y="458"/>
                      <a:pt x="0" y="1023"/>
                    </a:cubicBezTo>
                    <a:cubicBezTo>
                      <a:pt x="0" y="1589"/>
                      <a:pt x="459" y="2062"/>
                      <a:pt x="1024" y="2062"/>
                    </a:cubicBezTo>
                    <a:cubicBezTo>
                      <a:pt x="1589" y="2062"/>
                      <a:pt x="2062" y="1589"/>
                      <a:pt x="2062" y="1023"/>
                    </a:cubicBezTo>
                    <a:cubicBezTo>
                      <a:pt x="2062" y="458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643;p41">
                <a:extLst>
                  <a:ext uri="{FF2B5EF4-FFF2-40B4-BE49-F238E27FC236}">
                    <a16:creationId xmlns:a16="http://schemas.microsoft.com/office/drawing/2014/main" id="{381A2329-0A70-5351-3A9B-1024CABBE4B9}"/>
                  </a:ext>
                </a:extLst>
              </p:cNvPr>
              <p:cNvSpPr/>
              <p:nvPr/>
            </p:nvSpPr>
            <p:spPr>
              <a:xfrm flipH="1">
                <a:off x="1259040" y="3857896"/>
                <a:ext cx="90452" cy="9045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3" extrusionOk="0">
                    <a:moveTo>
                      <a:pt x="1024" y="0"/>
                    </a:moveTo>
                    <a:cubicBezTo>
                      <a:pt x="459" y="0"/>
                      <a:pt x="1" y="458"/>
                      <a:pt x="1" y="1023"/>
                    </a:cubicBezTo>
                    <a:cubicBezTo>
                      <a:pt x="1" y="1589"/>
                      <a:pt x="459" y="2062"/>
                      <a:pt x="1024" y="2062"/>
                    </a:cubicBezTo>
                    <a:cubicBezTo>
                      <a:pt x="1589" y="2062"/>
                      <a:pt x="2063" y="1589"/>
                      <a:pt x="2063" y="1023"/>
                    </a:cubicBezTo>
                    <a:cubicBezTo>
                      <a:pt x="2063" y="458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644;p41">
                <a:extLst>
                  <a:ext uri="{FF2B5EF4-FFF2-40B4-BE49-F238E27FC236}">
                    <a16:creationId xmlns:a16="http://schemas.microsoft.com/office/drawing/2014/main" id="{FC366FF1-34EB-23D1-12A1-9DD8163E4DA9}"/>
                  </a:ext>
                </a:extLst>
              </p:cNvPr>
              <p:cNvSpPr/>
              <p:nvPr/>
            </p:nvSpPr>
            <p:spPr>
              <a:xfrm flipH="1">
                <a:off x="1582485" y="3705184"/>
                <a:ext cx="155431" cy="136007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3102" extrusionOk="0">
                    <a:moveTo>
                      <a:pt x="1" y="1"/>
                    </a:moveTo>
                    <a:lnTo>
                      <a:pt x="1" y="3101"/>
                    </a:lnTo>
                    <a:lnTo>
                      <a:pt x="3544" y="3101"/>
                    </a:lnTo>
                    <a:lnTo>
                      <a:pt x="35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645;p41">
                <a:extLst>
                  <a:ext uri="{FF2B5EF4-FFF2-40B4-BE49-F238E27FC236}">
                    <a16:creationId xmlns:a16="http://schemas.microsoft.com/office/drawing/2014/main" id="{029B0799-3E46-C193-85E7-005AF3AF31DC}"/>
                  </a:ext>
                </a:extLst>
              </p:cNvPr>
              <p:cNvSpPr/>
              <p:nvPr/>
            </p:nvSpPr>
            <p:spPr>
              <a:xfrm flipH="1">
                <a:off x="1259040" y="3809009"/>
                <a:ext cx="801662" cy="63663"/>
              </a:xfrm>
              <a:custGeom>
                <a:avLst/>
                <a:gdLst/>
                <a:ahLst/>
                <a:cxnLst/>
                <a:rect l="l" t="t" r="r" b="b"/>
                <a:pathLst>
                  <a:path w="18284" h="1452" extrusionOk="0">
                    <a:moveTo>
                      <a:pt x="1085" y="0"/>
                    </a:moveTo>
                    <a:cubicBezTo>
                      <a:pt x="489" y="0"/>
                      <a:pt x="0" y="489"/>
                      <a:pt x="0" y="1100"/>
                    </a:cubicBezTo>
                    <a:lnTo>
                      <a:pt x="0" y="1451"/>
                    </a:lnTo>
                    <a:lnTo>
                      <a:pt x="18284" y="1451"/>
                    </a:lnTo>
                    <a:lnTo>
                      <a:pt x="18284" y="1100"/>
                    </a:lnTo>
                    <a:cubicBezTo>
                      <a:pt x="18284" y="489"/>
                      <a:pt x="17780" y="0"/>
                      <a:pt x="171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646;p41">
                <a:extLst>
                  <a:ext uri="{FF2B5EF4-FFF2-40B4-BE49-F238E27FC236}">
                    <a16:creationId xmlns:a16="http://schemas.microsoft.com/office/drawing/2014/main" id="{040EAC5C-1F32-7E31-799F-5F80251DAAC5}"/>
                  </a:ext>
                </a:extLst>
              </p:cNvPr>
              <p:cNvSpPr/>
              <p:nvPr/>
            </p:nvSpPr>
            <p:spPr>
              <a:xfrm flipH="1">
                <a:off x="1660178" y="3186191"/>
                <a:ext cx="26833" cy="50698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1563" extrusionOk="0">
                    <a:moveTo>
                      <a:pt x="0" y="0"/>
                    </a:moveTo>
                    <a:lnTo>
                      <a:pt x="0" y="11563"/>
                    </a:lnTo>
                    <a:lnTo>
                      <a:pt x="611" y="11563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647;p41">
                <a:extLst>
                  <a:ext uri="{FF2B5EF4-FFF2-40B4-BE49-F238E27FC236}">
                    <a16:creationId xmlns:a16="http://schemas.microsoft.com/office/drawing/2014/main" id="{5F9A284A-6BED-4214-CE72-9BC92357E804}"/>
                  </a:ext>
                </a:extLst>
              </p:cNvPr>
              <p:cNvSpPr/>
              <p:nvPr/>
            </p:nvSpPr>
            <p:spPr>
              <a:xfrm flipH="1">
                <a:off x="1297185" y="2558637"/>
                <a:ext cx="642987" cy="586120"/>
              </a:xfrm>
              <a:custGeom>
                <a:avLst/>
                <a:gdLst/>
                <a:ahLst/>
                <a:cxnLst/>
                <a:rect l="l" t="t" r="r" b="b"/>
                <a:pathLst>
                  <a:path w="14665" h="13368" extrusionOk="0">
                    <a:moveTo>
                      <a:pt x="13279" y="1"/>
                    </a:moveTo>
                    <a:cubicBezTo>
                      <a:pt x="12878" y="1"/>
                      <a:pt x="12542" y="346"/>
                      <a:pt x="12572" y="765"/>
                    </a:cubicBezTo>
                    <a:cubicBezTo>
                      <a:pt x="12678" y="2857"/>
                      <a:pt x="12235" y="7974"/>
                      <a:pt x="10280" y="9731"/>
                    </a:cubicBezTo>
                    <a:cubicBezTo>
                      <a:pt x="8409" y="11398"/>
                      <a:pt x="3825" y="11577"/>
                      <a:pt x="1943" y="11577"/>
                    </a:cubicBezTo>
                    <a:cubicBezTo>
                      <a:pt x="1428" y="11577"/>
                      <a:pt x="1116" y="11564"/>
                      <a:pt x="1116" y="11564"/>
                    </a:cubicBezTo>
                    <a:lnTo>
                      <a:pt x="1116" y="11564"/>
                    </a:lnTo>
                    <a:cubicBezTo>
                      <a:pt x="1116" y="11564"/>
                      <a:pt x="1" y="12938"/>
                      <a:pt x="2246" y="13244"/>
                    </a:cubicBezTo>
                    <a:cubicBezTo>
                      <a:pt x="2818" y="13322"/>
                      <a:pt x="3657" y="13367"/>
                      <a:pt x="4615" y="13367"/>
                    </a:cubicBezTo>
                    <a:cubicBezTo>
                      <a:pt x="7395" y="13367"/>
                      <a:pt x="11176" y="12987"/>
                      <a:pt x="12312" y="11930"/>
                    </a:cubicBezTo>
                    <a:cubicBezTo>
                      <a:pt x="13778" y="10540"/>
                      <a:pt x="14664" y="6936"/>
                      <a:pt x="14007" y="658"/>
                    </a:cubicBezTo>
                    <a:cubicBezTo>
                      <a:pt x="13961" y="291"/>
                      <a:pt x="13671" y="16"/>
                      <a:pt x="13305" y="1"/>
                    </a:cubicBezTo>
                    <a:cubicBezTo>
                      <a:pt x="13296" y="1"/>
                      <a:pt x="13287" y="1"/>
                      <a:pt x="13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48;p41">
                <a:extLst>
                  <a:ext uri="{FF2B5EF4-FFF2-40B4-BE49-F238E27FC236}">
                    <a16:creationId xmlns:a16="http://schemas.microsoft.com/office/drawing/2014/main" id="{3A90E179-C862-9F7A-62EC-96F927DFC67D}"/>
                  </a:ext>
                </a:extLst>
              </p:cNvPr>
              <p:cNvSpPr/>
              <p:nvPr/>
            </p:nvSpPr>
            <p:spPr>
              <a:xfrm flipH="1">
                <a:off x="1877825" y="3693126"/>
                <a:ext cx="143373" cy="127940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2918" extrusionOk="0">
                    <a:moveTo>
                      <a:pt x="2460" y="1"/>
                    </a:moveTo>
                    <a:lnTo>
                      <a:pt x="3269" y="1833"/>
                    </a:lnTo>
                    <a:lnTo>
                      <a:pt x="810" y="2918"/>
                    </a:lnTo>
                    <a:lnTo>
                      <a:pt x="1" y="1070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49;p41">
                <a:extLst>
                  <a:ext uri="{FF2B5EF4-FFF2-40B4-BE49-F238E27FC236}">
                    <a16:creationId xmlns:a16="http://schemas.microsoft.com/office/drawing/2014/main" id="{5FD48EBA-E5A0-6F6C-695B-C25BB6769B91}"/>
                  </a:ext>
                </a:extLst>
              </p:cNvPr>
              <p:cNvSpPr/>
              <p:nvPr/>
            </p:nvSpPr>
            <p:spPr>
              <a:xfrm flipH="1">
                <a:off x="1356157" y="2798425"/>
                <a:ext cx="921534" cy="956347"/>
              </a:xfrm>
              <a:custGeom>
                <a:avLst/>
                <a:gdLst/>
                <a:ahLst/>
                <a:cxnLst/>
                <a:rect l="l" t="t" r="r" b="b"/>
                <a:pathLst>
                  <a:path w="21018" h="21812" extrusionOk="0">
                    <a:moveTo>
                      <a:pt x="19949" y="0"/>
                    </a:moveTo>
                    <a:cubicBezTo>
                      <a:pt x="19895" y="108"/>
                      <a:pt x="18497" y="140"/>
                      <a:pt x="16665" y="140"/>
                    </a:cubicBezTo>
                    <a:cubicBezTo>
                      <a:pt x="14029" y="140"/>
                      <a:pt x="10495" y="74"/>
                      <a:pt x="8767" y="74"/>
                    </a:cubicBezTo>
                    <a:cubicBezTo>
                      <a:pt x="8289" y="74"/>
                      <a:pt x="7949" y="79"/>
                      <a:pt x="7806" y="92"/>
                    </a:cubicBezTo>
                    <a:cubicBezTo>
                      <a:pt x="7806" y="92"/>
                      <a:pt x="1085" y="3300"/>
                      <a:pt x="123" y="6293"/>
                    </a:cubicBezTo>
                    <a:cubicBezTo>
                      <a:pt x="31" y="6599"/>
                      <a:pt x="1" y="6996"/>
                      <a:pt x="31" y="7469"/>
                    </a:cubicBezTo>
                    <a:cubicBezTo>
                      <a:pt x="306" y="11700"/>
                      <a:pt x="5102" y="21812"/>
                      <a:pt x="5102" y="21812"/>
                    </a:cubicBezTo>
                    <a:lnTo>
                      <a:pt x="5851" y="21476"/>
                    </a:lnTo>
                    <a:lnTo>
                      <a:pt x="8325" y="20407"/>
                    </a:lnTo>
                    <a:lnTo>
                      <a:pt x="8661" y="20254"/>
                    </a:lnTo>
                    <a:cubicBezTo>
                      <a:pt x="8661" y="20254"/>
                      <a:pt x="4858" y="8890"/>
                      <a:pt x="5622" y="8279"/>
                    </a:cubicBezTo>
                    <a:cubicBezTo>
                      <a:pt x="6385" y="7668"/>
                      <a:pt x="15015" y="6141"/>
                      <a:pt x="18024" y="5331"/>
                    </a:cubicBezTo>
                    <a:cubicBezTo>
                      <a:pt x="21018" y="4521"/>
                      <a:pt x="19949" y="1"/>
                      <a:pt x="199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50;p41">
                <a:extLst>
                  <a:ext uri="{FF2B5EF4-FFF2-40B4-BE49-F238E27FC236}">
                    <a16:creationId xmlns:a16="http://schemas.microsoft.com/office/drawing/2014/main" id="{07B83702-A32C-8F7A-0C81-FD53EFA13159}"/>
                  </a:ext>
                </a:extLst>
              </p:cNvPr>
              <p:cNvSpPr/>
              <p:nvPr/>
            </p:nvSpPr>
            <p:spPr>
              <a:xfrm flipH="1">
                <a:off x="2317152" y="3713207"/>
                <a:ext cx="126624" cy="121275"/>
              </a:xfrm>
              <a:custGeom>
                <a:avLst/>
                <a:gdLst/>
                <a:ahLst/>
                <a:cxnLst/>
                <a:rect l="l" t="t" r="r" b="b"/>
                <a:pathLst>
                  <a:path w="2888" h="2766" extrusionOk="0">
                    <a:moveTo>
                      <a:pt x="2704" y="16"/>
                    </a:moveTo>
                    <a:lnTo>
                      <a:pt x="2887" y="2765"/>
                    </a:lnTo>
                    <a:lnTo>
                      <a:pt x="199" y="276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51;p41">
                <a:extLst>
                  <a:ext uri="{FF2B5EF4-FFF2-40B4-BE49-F238E27FC236}">
                    <a16:creationId xmlns:a16="http://schemas.microsoft.com/office/drawing/2014/main" id="{730E3340-35EA-8DAF-837F-5156D2440ED9}"/>
                  </a:ext>
                </a:extLst>
              </p:cNvPr>
              <p:cNvSpPr/>
              <p:nvPr/>
            </p:nvSpPr>
            <p:spPr>
              <a:xfrm flipH="1">
                <a:off x="1935437" y="2798425"/>
                <a:ext cx="632245" cy="956347"/>
              </a:xfrm>
              <a:custGeom>
                <a:avLst/>
                <a:gdLst/>
                <a:ahLst/>
                <a:cxnLst/>
                <a:rect l="l" t="t" r="r" b="b"/>
                <a:pathLst>
                  <a:path w="14420" h="21812" extrusionOk="0">
                    <a:moveTo>
                      <a:pt x="14359" y="0"/>
                    </a:moveTo>
                    <a:lnTo>
                      <a:pt x="14267" y="46"/>
                    </a:lnTo>
                    <a:cubicBezTo>
                      <a:pt x="14267" y="46"/>
                      <a:pt x="3025" y="1619"/>
                      <a:pt x="1192" y="4766"/>
                    </a:cubicBezTo>
                    <a:cubicBezTo>
                      <a:pt x="1" y="6813"/>
                      <a:pt x="2307" y="21797"/>
                      <a:pt x="2307" y="21797"/>
                    </a:cubicBezTo>
                    <a:lnTo>
                      <a:pt x="6279" y="21812"/>
                    </a:lnTo>
                    <a:cubicBezTo>
                      <a:pt x="6279" y="21812"/>
                      <a:pt x="5698" y="9333"/>
                      <a:pt x="5881" y="8630"/>
                    </a:cubicBezTo>
                    <a:cubicBezTo>
                      <a:pt x="6111" y="7836"/>
                      <a:pt x="6492" y="7561"/>
                      <a:pt x="6645" y="7469"/>
                    </a:cubicBezTo>
                    <a:cubicBezTo>
                      <a:pt x="6615" y="6996"/>
                      <a:pt x="6645" y="6599"/>
                      <a:pt x="6737" y="6293"/>
                    </a:cubicBezTo>
                    <a:cubicBezTo>
                      <a:pt x="7699" y="3300"/>
                      <a:pt x="14420" y="92"/>
                      <a:pt x="14420" y="92"/>
                    </a:cubicBezTo>
                    <a:cubicBezTo>
                      <a:pt x="14389" y="77"/>
                      <a:pt x="14374" y="46"/>
                      <a:pt x="143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52;p41">
                <a:extLst>
                  <a:ext uri="{FF2B5EF4-FFF2-40B4-BE49-F238E27FC236}">
                    <a16:creationId xmlns:a16="http://schemas.microsoft.com/office/drawing/2014/main" id="{15D60423-0CFB-6433-D156-0D1DB191044C}"/>
                  </a:ext>
                </a:extLst>
              </p:cNvPr>
              <p:cNvSpPr/>
              <p:nvPr/>
            </p:nvSpPr>
            <p:spPr>
              <a:xfrm flipH="1">
                <a:off x="1362164" y="2343007"/>
                <a:ext cx="583358" cy="606815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3840" extrusionOk="0">
                    <a:moveTo>
                      <a:pt x="11029" y="1"/>
                    </a:moveTo>
                    <a:lnTo>
                      <a:pt x="10265" y="108"/>
                    </a:lnTo>
                    <a:cubicBezTo>
                      <a:pt x="10265" y="108"/>
                      <a:pt x="10082" y="2139"/>
                      <a:pt x="9639" y="4171"/>
                    </a:cubicBezTo>
                    <a:lnTo>
                      <a:pt x="245" y="7730"/>
                    </a:lnTo>
                    <a:lnTo>
                      <a:pt x="123" y="8417"/>
                    </a:lnTo>
                    <a:cubicBezTo>
                      <a:pt x="77" y="8402"/>
                      <a:pt x="46" y="8402"/>
                      <a:pt x="1" y="8402"/>
                    </a:cubicBezTo>
                    <a:cubicBezTo>
                      <a:pt x="16" y="8539"/>
                      <a:pt x="16" y="8677"/>
                      <a:pt x="16" y="8814"/>
                    </a:cubicBezTo>
                    <a:cubicBezTo>
                      <a:pt x="31" y="9593"/>
                      <a:pt x="92" y="10158"/>
                      <a:pt x="169" y="10387"/>
                    </a:cubicBezTo>
                    <a:cubicBezTo>
                      <a:pt x="184" y="10433"/>
                      <a:pt x="199" y="10464"/>
                      <a:pt x="230" y="10479"/>
                    </a:cubicBezTo>
                    <a:cubicBezTo>
                      <a:pt x="474" y="10693"/>
                      <a:pt x="3804" y="10280"/>
                      <a:pt x="7393" y="11594"/>
                    </a:cubicBezTo>
                    <a:cubicBezTo>
                      <a:pt x="10304" y="12669"/>
                      <a:pt x="12031" y="13839"/>
                      <a:pt x="12294" y="13839"/>
                    </a:cubicBezTo>
                    <a:cubicBezTo>
                      <a:pt x="12311" y="13839"/>
                      <a:pt x="12322" y="13834"/>
                      <a:pt x="12327" y="13824"/>
                    </a:cubicBezTo>
                    <a:cubicBezTo>
                      <a:pt x="13304" y="11793"/>
                      <a:pt x="11533" y="3819"/>
                      <a:pt x="110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53;p41">
                <a:extLst>
                  <a:ext uri="{FF2B5EF4-FFF2-40B4-BE49-F238E27FC236}">
                    <a16:creationId xmlns:a16="http://schemas.microsoft.com/office/drawing/2014/main" id="{3423B355-3ED8-7F74-ABE1-5670063B4065}"/>
                  </a:ext>
                </a:extLst>
              </p:cNvPr>
              <p:cNvSpPr/>
              <p:nvPr/>
            </p:nvSpPr>
            <p:spPr>
              <a:xfrm flipH="1">
                <a:off x="1488744" y="2347699"/>
                <a:ext cx="456777" cy="386318"/>
              </a:xfrm>
              <a:custGeom>
                <a:avLst/>
                <a:gdLst/>
                <a:ahLst/>
                <a:cxnLst/>
                <a:rect l="l" t="t" r="r" b="b"/>
                <a:pathLst>
                  <a:path w="10418" h="8811" extrusionOk="0">
                    <a:moveTo>
                      <a:pt x="10265" y="1"/>
                    </a:moveTo>
                    <a:cubicBezTo>
                      <a:pt x="10265" y="1"/>
                      <a:pt x="10082" y="2032"/>
                      <a:pt x="9639" y="4064"/>
                    </a:cubicBezTo>
                    <a:lnTo>
                      <a:pt x="245" y="7638"/>
                    </a:lnTo>
                    <a:lnTo>
                      <a:pt x="123" y="8310"/>
                    </a:lnTo>
                    <a:cubicBezTo>
                      <a:pt x="77" y="8310"/>
                      <a:pt x="46" y="8310"/>
                      <a:pt x="1" y="8295"/>
                    </a:cubicBezTo>
                    <a:lnTo>
                      <a:pt x="1" y="8295"/>
                    </a:lnTo>
                    <a:cubicBezTo>
                      <a:pt x="16" y="8447"/>
                      <a:pt x="16" y="8585"/>
                      <a:pt x="16" y="8707"/>
                    </a:cubicBezTo>
                    <a:cubicBezTo>
                      <a:pt x="1227" y="8769"/>
                      <a:pt x="2467" y="8810"/>
                      <a:pt x="3626" y="8810"/>
                    </a:cubicBezTo>
                    <a:cubicBezTo>
                      <a:pt x="5347" y="8810"/>
                      <a:pt x="6887" y="8718"/>
                      <a:pt x="7882" y="8463"/>
                    </a:cubicBezTo>
                    <a:cubicBezTo>
                      <a:pt x="9150" y="8142"/>
                      <a:pt x="9791" y="5759"/>
                      <a:pt x="10036" y="4552"/>
                    </a:cubicBezTo>
                    <a:cubicBezTo>
                      <a:pt x="10418" y="2781"/>
                      <a:pt x="10295" y="352"/>
                      <a:pt x="10280" y="47"/>
                    </a:cubicBezTo>
                    <a:cubicBezTo>
                      <a:pt x="10265" y="16"/>
                      <a:pt x="10265" y="1"/>
                      <a:pt x="102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54;p41">
                <a:extLst>
                  <a:ext uri="{FF2B5EF4-FFF2-40B4-BE49-F238E27FC236}">
                    <a16:creationId xmlns:a16="http://schemas.microsoft.com/office/drawing/2014/main" id="{881867D1-2609-A74B-D298-93215C0FE817}"/>
                  </a:ext>
                </a:extLst>
              </p:cNvPr>
              <p:cNvSpPr/>
              <p:nvPr/>
            </p:nvSpPr>
            <p:spPr>
              <a:xfrm flipH="1">
                <a:off x="1918030" y="2211779"/>
                <a:ext cx="107859" cy="298716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6813" extrusionOk="0">
                    <a:moveTo>
                      <a:pt x="2460" y="0"/>
                    </a:moveTo>
                    <a:lnTo>
                      <a:pt x="2460" y="0"/>
                    </a:lnTo>
                    <a:cubicBezTo>
                      <a:pt x="2457" y="5"/>
                      <a:pt x="2454" y="11"/>
                      <a:pt x="2451" y="18"/>
                    </a:cubicBezTo>
                    <a:lnTo>
                      <a:pt x="2451" y="18"/>
                    </a:lnTo>
                    <a:cubicBezTo>
                      <a:pt x="2457" y="6"/>
                      <a:pt x="2460" y="0"/>
                      <a:pt x="2460" y="0"/>
                    </a:cubicBezTo>
                    <a:close/>
                    <a:moveTo>
                      <a:pt x="2451" y="18"/>
                    </a:moveTo>
                    <a:cubicBezTo>
                      <a:pt x="2323" y="287"/>
                      <a:pt x="791" y="3504"/>
                      <a:pt x="1" y="5025"/>
                    </a:cubicBezTo>
                    <a:lnTo>
                      <a:pt x="1925" y="6812"/>
                    </a:lnTo>
                    <a:cubicBezTo>
                      <a:pt x="2060" y="3629"/>
                      <a:pt x="2284" y="416"/>
                      <a:pt x="2451" y="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55;p41">
                <a:extLst>
                  <a:ext uri="{FF2B5EF4-FFF2-40B4-BE49-F238E27FC236}">
                    <a16:creationId xmlns:a16="http://schemas.microsoft.com/office/drawing/2014/main" id="{CEF2A78A-A8B6-80C8-EB68-6F576342A2C5}"/>
                  </a:ext>
                </a:extLst>
              </p:cNvPr>
              <p:cNvSpPr/>
              <p:nvPr/>
            </p:nvSpPr>
            <p:spPr>
              <a:xfrm flipH="1">
                <a:off x="1941444" y="2343665"/>
                <a:ext cx="362379" cy="296743"/>
              </a:xfrm>
              <a:custGeom>
                <a:avLst/>
                <a:gdLst/>
                <a:ahLst/>
                <a:cxnLst/>
                <a:rect l="l" t="t" r="r" b="b"/>
                <a:pathLst>
                  <a:path w="8265" h="6768" extrusionOk="0">
                    <a:moveTo>
                      <a:pt x="1025" y="1"/>
                    </a:moveTo>
                    <a:cubicBezTo>
                      <a:pt x="1025" y="1"/>
                      <a:pt x="1024" y="1"/>
                      <a:pt x="1024" y="1"/>
                    </a:cubicBezTo>
                    <a:cubicBezTo>
                      <a:pt x="826" y="261"/>
                      <a:pt x="1" y="1254"/>
                      <a:pt x="1" y="1254"/>
                    </a:cubicBezTo>
                    <a:cubicBezTo>
                      <a:pt x="1" y="1254"/>
                      <a:pt x="2735" y="5332"/>
                      <a:pt x="4537" y="6768"/>
                    </a:cubicBezTo>
                    <a:lnTo>
                      <a:pt x="4553" y="6691"/>
                    </a:lnTo>
                    <a:cubicBezTo>
                      <a:pt x="4553" y="6691"/>
                      <a:pt x="6034" y="6447"/>
                      <a:pt x="7653" y="6172"/>
                    </a:cubicBezTo>
                    <a:cubicBezTo>
                      <a:pt x="7837" y="6141"/>
                      <a:pt x="8020" y="6111"/>
                      <a:pt x="8188" y="6080"/>
                    </a:cubicBezTo>
                    <a:cubicBezTo>
                      <a:pt x="8203" y="5347"/>
                      <a:pt x="8234" y="4568"/>
                      <a:pt x="8264" y="3804"/>
                    </a:cubicBezTo>
                    <a:lnTo>
                      <a:pt x="6340" y="2017"/>
                    </a:lnTo>
                    <a:cubicBezTo>
                      <a:pt x="6034" y="2613"/>
                      <a:pt x="5805" y="3010"/>
                      <a:pt x="5759" y="3025"/>
                    </a:cubicBezTo>
                    <a:cubicBezTo>
                      <a:pt x="5759" y="3025"/>
                      <a:pt x="5758" y="3025"/>
                      <a:pt x="5758" y="3025"/>
                    </a:cubicBezTo>
                    <a:cubicBezTo>
                      <a:pt x="5509" y="3025"/>
                      <a:pt x="1099" y="1"/>
                      <a:pt x="1025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56;p41">
                <a:extLst>
                  <a:ext uri="{FF2B5EF4-FFF2-40B4-BE49-F238E27FC236}">
                    <a16:creationId xmlns:a16="http://schemas.microsoft.com/office/drawing/2014/main" id="{F27C1909-1032-16D8-9BBA-3911713FD089}"/>
                  </a:ext>
                </a:extLst>
              </p:cNvPr>
              <p:cNvSpPr/>
              <p:nvPr/>
            </p:nvSpPr>
            <p:spPr>
              <a:xfrm flipH="1">
                <a:off x="2104196" y="2612259"/>
                <a:ext cx="216331" cy="83086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1895" extrusionOk="0">
                    <a:moveTo>
                      <a:pt x="4934" y="565"/>
                    </a:moveTo>
                    <a:lnTo>
                      <a:pt x="4888" y="1894"/>
                    </a:lnTo>
                    <a:lnTo>
                      <a:pt x="0" y="1894"/>
                    </a:lnTo>
                    <a:cubicBezTo>
                      <a:pt x="0" y="1894"/>
                      <a:pt x="489" y="0"/>
                      <a:pt x="1818" y="0"/>
                    </a:cubicBezTo>
                    <a:cubicBezTo>
                      <a:pt x="3131" y="0"/>
                      <a:pt x="3651" y="687"/>
                      <a:pt x="3651" y="687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57;p41">
                <a:extLst>
                  <a:ext uri="{FF2B5EF4-FFF2-40B4-BE49-F238E27FC236}">
                    <a16:creationId xmlns:a16="http://schemas.microsoft.com/office/drawing/2014/main" id="{3E13439F-8227-7DC6-27B8-65F39C87316E}"/>
                  </a:ext>
                </a:extLst>
              </p:cNvPr>
              <p:cNvSpPr/>
              <p:nvPr/>
            </p:nvSpPr>
            <p:spPr>
              <a:xfrm flipH="1">
                <a:off x="2258882" y="2282326"/>
                <a:ext cx="187569" cy="116321"/>
              </a:xfrm>
              <a:custGeom>
                <a:avLst/>
                <a:gdLst/>
                <a:ahLst/>
                <a:cxnLst/>
                <a:rect l="l" t="t" r="r" b="b"/>
                <a:pathLst>
                  <a:path w="4278" h="2653" extrusionOk="0">
                    <a:moveTo>
                      <a:pt x="1729" y="1"/>
                    </a:moveTo>
                    <a:cubicBezTo>
                      <a:pt x="1454" y="1"/>
                      <a:pt x="1171" y="92"/>
                      <a:pt x="917" y="346"/>
                    </a:cubicBezTo>
                    <a:cubicBezTo>
                      <a:pt x="1" y="1247"/>
                      <a:pt x="92" y="1476"/>
                      <a:pt x="230" y="1538"/>
                    </a:cubicBezTo>
                    <a:cubicBezTo>
                      <a:pt x="236" y="1542"/>
                      <a:pt x="245" y="1544"/>
                      <a:pt x="256" y="1544"/>
                    </a:cubicBezTo>
                    <a:cubicBezTo>
                      <a:pt x="440" y="1544"/>
                      <a:pt x="1183" y="955"/>
                      <a:pt x="1299" y="911"/>
                    </a:cubicBezTo>
                    <a:lnTo>
                      <a:pt x="1299" y="911"/>
                    </a:lnTo>
                    <a:cubicBezTo>
                      <a:pt x="1268" y="1018"/>
                      <a:pt x="841" y="1904"/>
                      <a:pt x="1528" y="2271"/>
                    </a:cubicBezTo>
                    <a:cubicBezTo>
                      <a:pt x="1753" y="2391"/>
                      <a:pt x="1966" y="2431"/>
                      <a:pt x="2149" y="2431"/>
                    </a:cubicBezTo>
                    <a:cubicBezTo>
                      <a:pt x="2497" y="2431"/>
                      <a:pt x="2735" y="2286"/>
                      <a:pt x="2735" y="2286"/>
                    </a:cubicBezTo>
                    <a:lnTo>
                      <a:pt x="3254" y="2653"/>
                    </a:lnTo>
                    <a:cubicBezTo>
                      <a:pt x="3254" y="2653"/>
                      <a:pt x="4079" y="1660"/>
                      <a:pt x="4277" y="1400"/>
                    </a:cubicBezTo>
                    <a:lnTo>
                      <a:pt x="4247" y="1370"/>
                    </a:lnTo>
                    <a:lnTo>
                      <a:pt x="3101" y="591"/>
                    </a:lnTo>
                    <a:cubicBezTo>
                      <a:pt x="3079" y="591"/>
                      <a:pt x="2428" y="1"/>
                      <a:pt x="1729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58;p41">
                <a:extLst>
                  <a:ext uri="{FF2B5EF4-FFF2-40B4-BE49-F238E27FC236}">
                    <a16:creationId xmlns:a16="http://schemas.microsoft.com/office/drawing/2014/main" id="{76F041A9-2D7C-24E2-1E56-9280E3F92A13}"/>
                  </a:ext>
                </a:extLst>
              </p:cNvPr>
              <p:cNvSpPr/>
              <p:nvPr/>
            </p:nvSpPr>
            <p:spPr>
              <a:xfrm flipH="1">
                <a:off x="2287030" y="2353749"/>
                <a:ext cx="96459" cy="5581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1273" extrusionOk="0">
                    <a:moveTo>
                      <a:pt x="611" y="0"/>
                    </a:moveTo>
                    <a:lnTo>
                      <a:pt x="199" y="489"/>
                    </a:lnTo>
                    <a:cubicBezTo>
                      <a:pt x="199" y="489"/>
                      <a:pt x="0" y="856"/>
                      <a:pt x="352" y="1024"/>
                    </a:cubicBezTo>
                    <a:cubicBezTo>
                      <a:pt x="666" y="1160"/>
                      <a:pt x="1238" y="1273"/>
                      <a:pt x="1574" y="1273"/>
                    </a:cubicBezTo>
                    <a:cubicBezTo>
                      <a:pt x="1613" y="1273"/>
                      <a:pt x="1649" y="1271"/>
                      <a:pt x="1680" y="1268"/>
                    </a:cubicBezTo>
                    <a:cubicBezTo>
                      <a:pt x="1971" y="1237"/>
                      <a:pt x="2200" y="840"/>
                      <a:pt x="2200" y="840"/>
                    </a:cubicBezTo>
                    <a:lnTo>
                      <a:pt x="1314" y="0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59;p41">
                <a:extLst>
                  <a:ext uri="{FF2B5EF4-FFF2-40B4-BE49-F238E27FC236}">
                    <a16:creationId xmlns:a16="http://schemas.microsoft.com/office/drawing/2014/main" id="{5B3C0879-3C1E-C405-A8B4-D21C9DF4D794}"/>
                  </a:ext>
                </a:extLst>
              </p:cNvPr>
              <p:cNvSpPr/>
              <p:nvPr/>
            </p:nvSpPr>
            <p:spPr>
              <a:xfrm flipH="1">
                <a:off x="2317590" y="2352960"/>
                <a:ext cx="67916" cy="3029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691" extrusionOk="0">
                    <a:moveTo>
                      <a:pt x="1198" y="1"/>
                    </a:moveTo>
                    <a:cubicBezTo>
                      <a:pt x="1182" y="1"/>
                      <a:pt x="1169" y="6"/>
                      <a:pt x="1161" y="18"/>
                    </a:cubicBezTo>
                    <a:cubicBezTo>
                      <a:pt x="1085" y="110"/>
                      <a:pt x="1268" y="232"/>
                      <a:pt x="1284" y="339"/>
                    </a:cubicBezTo>
                    <a:cubicBezTo>
                      <a:pt x="1284" y="461"/>
                      <a:pt x="947" y="507"/>
                      <a:pt x="703" y="507"/>
                    </a:cubicBezTo>
                    <a:cubicBezTo>
                      <a:pt x="443" y="507"/>
                      <a:pt x="0" y="568"/>
                      <a:pt x="0" y="568"/>
                    </a:cubicBezTo>
                    <a:lnTo>
                      <a:pt x="199" y="690"/>
                    </a:lnTo>
                    <a:cubicBezTo>
                      <a:pt x="221" y="602"/>
                      <a:pt x="349" y="578"/>
                      <a:pt x="511" y="578"/>
                    </a:cubicBezTo>
                    <a:cubicBezTo>
                      <a:pt x="684" y="578"/>
                      <a:pt x="896" y="606"/>
                      <a:pt x="1054" y="614"/>
                    </a:cubicBezTo>
                    <a:cubicBezTo>
                      <a:pt x="1284" y="614"/>
                      <a:pt x="1421" y="553"/>
                      <a:pt x="1482" y="385"/>
                    </a:cubicBezTo>
                    <a:cubicBezTo>
                      <a:pt x="1548" y="239"/>
                      <a:pt x="1304" y="1"/>
                      <a:pt x="11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60;p41">
                <a:extLst>
                  <a:ext uri="{FF2B5EF4-FFF2-40B4-BE49-F238E27FC236}">
                    <a16:creationId xmlns:a16="http://schemas.microsoft.com/office/drawing/2014/main" id="{04F87FE7-FF2D-3436-0870-74C53DFE2A86}"/>
                  </a:ext>
                </a:extLst>
              </p:cNvPr>
              <p:cNvSpPr/>
              <p:nvPr/>
            </p:nvSpPr>
            <p:spPr>
              <a:xfrm flipH="1">
                <a:off x="1542980" y="2527858"/>
                <a:ext cx="563277" cy="198267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4522" extrusionOk="0">
                    <a:moveTo>
                      <a:pt x="12831" y="1696"/>
                    </a:moveTo>
                    <a:lnTo>
                      <a:pt x="8050" y="1"/>
                    </a:lnTo>
                    <a:cubicBezTo>
                      <a:pt x="7699" y="642"/>
                      <a:pt x="7332" y="1131"/>
                      <a:pt x="6951" y="1238"/>
                    </a:cubicBezTo>
                    <a:cubicBezTo>
                      <a:pt x="6401" y="1375"/>
                      <a:pt x="5057" y="1635"/>
                      <a:pt x="3697" y="1864"/>
                    </a:cubicBezTo>
                    <a:cubicBezTo>
                      <a:pt x="3514" y="1910"/>
                      <a:pt x="3331" y="1940"/>
                      <a:pt x="3147" y="1971"/>
                    </a:cubicBezTo>
                    <a:cubicBezTo>
                      <a:pt x="1528" y="2246"/>
                      <a:pt x="47" y="2490"/>
                      <a:pt x="47" y="2490"/>
                    </a:cubicBezTo>
                    <a:lnTo>
                      <a:pt x="31" y="2567"/>
                    </a:lnTo>
                    <a:lnTo>
                      <a:pt x="31" y="2612"/>
                    </a:lnTo>
                    <a:lnTo>
                      <a:pt x="1" y="3819"/>
                    </a:lnTo>
                    <a:lnTo>
                      <a:pt x="1" y="4125"/>
                    </a:lnTo>
                    <a:cubicBezTo>
                      <a:pt x="1" y="4125"/>
                      <a:pt x="1620" y="4048"/>
                      <a:pt x="3667" y="4186"/>
                    </a:cubicBezTo>
                    <a:cubicBezTo>
                      <a:pt x="6538" y="4399"/>
                      <a:pt x="10235" y="4522"/>
                      <a:pt x="11456" y="3941"/>
                    </a:cubicBezTo>
                    <a:cubicBezTo>
                      <a:pt x="12022" y="3666"/>
                      <a:pt x="12480" y="2780"/>
                      <a:pt x="12846" y="1681"/>
                    </a:cubicBezTo>
                    <a:cubicBezTo>
                      <a:pt x="12831" y="1681"/>
                      <a:pt x="12831" y="1681"/>
                      <a:pt x="12831" y="1696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61;p41">
                <a:extLst>
                  <a:ext uri="{FF2B5EF4-FFF2-40B4-BE49-F238E27FC236}">
                    <a16:creationId xmlns:a16="http://schemas.microsoft.com/office/drawing/2014/main" id="{6875C897-B665-8AE6-0376-2CD34D09D282}"/>
                  </a:ext>
                </a:extLst>
              </p:cNvPr>
              <p:cNvSpPr/>
              <p:nvPr/>
            </p:nvSpPr>
            <p:spPr>
              <a:xfrm flipH="1">
                <a:off x="1543638" y="2527858"/>
                <a:ext cx="217033" cy="101852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2323" extrusionOk="0">
                    <a:moveTo>
                      <a:pt x="168" y="1"/>
                    </a:moveTo>
                    <a:lnTo>
                      <a:pt x="0" y="306"/>
                    </a:lnTo>
                    <a:lnTo>
                      <a:pt x="4735" y="2322"/>
                    </a:lnTo>
                    <a:lnTo>
                      <a:pt x="4949" y="1696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62;p41">
                <a:extLst>
                  <a:ext uri="{FF2B5EF4-FFF2-40B4-BE49-F238E27FC236}">
                    <a16:creationId xmlns:a16="http://schemas.microsoft.com/office/drawing/2014/main" id="{6FE838AC-0917-3AE5-F317-660704F3071F}"/>
                  </a:ext>
                </a:extLst>
              </p:cNvPr>
              <p:cNvSpPr/>
              <p:nvPr/>
            </p:nvSpPr>
            <p:spPr>
              <a:xfrm flipH="1">
                <a:off x="1461955" y="2128035"/>
                <a:ext cx="482207" cy="481550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10983" extrusionOk="0">
                    <a:moveTo>
                      <a:pt x="7485" y="1"/>
                    </a:moveTo>
                    <a:cubicBezTo>
                      <a:pt x="7469" y="215"/>
                      <a:pt x="7164" y="2475"/>
                      <a:pt x="4842" y="2475"/>
                    </a:cubicBezTo>
                    <a:cubicBezTo>
                      <a:pt x="2414" y="2475"/>
                      <a:pt x="2811" y="62"/>
                      <a:pt x="2811" y="62"/>
                    </a:cubicBezTo>
                    <a:lnTo>
                      <a:pt x="2811" y="47"/>
                    </a:lnTo>
                    <a:cubicBezTo>
                      <a:pt x="1635" y="291"/>
                      <a:pt x="886" y="1406"/>
                      <a:pt x="611" y="1910"/>
                    </a:cubicBezTo>
                    <a:cubicBezTo>
                      <a:pt x="443" y="2216"/>
                      <a:pt x="199" y="5484"/>
                      <a:pt x="61" y="8722"/>
                    </a:cubicBezTo>
                    <a:cubicBezTo>
                      <a:pt x="31" y="9486"/>
                      <a:pt x="15" y="10265"/>
                      <a:pt x="0" y="10983"/>
                    </a:cubicBezTo>
                    <a:cubicBezTo>
                      <a:pt x="1360" y="10754"/>
                      <a:pt x="2704" y="10494"/>
                      <a:pt x="3254" y="10357"/>
                    </a:cubicBezTo>
                    <a:cubicBezTo>
                      <a:pt x="3635" y="10250"/>
                      <a:pt x="4002" y="9761"/>
                      <a:pt x="4353" y="9120"/>
                    </a:cubicBezTo>
                    <a:lnTo>
                      <a:pt x="9134" y="10800"/>
                    </a:lnTo>
                    <a:lnTo>
                      <a:pt x="9149" y="10800"/>
                    </a:lnTo>
                    <a:cubicBezTo>
                      <a:pt x="9928" y="8402"/>
                      <a:pt x="10234" y="5011"/>
                      <a:pt x="10234" y="5011"/>
                    </a:cubicBezTo>
                    <a:lnTo>
                      <a:pt x="10998" y="4904"/>
                    </a:lnTo>
                    <a:cubicBezTo>
                      <a:pt x="10891" y="4217"/>
                      <a:pt x="10830" y="3606"/>
                      <a:pt x="10769" y="3132"/>
                    </a:cubicBezTo>
                    <a:cubicBezTo>
                      <a:pt x="10524" y="734"/>
                      <a:pt x="8691" y="123"/>
                      <a:pt x="74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63;p41">
                <a:extLst>
                  <a:ext uri="{FF2B5EF4-FFF2-40B4-BE49-F238E27FC236}">
                    <a16:creationId xmlns:a16="http://schemas.microsoft.com/office/drawing/2014/main" id="{F86D09EA-7D58-F7D2-238C-F63B0F853DF6}"/>
                  </a:ext>
                </a:extLst>
              </p:cNvPr>
              <p:cNvSpPr/>
              <p:nvPr/>
            </p:nvSpPr>
            <p:spPr>
              <a:xfrm flipH="1">
                <a:off x="1672235" y="2305520"/>
                <a:ext cx="83744" cy="210982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4812" extrusionOk="0">
                    <a:moveTo>
                      <a:pt x="1910" y="0"/>
                    </a:moveTo>
                    <a:lnTo>
                      <a:pt x="0" y="4629"/>
                    </a:lnTo>
                    <a:lnTo>
                      <a:pt x="504" y="4812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64;p41">
                <a:extLst>
                  <a:ext uri="{FF2B5EF4-FFF2-40B4-BE49-F238E27FC236}">
                    <a16:creationId xmlns:a16="http://schemas.microsoft.com/office/drawing/2014/main" id="{2598C452-DA0A-FA3E-A44B-D9DD8DED3370}"/>
                  </a:ext>
                </a:extLst>
              </p:cNvPr>
              <p:cNvSpPr/>
              <p:nvPr/>
            </p:nvSpPr>
            <p:spPr>
              <a:xfrm flipH="1">
                <a:off x="1598576" y="2128035"/>
                <a:ext cx="330197" cy="195593"/>
              </a:xfrm>
              <a:custGeom>
                <a:avLst/>
                <a:gdLst/>
                <a:ahLst/>
                <a:cxnLst/>
                <a:rect l="l" t="t" r="r" b="b"/>
                <a:pathLst>
                  <a:path w="7531" h="4461" extrusionOk="0">
                    <a:moveTo>
                      <a:pt x="2765" y="1"/>
                    </a:moveTo>
                    <a:cubicBezTo>
                      <a:pt x="1421" y="1"/>
                      <a:pt x="306" y="1009"/>
                      <a:pt x="153" y="2323"/>
                    </a:cubicBezTo>
                    <a:cubicBezTo>
                      <a:pt x="138" y="2475"/>
                      <a:pt x="123" y="2628"/>
                      <a:pt x="107" y="2750"/>
                    </a:cubicBezTo>
                    <a:cubicBezTo>
                      <a:pt x="0" y="3743"/>
                      <a:pt x="3987" y="4461"/>
                      <a:pt x="3987" y="4461"/>
                    </a:cubicBezTo>
                    <a:lnTo>
                      <a:pt x="6034" y="4339"/>
                    </a:lnTo>
                    <a:lnTo>
                      <a:pt x="7286" y="1910"/>
                    </a:lnTo>
                    <a:lnTo>
                      <a:pt x="7531" y="917"/>
                    </a:lnTo>
                    <a:lnTo>
                      <a:pt x="7134" y="1"/>
                    </a:lnTo>
                    <a:lnTo>
                      <a:pt x="6095" y="1"/>
                    </a:lnTo>
                    <a:cubicBezTo>
                      <a:pt x="6095" y="1"/>
                      <a:pt x="4613" y="1620"/>
                      <a:pt x="3666" y="1620"/>
                    </a:cubicBezTo>
                    <a:cubicBezTo>
                      <a:pt x="2704" y="1620"/>
                      <a:pt x="3223" y="1"/>
                      <a:pt x="32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65;p41">
                <a:extLst>
                  <a:ext uri="{FF2B5EF4-FFF2-40B4-BE49-F238E27FC236}">
                    <a16:creationId xmlns:a16="http://schemas.microsoft.com/office/drawing/2014/main" id="{5717126E-E437-CA0C-E84F-41531C0058DA}"/>
                  </a:ext>
                </a:extLst>
              </p:cNvPr>
              <p:cNvSpPr/>
              <p:nvPr/>
            </p:nvSpPr>
            <p:spPr>
              <a:xfrm flipH="1">
                <a:off x="1822931" y="3851188"/>
                <a:ext cx="343569" cy="96459"/>
              </a:xfrm>
              <a:custGeom>
                <a:avLst/>
                <a:gdLst/>
                <a:ahLst/>
                <a:cxnLst/>
                <a:rect l="l" t="t" r="r" b="b"/>
                <a:pathLst>
                  <a:path w="7836" h="2200" extrusionOk="0">
                    <a:moveTo>
                      <a:pt x="7698" y="0"/>
                    </a:moveTo>
                    <a:cubicBezTo>
                      <a:pt x="7698" y="0"/>
                      <a:pt x="733" y="1222"/>
                      <a:pt x="0" y="1421"/>
                    </a:cubicBezTo>
                    <a:cubicBezTo>
                      <a:pt x="96" y="1871"/>
                      <a:pt x="374" y="2199"/>
                      <a:pt x="780" y="2199"/>
                    </a:cubicBezTo>
                    <a:cubicBezTo>
                      <a:pt x="829" y="2199"/>
                      <a:pt x="879" y="2194"/>
                      <a:pt x="932" y="2184"/>
                    </a:cubicBezTo>
                    <a:lnTo>
                      <a:pt x="7561" y="947"/>
                    </a:lnTo>
                    <a:cubicBezTo>
                      <a:pt x="7729" y="917"/>
                      <a:pt x="7836" y="764"/>
                      <a:pt x="7805" y="596"/>
                    </a:cubicBezTo>
                    <a:lnTo>
                      <a:pt x="7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66;p41">
                <a:extLst>
                  <a:ext uri="{FF2B5EF4-FFF2-40B4-BE49-F238E27FC236}">
                    <a16:creationId xmlns:a16="http://schemas.microsoft.com/office/drawing/2014/main" id="{348AF629-BA2F-E426-2EE9-4859A58D8317}"/>
                  </a:ext>
                </a:extLst>
              </p:cNvPr>
              <p:cNvSpPr/>
              <p:nvPr/>
            </p:nvSpPr>
            <p:spPr>
              <a:xfrm flipH="1">
                <a:off x="1828937" y="3766348"/>
                <a:ext cx="337563" cy="147144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3356" extrusionOk="0">
                    <a:moveTo>
                      <a:pt x="6611" y="0"/>
                    </a:moveTo>
                    <a:cubicBezTo>
                      <a:pt x="6582" y="0"/>
                      <a:pt x="6551" y="9"/>
                      <a:pt x="6522" y="26"/>
                    </a:cubicBezTo>
                    <a:cubicBezTo>
                      <a:pt x="5816" y="460"/>
                      <a:pt x="5249" y="599"/>
                      <a:pt x="4813" y="599"/>
                    </a:cubicBezTo>
                    <a:cubicBezTo>
                      <a:pt x="4267" y="599"/>
                      <a:pt x="3926" y="382"/>
                      <a:pt x="3773" y="255"/>
                    </a:cubicBezTo>
                    <a:cubicBezTo>
                      <a:pt x="3742" y="232"/>
                      <a:pt x="3708" y="221"/>
                      <a:pt x="3674" y="221"/>
                    </a:cubicBezTo>
                    <a:cubicBezTo>
                      <a:pt x="3639" y="221"/>
                      <a:pt x="3605" y="232"/>
                      <a:pt x="3574" y="255"/>
                    </a:cubicBezTo>
                    <a:cubicBezTo>
                      <a:pt x="3513" y="316"/>
                      <a:pt x="3422" y="408"/>
                      <a:pt x="3299" y="500"/>
                    </a:cubicBezTo>
                    <a:cubicBezTo>
                      <a:pt x="3238" y="561"/>
                      <a:pt x="3177" y="622"/>
                      <a:pt x="3101" y="683"/>
                    </a:cubicBezTo>
                    <a:cubicBezTo>
                      <a:pt x="2994" y="774"/>
                      <a:pt x="2887" y="881"/>
                      <a:pt x="2765" y="988"/>
                    </a:cubicBezTo>
                    <a:cubicBezTo>
                      <a:pt x="2704" y="1049"/>
                      <a:pt x="2643" y="1110"/>
                      <a:pt x="2566" y="1172"/>
                    </a:cubicBezTo>
                    <a:cubicBezTo>
                      <a:pt x="2444" y="1279"/>
                      <a:pt x="2322" y="1401"/>
                      <a:pt x="2184" y="1508"/>
                    </a:cubicBezTo>
                    <a:cubicBezTo>
                      <a:pt x="2108" y="1569"/>
                      <a:pt x="2047" y="1630"/>
                      <a:pt x="1971" y="1691"/>
                    </a:cubicBezTo>
                    <a:cubicBezTo>
                      <a:pt x="1130" y="2439"/>
                      <a:pt x="245" y="3203"/>
                      <a:pt x="0" y="3356"/>
                    </a:cubicBezTo>
                    <a:cubicBezTo>
                      <a:pt x="733" y="3157"/>
                      <a:pt x="7698" y="1935"/>
                      <a:pt x="7698" y="1935"/>
                    </a:cubicBezTo>
                    <a:lnTo>
                      <a:pt x="6736" y="72"/>
                    </a:lnTo>
                    <a:cubicBezTo>
                      <a:pt x="6707" y="24"/>
                      <a:pt x="6661" y="0"/>
                      <a:pt x="66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67;p41">
                <a:extLst>
                  <a:ext uri="{FF2B5EF4-FFF2-40B4-BE49-F238E27FC236}">
                    <a16:creationId xmlns:a16="http://schemas.microsoft.com/office/drawing/2014/main" id="{859E32F5-8508-76DF-189E-30CA8D6C0EA7}"/>
                  </a:ext>
                </a:extLst>
              </p:cNvPr>
              <p:cNvSpPr/>
              <p:nvPr/>
            </p:nvSpPr>
            <p:spPr>
              <a:xfrm flipH="1">
                <a:off x="2279664" y="3902749"/>
                <a:ext cx="344271" cy="47616"/>
              </a:xfrm>
              <a:custGeom>
                <a:avLst/>
                <a:gdLst/>
                <a:ahLst/>
                <a:cxnLst/>
                <a:rect l="l" t="t" r="r" b="b"/>
                <a:pathLst>
                  <a:path w="7852" h="1086" extrusionOk="0">
                    <a:moveTo>
                      <a:pt x="7837" y="0"/>
                    </a:moveTo>
                    <a:cubicBezTo>
                      <a:pt x="7837" y="0"/>
                      <a:pt x="765" y="92"/>
                      <a:pt x="1" y="184"/>
                    </a:cubicBezTo>
                    <a:cubicBezTo>
                      <a:pt x="16" y="679"/>
                      <a:pt x="296" y="1085"/>
                      <a:pt x="783" y="1085"/>
                    </a:cubicBezTo>
                    <a:cubicBezTo>
                      <a:pt x="792" y="1085"/>
                      <a:pt x="801" y="1085"/>
                      <a:pt x="810" y="1085"/>
                    </a:cubicBezTo>
                    <a:lnTo>
                      <a:pt x="7546" y="917"/>
                    </a:lnTo>
                    <a:cubicBezTo>
                      <a:pt x="7714" y="917"/>
                      <a:pt x="7852" y="779"/>
                      <a:pt x="7852" y="596"/>
                    </a:cubicBezTo>
                    <a:lnTo>
                      <a:pt x="7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68;p41">
                <a:extLst>
                  <a:ext uri="{FF2B5EF4-FFF2-40B4-BE49-F238E27FC236}">
                    <a16:creationId xmlns:a16="http://schemas.microsoft.com/office/drawing/2014/main" id="{306B5621-73E7-0ECA-0301-4001A3949204}"/>
                  </a:ext>
                </a:extLst>
              </p:cNvPr>
              <p:cNvSpPr/>
              <p:nvPr/>
            </p:nvSpPr>
            <p:spPr>
              <a:xfrm flipH="1">
                <a:off x="2280979" y="3800459"/>
                <a:ext cx="342956" cy="110358"/>
              </a:xfrm>
              <a:custGeom>
                <a:avLst/>
                <a:gdLst/>
                <a:ahLst/>
                <a:cxnLst/>
                <a:rect l="l" t="t" r="r" b="b"/>
                <a:pathLst>
                  <a:path w="7822" h="2517" extrusionOk="0">
                    <a:moveTo>
                      <a:pt x="4100" y="0"/>
                    </a:moveTo>
                    <a:cubicBezTo>
                      <a:pt x="4071" y="0"/>
                      <a:pt x="4042" y="9"/>
                      <a:pt x="4018" y="27"/>
                    </a:cubicBezTo>
                    <a:cubicBezTo>
                      <a:pt x="3957" y="73"/>
                      <a:pt x="3850" y="134"/>
                      <a:pt x="3712" y="226"/>
                    </a:cubicBezTo>
                    <a:cubicBezTo>
                      <a:pt x="3651" y="271"/>
                      <a:pt x="3575" y="317"/>
                      <a:pt x="3483" y="378"/>
                    </a:cubicBezTo>
                    <a:cubicBezTo>
                      <a:pt x="3376" y="455"/>
                      <a:pt x="3239" y="531"/>
                      <a:pt x="3102" y="623"/>
                    </a:cubicBezTo>
                    <a:cubicBezTo>
                      <a:pt x="3040" y="669"/>
                      <a:pt x="2964" y="714"/>
                      <a:pt x="2888" y="760"/>
                    </a:cubicBezTo>
                    <a:cubicBezTo>
                      <a:pt x="2750" y="852"/>
                      <a:pt x="2597" y="943"/>
                      <a:pt x="2445" y="1035"/>
                    </a:cubicBezTo>
                    <a:cubicBezTo>
                      <a:pt x="2368" y="1096"/>
                      <a:pt x="2292" y="1142"/>
                      <a:pt x="2216" y="1188"/>
                    </a:cubicBezTo>
                    <a:cubicBezTo>
                      <a:pt x="1269" y="1784"/>
                      <a:pt x="261" y="2410"/>
                      <a:pt x="1" y="2517"/>
                    </a:cubicBezTo>
                    <a:cubicBezTo>
                      <a:pt x="749" y="2425"/>
                      <a:pt x="7821" y="2333"/>
                      <a:pt x="7821" y="2333"/>
                    </a:cubicBezTo>
                    <a:lnTo>
                      <a:pt x="7164" y="348"/>
                    </a:lnTo>
                    <a:cubicBezTo>
                      <a:pt x="7152" y="288"/>
                      <a:pt x="7084" y="247"/>
                      <a:pt x="7018" y="247"/>
                    </a:cubicBezTo>
                    <a:cubicBezTo>
                      <a:pt x="7000" y="247"/>
                      <a:pt x="6982" y="250"/>
                      <a:pt x="6966" y="256"/>
                    </a:cubicBezTo>
                    <a:cubicBezTo>
                      <a:pt x="6392" y="495"/>
                      <a:pt x="5922" y="581"/>
                      <a:pt x="5541" y="581"/>
                    </a:cubicBezTo>
                    <a:cubicBezTo>
                      <a:pt x="4775" y="581"/>
                      <a:pt x="4370" y="231"/>
                      <a:pt x="4217" y="58"/>
                    </a:cubicBezTo>
                    <a:cubicBezTo>
                      <a:pt x="4189" y="21"/>
                      <a:pt x="4144" y="0"/>
                      <a:pt x="41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69;p41">
                <a:extLst>
                  <a:ext uri="{FF2B5EF4-FFF2-40B4-BE49-F238E27FC236}">
                    <a16:creationId xmlns:a16="http://schemas.microsoft.com/office/drawing/2014/main" id="{81351A24-4CFE-96CF-83B4-CBF1A3E3F36A}"/>
                  </a:ext>
                </a:extLst>
              </p:cNvPr>
              <p:cNvSpPr/>
              <p:nvPr/>
            </p:nvSpPr>
            <p:spPr>
              <a:xfrm flipH="1">
                <a:off x="2384804" y="2288113"/>
                <a:ext cx="606771" cy="420605"/>
              </a:xfrm>
              <a:custGeom>
                <a:avLst/>
                <a:gdLst/>
                <a:ahLst/>
                <a:cxnLst/>
                <a:rect l="l" t="t" r="r" b="b"/>
                <a:pathLst>
                  <a:path w="13839" h="9593" extrusionOk="0">
                    <a:moveTo>
                      <a:pt x="0" y="0"/>
                    </a:moveTo>
                    <a:lnTo>
                      <a:pt x="3605" y="9593"/>
                    </a:lnTo>
                    <a:lnTo>
                      <a:pt x="13839" y="9593"/>
                    </a:lnTo>
                    <a:lnTo>
                      <a:pt x="102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70;p41">
                <a:extLst>
                  <a:ext uri="{FF2B5EF4-FFF2-40B4-BE49-F238E27FC236}">
                    <a16:creationId xmlns:a16="http://schemas.microsoft.com/office/drawing/2014/main" id="{735FF9E4-10E9-6FED-C505-826332F82364}"/>
                  </a:ext>
                </a:extLst>
              </p:cNvPr>
              <p:cNvSpPr/>
              <p:nvPr/>
            </p:nvSpPr>
            <p:spPr>
              <a:xfrm flipH="1">
                <a:off x="2356656" y="2288113"/>
                <a:ext cx="185552" cy="420605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9593" extrusionOk="0">
                    <a:moveTo>
                      <a:pt x="0" y="0"/>
                    </a:moveTo>
                    <a:lnTo>
                      <a:pt x="3590" y="9593"/>
                    </a:lnTo>
                    <a:lnTo>
                      <a:pt x="4231" y="9593"/>
                    </a:lnTo>
                    <a:lnTo>
                      <a:pt x="3895" y="8707"/>
                    </a:lnTo>
                    <a:lnTo>
                      <a:pt x="565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71;p41">
                <a:extLst>
                  <a:ext uri="{FF2B5EF4-FFF2-40B4-BE49-F238E27FC236}">
                    <a16:creationId xmlns:a16="http://schemas.microsoft.com/office/drawing/2014/main" id="{B2653549-7285-7DA6-5428-0C5470D40536}"/>
                  </a:ext>
                </a:extLst>
              </p:cNvPr>
              <p:cNvSpPr/>
              <p:nvPr/>
            </p:nvSpPr>
            <p:spPr>
              <a:xfrm flipH="1">
                <a:off x="2068682" y="2682543"/>
                <a:ext cx="303451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6921" h="597" extrusionOk="0">
                    <a:moveTo>
                      <a:pt x="1" y="1"/>
                    </a:moveTo>
                    <a:lnTo>
                      <a:pt x="154" y="597"/>
                    </a:lnTo>
                    <a:lnTo>
                      <a:pt x="6920" y="597"/>
                    </a:lnTo>
                    <a:lnTo>
                      <a:pt x="69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72;p41">
                <a:extLst>
                  <a:ext uri="{FF2B5EF4-FFF2-40B4-BE49-F238E27FC236}">
                    <a16:creationId xmlns:a16="http://schemas.microsoft.com/office/drawing/2014/main" id="{3DE89A03-123A-3E48-4A46-90626B126528}"/>
                  </a:ext>
                </a:extLst>
              </p:cNvPr>
              <p:cNvSpPr/>
              <p:nvPr/>
            </p:nvSpPr>
            <p:spPr>
              <a:xfrm flipH="1">
                <a:off x="1100979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34" y="26776"/>
                    </a:lnTo>
                    <a:lnTo>
                      <a:pt x="16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73;p41">
                <a:extLst>
                  <a:ext uri="{FF2B5EF4-FFF2-40B4-BE49-F238E27FC236}">
                    <a16:creationId xmlns:a16="http://schemas.microsoft.com/office/drawing/2014/main" id="{B00F8CC1-5D38-BAA7-5387-3861103082AE}"/>
                  </a:ext>
                </a:extLst>
              </p:cNvPr>
              <p:cNvSpPr/>
              <p:nvPr/>
            </p:nvSpPr>
            <p:spPr>
              <a:xfrm flipH="1">
                <a:off x="1489402" y="2789043"/>
                <a:ext cx="71029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19" y="26776"/>
                    </a:lnTo>
                    <a:lnTo>
                      <a:pt x="16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74;p41">
                <a:extLst>
                  <a:ext uri="{FF2B5EF4-FFF2-40B4-BE49-F238E27FC236}">
                    <a16:creationId xmlns:a16="http://schemas.microsoft.com/office/drawing/2014/main" id="{B3494E23-E34B-B02E-A5B0-A15A91FFE8FD}"/>
                  </a:ext>
                </a:extLst>
              </p:cNvPr>
              <p:cNvSpPr/>
              <p:nvPr/>
            </p:nvSpPr>
            <p:spPr>
              <a:xfrm flipH="1">
                <a:off x="2731706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35" y="2677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75;p41">
                <a:extLst>
                  <a:ext uri="{FF2B5EF4-FFF2-40B4-BE49-F238E27FC236}">
                    <a16:creationId xmlns:a16="http://schemas.microsoft.com/office/drawing/2014/main" id="{4B2194C0-2564-2C8D-35F8-7E11F38ECE39}"/>
                  </a:ext>
                </a:extLst>
              </p:cNvPr>
              <p:cNvSpPr/>
              <p:nvPr/>
            </p:nvSpPr>
            <p:spPr>
              <a:xfrm flipH="1">
                <a:off x="3119471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1" y="0"/>
                    </a:moveTo>
                    <a:lnTo>
                      <a:pt x="1" y="26776"/>
                    </a:lnTo>
                    <a:lnTo>
                      <a:pt x="1635" y="2677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76;p41">
                <a:extLst>
                  <a:ext uri="{FF2B5EF4-FFF2-40B4-BE49-F238E27FC236}">
                    <a16:creationId xmlns:a16="http://schemas.microsoft.com/office/drawing/2014/main" id="{76B8F0D1-68D1-1399-F730-543A25DA04FD}"/>
                  </a:ext>
                </a:extLst>
              </p:cNvPr>
              <p:cNvSpPr/>
              <p:nvPr/>
            </p:nvSpPr>
            <p:spPr>
              <a:xfrm flipH="1">
                <a:off x="995181" y="2708675"/>
                <a:ext cx="2299100" cy="85103"/>
              </a:xfrm>
              <a:custGeom>
                <a:avLst/>
                <a:gdLst/>
                <a:ahLst/>
                <a:cxnLst/>
                <a:rect l="l" t="t" r="r" b="b"/>
                <a:pathLst>
                  <a:path w="52437" h="1941" extrusionOk="0">
                    <a:moveTo>
                      <a:pt x="795" y="1"/>
                    </a:moveTo>
                    <a:cubicBezTo>
                      <a:pt x="352" y="1"/>
                      <a:pt x="0" y="367"/>
                      <a:pt x="0" y="795"/>
                    </a:cubicBezTo>
                    <a:lnTo>
                      <a:pt x="0" y="1146"/>
                    </a:lnTo>
                    <a:cubicBezTo>
                      <a:pt x="0" y="1589"/>
                      <a:pt x="352" y="1940"/>
                      <a:pt x="795" y="1940"/>
                    </a:cubicBezTo>
                    <a:lnTo>
                      <a:pt x="51642" y="1940"/>
                    </a:lnTo>
                    <a:cubicBezTo>
                      <a:pt x="52085" y="1940"/>
                      <a:pt x="52437" y="1589"/>
                      <a:pt x="52437" y="1146"/>
                    </a:cubicBezTo>
                    <a:lnTo>
                      <a:pt x="52437" y="795"/>
                    </a:lnTo>
                    <a:cubicBezTo>
                      <a:pt x="52437" y="367"/>
                      <a:pt x="52085" y="1"/>
                      <a:pt x="516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77;p41">
                <a:extLst>
                  <a:ext uri="{FF2B5EF4-FFF2-40B4-BE49-F238E27FC236}">
                    <a16:creationId xmlns:a16="http://schemas.microsoft.com/office/drawing/2014/main" id="{AB429D8F-F5B4-99B3-62F1-8AC42EF30392}"/>
                  </a:ext>
                </a:extLst>
              </p:cNvPr>
              <p:cNvSpPr/>
              <p:nvPr/>
            </p:nvSpPr>
            <p:spPr>
              <a:xfrm flipH="1">
                <a:off x="2819440" y="2332309"/>
                <a:ext cx="97117" cy="20783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474" extrusionOk="0">
                    <a:moveTo>
                      <a:pt x="0" y="0"/>
                    </a:moveTo>
                    <a:lnTo>
                      <a:pt x="168" y="474"/>
                    </a:lnTo>
                    <a:lnTo>
                      <a:pt x="2215" y="474"/>
                    </a:lnTo>
                    <a:lnTo>
                      <a:pt x="20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78;p41">
                <a:extLst>
                  <a:ext uri="{FF2B5EF4-FFF2-40B4-BE49-F238E27FC236}">
                    <a16:creationId xmlns:a16="http://schemas.microsoft.com/office/drawing/2014/main" id="{369F0D49-8649-BD5E-EA9D-D449663E816C}"/>
                  </a:ext>
                </a:extLst>
              </p:cNvPr>
              <p:cNvSpPr/>
              <p:nvPr/>
            </p:nvSpPr>
            <p:spPr>
              <a:xfrm flipH="1">
                <a:off x="1941444" y="2432100"/>
                <a:ext cx="90452" cy="10584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414" extrusionOk="0">
                    <a:moveTo>
                      <a:pt x="153" y="0"/>
                    </a:moveTo>
                    <a:lnTo>
                      <a:pt x="0" y="275"/>
                    </a:lnTo>
                    <a:lnTo>
                      <a:pt x="2062" y="2414"/>
                    </a:lnTo>
                    <a:lnTo>
                      <a:pt x="2062" y="1787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79;p41">
                <a:extLst>
                  <a:ext uri="{FF2B5EF4-FFF2-40B4-BE49-F238E27FC236}">
                    <a16:creationId xmlns:a16="http://schemas.microsoft.com/office/drawing/2014/main" id="{C6961761-6F5A-83C4-5F3C-8108D08A8CDA}"/>
                  </a:ext>
                </a:extLst>
              </p:cNvPr>
              <p:cNvSpPr/>
              <p:nvPr/>
            </p:nvSpPr>
            <p:spPr>
              <a:xfrm flipH="1">
                <a:off x="713214" y="3014055"/>
                <a:ext cx="226416" cy="533813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12175" extrusionOk="0">
                    <a:moveTo>
                      <a:pt x="4308" y="7332"/>
                    </a:moveTo>
                    <a:cubicBezTo>
                      <a:pt x="3987" y="8921"/>
                      <a:pt x="4079" y="11639"/>
                      <a:pt x="1986" y="12067"/>
                    </a:cubicBezTo>
                    <a:cubicBezTo>
                      <a:pt x="1406" y="12174"/>
                      <a:pt x="871" y="11792"/>
                      <a:pt x="535" y="11334"/>
                    </a:cubicBezTo>
                    <a:cubicBezTo>
                      <a:pt x="107" y="10754"/>
                      <a:pt x="1" y="9501"/>
                      <a:pt x="16" y="8783"/>
                    </a:cubicBezTo>
                    <a:cubicBezTo>
                      <a:pt x="16" y="8218"/>
                      <a:pt x="214" y="7592"/>
                      <a:pt x="275" y="7027"/>
                    </a:cubicBezTo>
                    <a:cubicBezTo>
                      <a:pt x="337" y="6416"/>
                      <a:pt x="398" y="5789"/>
                      <a:pt x="459" y="5179"/>
                    </a:cubicBezTo>
                    <a:cubicBezTo>
                      <a:pt x="718" y="2964"/>
                      <a:pt x="1879" y="1100"/>
                      <a:pt x="3834" y="1"/>
                    </a:cubicBezTo>
                    <a:cubicBezTo>
                      <a:pt x="3987" y="718"/>
                      <a:pt x="4338" y="1345"/>
                      <a:pt x="4644" y="2032"/>
                    </a:cubicBezTo>
                    <a:cubicBezTo>
                      <a:pt x="4781" y="2353"/>
                      <a:pt x="4904" y="2689"/>
                      <a:pt x="4995" y="3025"/>
                    </a:cubicBezTo>
                    <a:cubicBezTo>
                      <a:pt x="5163" y="3621"/>
                      <a:pt x="4965" y="4216"/>
                      <a:pt x="4812" y="4781"/>
                    </a:cubicBezTo>
                    <a:cubicBezTo>
                      <a:pt x="4598" y="5621"/>
                      <a:pt x="4491" y="6492"/>
                      <a:pt x="4308" y="733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80;p41">
                <a:extLst>
                  <a:ext uri="{FF2B5EF4-FFF2-40B4-BE49-F238E27FC236}">
                    <a16:creationId xmlns:a16="http://schemas.microsoft.com/office/drawing/2014/main" id="{102ADFA3-73B7-787C-C20E-F4533C3B91EC}"/>
                  </a:ext>
                </a:extLst>
              </p:cNvPr>
              <p:cNvSpPr/>
              <p:nvPr/>
            </p:nvSpPr>
            <p:spPr>
              <a:xfrm flipH="1">
                <a:off x="736846" y="3048561"/>
                <a:ext cx="186034" cy="567968"/>
              </a:xfrm>
              <a:custGeom>
                <a:avLst/>
                <a:gdLst/>
                <a:ahLst/>
                <a:cxnLst/>
                <a:rect l="l" t="t" r="r" b="b"/>
                <a:pathLst>
                  <a:path w="4243" h="12954" extrusionOk="0">
                    <a:moveTo>
                      <a:pt x="3746" y="1299"/>
                    </a:moveTo>
                    <a:cubicBezTo>
                      <a:pt x="3744" y="1299"/>
                      <a:pt x="3743" y="1301"/>
                      <a:pt x="3743" y="1306"/>
                    </a:cubicBezTo>
                    <a:cubicBezTo>
                      <a:pt x="3753" y="1306"/>
                      <a:pt x="3749" y="1299"/>
                      <a:pt x="3746" y="1299"/>
                    </a:cubicBezTo>
                    <a:close/>
                    <a:moveTo>
                      <a:pt x="3168" y="0"/>
                    </a:moveTo>
                    <a:cubicBezTo>
                      <a:pt x="3154" y="0"/>
                      <a:pt x="3139" y="8"/>
                      <a:pt x="3132" y="23"/>
                    </a:cubicBezTo>
                    <a:cubicBezTo>
                      <a:pt x="3101" y="390"/>
                      <a:pt x="3055" y="741"/>
                      <a:pt x="2994" y="1108"/>
                    </a:cubicBezTo>
                    <a:cubicBezTo>
                      <a:pt x="2811" y="878"/>
                      <a:pt x="2628" y="649"/>
                      <a:pt x="2521" y="390"/>
                    </a:cubicBezTo>
                    <a:cubicBezTo>
                      <a:pt x="2521" y="382"/>
                      <a:pt x="2513" y="378"/>
                      <a:pt x="2505" y="378"/>
                    </a:cubicBezTo>
                    <a:cubicBezTo>
                      <a:pt x="2498" y="378"/>
                      <a:pt x="2490" y="382"/>
                      <a:pt x="2490" y="390"/>
                    </a:cubicBezTo>
                    <a:cubicBezTo>
                      <a:pt x="2551" y="558"/>
                      <a:pt x="2643" y="695"/>
                      <a:pt x="2719" y="833"/>
                    </a:cubicBezTo>
                    <a:cubicBezTo>
                      <a:pt x="2796" y="955"/>
                      <a:pt x="2872" y="1108"/>
                      <a:pt x="2964" y="1230"/>
                    </a:cubicBezTo>
                    <a:cubicBezTo>
                      <a:pt x="2933" y="1413"/>
                      <a:pt x="2887" y="1612"/>
                      <a:pt x="2857" y="1795"/>
                    </a:cubicBezTo>
                    <a:cubicBezTo>
                      <a:pt x="2643" y="1764"/>
                      <a:pt x="2460" y="1719"/>
                      <a:pt x="2276" y="1566"/>
                    </a:cubicBezTo>
                    <a:cubicBezTo>
                      <a:pt x="2062" y="1383"/>
                      <a:pt x="1955" y="1138"/>
                      <a:pt x="1925" y="848"/>
                    </a:cubicBezTo>
                    <a:cubicBezTo>
                      <a:pt x="1925" y="833"/>
                      <a:pt x="1910" y="825"/>
                      <a:pt x="1896" y="825"/>
                    </a:cubicBezTo>
                    <a:cubicBezTo>
                      <a:pt x="1883" y="825"/>
                      <a:pt x="1871" y="833"/>
                      <a:pt x="1879" y="848"/>
                    </a:cubicBezTo>
                    <a:cubicBezTo>
                      <a:pt x="1894" y="1108"/>
                      <a:pt x="2001" y="1352"/>
                      <a:pt x="2185" y="1551"/>
                    </a:cubicBezTo>
                    <a:cubicBezTo>
                      <a:pt x="2368" y="1749"/>
                      <a:pt x="2582" y="1825"/>
                      <a:pt x="2841" y="1871"/>
                    </a:cubicBezTo>
                    <a:cubicBezTo>
                      <a:pt x="2796" y="2085"/>
                      <a:pt x="2750" y="2314"/>
                      <a:pt x="2704" y="2528"/>
                    </a:cubicBezTo>
                    <a:cubicBezTo>
                      <a:pt x="2505" y="2406"/>
                      <a:pt x="2337" y="2268"/>
                      <a:pt x="2154" y="2131"/>
                    </a:cubicBezTo>
                    <a:cubicBezTo>
                      <a:pt x="1879" y="1902"/>
                      <a:pt x="1726" y="1642"/>
                      <a:pt x="1482" y="1398"/>
                    </a:cubicBezTo>
                    <a:cubicBezTo>
                      <a:pt x="1473" y="1389"/>
                      <a:pt x="1464" y="1385"/>
                      <a:pt x="1456" y="1385"/>
                    </a:cubicBezTo>
                    <a:cubicBezTo>
                      <a:pt x="1437" y="1385"/>
                      <a:pt x="1425" y="1407"/>
                      <a:pt x="1436" y="1428"/>
                    </a:cubicBezTo>
                    <a:cubicBezTo>
                      <a:pt x="1665" y="1673"/>
                      <a:pt x="1818" y="1932"/>
                      <a:pt x="2078" y="2146"/>
                    </a:cubicBezTo>
                    <a:cubicBezTo>
                      <a:pt x="2261" y="2299"/>
                      <a:pt x="2460" y="2498"/>
                      <a:pt x="2673" y="2604"/>
                    </a:cubicBezTo>
                    <a:cubicBezTo>
                      <a:pt x="2673" y="2620"/>
                      <a:pt x="2673" y="2635"/>
                      <a:pt x="2673" y="2635"/>
                    </a:cubicBezTo>
                    <a:cubicBezTo>
                      <a:pt x="2673" y="2635"/>
                      <a:pt x="2673" y="2635"/>
                      <a:pt x="2658" y="2650"/>
                    </a:cubicBezTo>
                    <a:cubicBezTo>
                      <a:pt x="2643" y="2666"/>
                      <a:pt x="2643" y="2681"/>
                      <a:pt x="2658" y="2696"/>
                    </a:cubicBezTo>
                    <a:lnTo>
                      <a:pt x="2521" y="3322"/>
                    </a:lnTo>
                    <a:cubicBezTo>
                      <a:pt x="2521" y="3338"/>
                      <a:pt x="2521" y="3353"/>
                      <a:pt x="2521" y="3368"/>
                    </a:cubicBezTo>
                    <a:cubicBezTo>
                      <a:pt x="2032" y="3139"/>
                      <a:pt x="1299" y="2757"/>
                      <a:pt x="1222" y="2177"/>
                    </a:cubicBezTo>
                    <a:cubicBezTo>
                      <a:pt x="1222" y="2159"/>
                      <a:pt x="1210" y="2150"/>
                      <a:pt x="1197" y="2150"/>
                    </a:cubicBezTo>
                    <a:cubicBezTo>
                      <a:pt x="1176" y="2150"/>
                      <a:pt x="1152" y="2170"/>
                      <a:pt x="1161" y="2207"/>
                    </a:cubicBezTo>
                    <a:cubicBezTo>
                      <a:pt x="1299" y="2849"/>
                      <a:pt x="2001" y="3124"/>
                      <a:pt x="2490" y="3475"/>
                    </a:cubicBezTo>
                    <a:cubicBezTo>
                      <a:pt x="2444" y="3719"/>
                      <a:pt x="2398" y="3949"/>
                      <a:pt x="2353" y="4193"/>
                    </a:cubicBezTo>
                    <a:cubicBezTo>
                      <a:pt x="2047" y="4086"/>
                      <a:pt x="1742" y="3949"/>
                      <a:pt x="1482" y="3735"/>
                    </a:cubicBezTo>
                    <a:cubicBezTo>
                      <a:pt x="1238" y="3551"/>
                      <a:pt x="902" y="3322"/>
                      <a:pt x="779" y="3017"/>
                    </a:cubicBezTo>
                    <a:cubicBezTo>
                      <a:pt x="779" y="3017"/>
                      <a:pt x="764" y="3017"/>
                      <a:pt x="779" y="3032"/>
                    </a:cubicBezTo>
                    <a:cubicBezTo>
                      <a:pt x="871" y="3322"/>
                      <a:pt x="1176" y="3521"/>
                      <a:pt x="1406" y="3719"/>
                    </a:cubicBezTo>
                    <a:cubicBezTo>
                      <a:pt x="1681" y="3979"/>
                      <a:pt x="1971" y="4193"/>
                      <a:pt x="2337" y="4300"/>
                    </a:cubicBezTo>
                    <a:cubicBezTo>
                      <a:pt x="2337" y="4315"/>
                      <a:pt x="2337" y="4315"/>
                      <a:pt x="2337" y="4330"/>
                    </a:cubicBezTo>
                    <a:cubicBezTo>
                      <a:pt x="2307" y="4483"/>
                      <a:pt x="2291" y="4636"/>
                      <a:pt x="2261" y="4789"/>
                    </a:cubicBezTo>
                    <a:cubicBezTo>
                      <a:pt x="1665" y="4743"/>
                      <a:pt x="840" y="4285"/>
                      <a:pt x="535" y="3842"/>
                    </a:cubicBezTo>
                    <a:lnTo>
                      <a:pt x="535" y="3842"/>
                    </a:lnTo>
                    <a:cubicBezTo>
                      <a:pt x="734" y="4193"/>
                      <a:pt x="1054" y="4392"/>
                      <a:pt x="1406" y="4560"/>
                    </a:cubicBezTo>
                    <a:cubicBezTo>
                      <a:pt x="1665" y="4697"/>
                      <a:pt x="1955" y="4850"/>
                      <a:pt x="2246" y="4865"/>
                    </a:cubicBezTo>
                    <a:cubicBezTo>
                      <a:pt x="2215" y="5140"/>
                      <a:pt x="2169" y="5430"/>
                      <a:pt x="2123" y="5705"/>
                    </a:cubicBezTo>
                    <a:cubicBezTo>
                      <a:pt x="1864" y="5613"/>
                      <a:pt x="1589" y="5568"/>
                      <a:pt x="1344" y="5461"/>
                    </a:cubicBezTo>
                    <a:cubicBezTo>
                      <a:pt x="963" y="5308"/>
                      <a:pt x="672" y="5048"/>
                      <a:pt x="443" y="4712"/>
                    </a:cubicBezTo>
                    <a:cubicBezTo>
                      <a:pt x="437" y="4701"/>
                      <a:pt x="429" y="4696"/>
                      <a:pt x="423" y="4696"/>
                    </a:cubicBezTo>
                    <a:cubicBezTo>
                      <a:pt x="411" y="4696"/>
                      <a:pt x="403" y="4709"/>
                      <a:pt x="413" y="4728"/>
                    </a:cubicBezTo>
                    <a:cubicBezTo>
                      <a:pt x="825" y="5369"/>
                      <a:pt x="1421" y="5568"/>
                      <a:pt x="2108" y="5812"/>
                    </a:cubicBezTo>
                    <a:cubicBezTo>
                      <a:pt x="2078" y="6041"/>
                      <a:pt x="2032" y="6270"/>
                      <a:pt x="2001" y="6499"/>
                    </a:cubicBezTo>
                    <a:cubicBezTo>
                      <a:pt x="1436" y="6392"/>
                      <a:pt x="703" y="6056"/>
                      <a:pt x="413" y="5552"/>
                    </a:cubicBezTo>
                    <a:cubicBezTo>
                      <a:pt x="408" y="5543"/>
                      <a:pt x="400" y="5540"/>
                      <a:pt x="391" y="5540"/>
                    </a:cubicBezTo>
                    <a:cubicBezTo>
                      <a:pt x="368" y="5540"/>
                      <a:pt x="341" y="5561"/>
                      <a:pt x="352" y="5583"/>
                    </a:cubicBezTo>
                    <a:cubicBezTo>
                      <a:pt x="535" y="5904"/>
                      <a:pt x="856" y="6102"/>
                      <a:pt x="1161" y="6270"/>
                    </a:cubicBezTo>
                    <a:cubicBezTo>
                      <a:pt x="1390" y="6377"/>
                      <a:pt x="1711" y="6576"/>
                      <a:pt x="1986" y="6591"/>
                    </a:cubicBezTo>
                    <a:cubicBezTo>
                      <a:pt x="1986" y="6606"/>
                      <a:pt x="1986" y="6606"/>
                      <a:pt x="1986" y="6622"/>
                    </a:cubicBezTo>
                    <a:cubicBezTo>
                      <a:pt x="1925" y="6942"/>
                      <a:pt x="1864" y="7278"/>
                      <a:pt x="1787" y="7599"/>
                    </a:cubicBezTo>
                    <a:cubicBezTo>
                      <a:pt x="1161" y="7446"/>
                      <a:pt x="749" y="6973"/>
                      <a:pt x="291" y="6530"/>
                    </a:cubicBezTo>
                    <a:cubicBezTo>
                      <a:pt x="280" y="6523"/>
                      <a:pt x="270" y="6520"/>
                      <a:pt x="260" y="6520"/>
                    </a:cubicBezTo>
                    <a:cubicBezTo>
                      <a:pt x="228" y="6520"/>
                      <a:pt x="206" y="6556"/>
                      <a:pt x="229" y="6591"/>
                    </a:cubicBezTo>
                    <a:cubicBezTo>
                      <a:pt x="703" y="7049"/>
                      <a:pt x="1115" y="7538"/>
                      <a:pt x="1772" y="7706"/>
                    </a:cubicBezTo>
                    <a:cubicBezTo>
                      <a:pt x="1711" y="7966"/>
                      <a:pt x="1650" y="8241"/>
                      <a:pt x="1589" y="8500"/>
                    </a:cubicBezTo>
                    <a:cubicBezTo>
                      <a:pt x="1039" y="8348"/>
                      <a:pt x="504" y="7966"/>
                      <a:pt x="153" y="7523"/>
                    </a:cubicBezTo>
                    <a:cubicBezTo>
                      <a:pt x="150" y="7516"/>
                      <a:pt x="144" y="7513"/>
                      <a:pt x="139" y="7513"/>
                    </a:cubicBezTo>
                    <a:cubicBezTo>
                      <a:pt x="121" y="7513"/>
                      <a:pt x="99" y="7545"/>
                      <a:pt x="123" y="7569"/>
                    </a:cubicBezTo>
                    <a:cubicBezTo>
                      <a:pt x="474" y="8042"/>
                      <a:pt x="1008" y="8409"/>
                      <a:pt x="1558" y="8607"/>
                    </a:cubicBezTo>
                    <a:cubicBezTo>
                      <a:pt x="1482" y="8882"/>
                      <a:pt x="1421" y="9172"/>
                      <a:pt x="1344" y="9463"/>
                    </a:cubicBezTo>
                    <a:cubicBezTo>
                      <a:pt x="795" y="9371"/>
                      <a:pt x="367" y="9035"/>
                      <a:pt x="16" y="8592"/>
                    </a:cubicBezTo>
                    <a:cubicBezTo>
                      <a:pt x="16" y="8587"/>
                      <a:pt x="14" y="8586"/>
                      <a:pt x="12" y="8586"/>
                    </a:cubicBezTo>
                    <a:cubicBezTo>
                      <a:pt x="8" y="8586"/>
                      <a:pt x="0" y="8596"/>
                      <a:pt x="0" y="8607"/>
                    </a:cubicBezTo>
                    <a:cubicBezTo>
                      <a:pt x="306" y="9020"/>
                      <a:pt x="764" y="9508"/>
                      <a:pt x="1314" y="9569"/>
                    </a:cubicBezTo>
                    <a:cubicBezTo>
                      <a:pt x="1299" y="9661"/>
                      <a:pt x="1268" y="9753"/>
                      <a:pt x="1238" y="9829"/>
                    </a:cubicBezTo>
                    <a:cubicBezTo>
                      <a:pt x="1238" y="9890"/>
                      <a:pt x="1222" y="9951"/>
                      <a:pt x="1207" y="9997"/>
                    </a:cubicBezTo>
                    <a:cubicBezTo>
                      <a:pt x="779" y="9875"/>
                      <a:pt x="397" y="9722"/>
                      <a:pt x="46" y="9447"/>
                    </a:cubicBezTo>
                    <a:cubicBezTo>
                      <a:pt x="46" y="9443"/>
                      <a:pt x="45" y="9441"/>
                      <a:pt x="43" y="9441"/>
                    </a:cubicBezTo>
                    <a:cubicBezTo>
                      <a:pt x="39" y="9441"/>
                      <a:pt x="31" y="9452"/>
                      <a:pt x="31" y="9463"/>
                    </a:cubicBezTo>
                    <a:cubicBezTo>
                      <a:pt x="367" y="9753"/>
                      <a:pt x="764" y="9951"/>
                      <a:pt x="1176" y="10089"/>
                    </a:cubicBezTo>
                    <a:cubicBezTo>
                      <a:pt x="1131" y="10257"/>
                      <a:pt x="1085" y="10440"/>
                      <a:pt x="1039" y="10608"/>
                    </a:cubicBezTo>
                    <a:cubicBezTo>
                      <a:pt x="932" y="10562"/>
                      <a:pt x="825" y="10516"/>
                      <a:pt x="718" y="10471"/>
                    </a:cubicBezTo>
                    <a:cubicBezTo>
                      <a:pt x="504" y="10410"/>
                      <a:pt x="367" y="10272"/>
                      <a:pt x="199" y="10165"/>
                    </a:cubicBezTo>
                    <a:cubicBezTo>
                      <a:pt x="168" y="10165"/>
                      <a:pt x="153" y="10180"/>
                      <a:pt x="168" y="10196"/>
                    </a:cubicBezTo>
                    <a:cubicBezTo>
                      <a:pt x="336" y="10303"/>
                      <a:pt x="443" y="10425"/>
                      <a:pt x="627" y="10501"/>
                    </a:cubicBezTo>
                    <a:cubicBezTo>
                      <a:pt x="764" y="10547"/>
                      <a:pt x="886" y="10608"/>
                      <a:pt x="1024" y="10669"/>
                    </a:cubicBezTo>
                    <a:cubicBezTo>
                      <a:pt x="825" y="11387"/>
                      <a:pt x="657" y="12136"/>
                      <a:pt x="749" y="12823"/>
                    </a:cubicBezTo>
                    <a:cubicBezTo>
                      <a:pt x="757" y="12907"/>
                      <a:pt x="839" y="12954"/>
                      <a:pt x="919" y="12954"/>
                    </a:cubicBezTo>
                    <a:cubicBezTo>
                      <a:pt x="985" y="12954"/>
                      <a:pt x="1049" y="12922"/>
                      <a:pt x="1070" y="12853"/>
                    </a:cubicBezTo>
                    <a:cubicBezTo>
                      <a:pt x="1192" y="12365"/>
                      <a:pt x="1192" y="11830"/>
                      <a:pt x="1238" y="11326"/>
                    </a:cubicBezTo>
                    <a:cubicBezTo>
                      <a:pt x="1253" y="11189"/>
                      <a:pt x="1268" y="11066"/>
                      <a:pt x="1283" y="10929"/>
                    </a:cubicBezTo>
                    <a:cubicBezTo>
                      <a:pt x="1543" y="10929"/>
                      <a:pt x="1803" y="10791"/>
                      <a:pt x="2017" y="10684"/>
                    </a:cubicBezTo>
                    <a:cubicBezTo>
                      <a:pt x="2383" y="10486"/>
                      <a:pt x="2673" y="10211"/>
                      <a:pt x="2964" y="9921"/>
                    </a:cubicBezTo>
                    <a:cubicBezTo>
                      <a:pt x="2979" y="9905"/>
                      <a:pt x="2948" y="9890"/>
                      <a:pt x="2933" y="9890"/>
                    </a:cubicBezTo>
                    <a:cubicBezTo>
                      <a:pt x="2643" y="10135"/>
                      <a:pt x="2353" y="10364"/>
                      <a:pt x="2017" y="10532"/>
                    </a:cubicBezTo>
                    <a:cubicBezTo>
                      <a:pt x="1818" y="10623"/>
                      <a:pt x="1543" y="10761"/>
                      <a:pt x="1314" y="10791"/>
                    </a:cubicBezTo>
                    <a:cubicBezTo>
                      <a:pt x="1329" y="10639"/>
                      <a:pt x="1360" y="10471"/>
                      <a:pt x="1375" y="10318"/>
                    </a:cubicBezTo>
                    <a:cubicBezTo>
                      <a:pt x="1650" y="10287"/>
                      <a:pt x="1879" y="10104"/>
                      <a:pt x="2108" y="9982"/>
                    </a:cubicBezTo>
                    <a:cubicBezTo>
                      <a:pt x="2475" y="9753"/>
                      <a:pt x="2811" y="9463"/>
                      <a:pt x="3147" y="9188"/>
                    </a:cubicBezTo>
                    <a:cubicBezTo>
                      <a:pt x="3147" y="9188"/>
                      <a:pt x="3147" y="9181"/>
                      <a:pt x="3142" y="9181"/>
                    </a:cubicBezTo>
                    <a:cubicBezTo>
                      <a:pt x="3140" y="9181"/>
                      <a:pt x="3137" y="9183"/>
                      <a:pt x="3132" y="9188"/>
                    </a:cubicBezTo>
                    <a:cubicBezTo>
                      <a:pt x="2628" y="9554"/>
                      <a:pt x="2047" y="10089"/>
                      <a:pt x="1406" y="10196"/>
                    </a:cubicBezTo>
                    <a:cubicBezTo>
                      <a:pt x="1436" y="9997"/>
                      <a:pt x="1467" y="9799"/>
                      <a:pt x="1513" y="9600"/>
                    </a:cubicBezTo>
                    <a:cubicBezTo>
                      <a:pt x="1513" y="9600"/>
                      <a:pt x="1513" y="9585"/>
                      <a:pt x="1528" y="9585"/>
                    </a:cubicBezTo>
                    <a:cubicBezTo>
                      <a:pt x="2276" y="9386"/>
                      <a:pt x="2780" y="8790"/>
                      <a:pt x="3361" y="8317"/>
                    </a:cubicBezTo>
                    <a:cubicBezTo>
                      <a:pt x="3361" y="8317"/>
                      <a:pt x="3361" y="8302"/>
                      <a:pt x="3345" y="8302"/>
                    </a:cubicBezTo>
                    <a:cubicBezTo>
                      <a:pt x="2780" y="8745"/>
                      <a:pt x="2246" y="9249"/>
                      <a:pt x="1543" y="9463"/>
                    </a:cubicBezTo>
                    <a:cubicBezTo>
                      <a:pt x="1604" y="9188"/>
                      <a:pt x="1665" y="8897"/>
                      <a:pt x="1726" y="8622"/>
                    </a:cubicBezTo>
                    <a:cubicBezTo>
                      <a:pt x="2414" y="8363"/>
                      <a:pt x="2964" y="7966"/>
                      <a:pt x="3437" y="7416"/>
                    </a:cubicBezTo>
                    <a:cubicBezTo>
                      <a:pt x="3437" y="7405"/>
                      <a:pt x="3429" y="7394"/>
                      <a:pt x="3425" y="7394"/>
                    </a:cubicBezTo>
                    <a:cubicBezTo>
                      <a:pt x="3423" y="7394"/>
                      <a:pt x="3422" y="7396"/>
                      <a:pt x="3422" y="7401"/>
                    </a:cubicBezTo>
                    <a:cubicBezTo>
                      <a:pt x="2933" y="7920"/>
                      <a:pt x="2383" y="8210"/>
                      <a:pt x="1757" y="8500"/>
                    </a:cubicBezTo>
                    <a:cubicBezTo>
                      <a:pt x="1818" y="8225"/>
                      <a:pt x="1894" y="7950"/>
                      <a:pt x="1940" y="7660"/>
                    </a:cubicBezTo>
                    <a:cubicBezTo>
                      <a:pt x="2246" y="7523"/>
                      <a:pt x="2551" y="7431"/>
                      <a:pt x="2826" y="7248"/>
                    </a:cubicBezTo>
                    <a:cubicBezTo>
                      <a:pt x="3086" y="7049"/>
                      <a:pt x="3330" y="6835"/>
                      <a:pt x="3498" y="6545"/>
                    </a:cubicBezTo>
                    <a:cubicBezTo>
                      <a:pt x="3513" y="6530"/>
                      <a:pt x="3498" y="6530"/>
                      <a:pt x="3483" y="6530"/>
                    </a:cubicBezTo>
                    <a:cubicBezTo>
                      <a:pt x="3101" y="7080"/>
                      <a:pt x="2521" y="7248"/>
                      <a:pt x="1971" y="7538"/>
                    </a:cubicBezTo>
                    <a:cubicBezTo>
                      <a:pt x="2032" y="7278"/>
                      <a:pt x="2078" y="7019"/>
                      <a:pt x="2123" y="6759"/>
                    </a:cubicBezTo>
                    <a:cubicBezTo>
                      <a:pt x="2734" y="6423"/>
                      <a:pt x="3407" y="6102"/>
                      <a:pt x="3758" y="5445"/>
                    </a:cubicBezTo>
                    <a:lnTo>
                      <a:pt x="3758" y="5445"/>
                    </a:lnTo>
                    <a:cubicBezTo>
                      <a:pt x="3376" y="6041"/>
                      <a:pt x="2734" y="6301"/>
                      <a:pt x="2139" y="6637"/>
                    </a:cubicBezTo>
                    <a:cubicBezTo>
                      <a:pt x="2154" y="6591"/>
                      <a:pt x="2154" y="6530"/>
                      <a:pt x="2169" y="6484"/>
                    </a:cubicBezTo>
                    <a:cubicBezTo>
                      <a:pt x="2200" y="6255"/>
                      <a:pt x="2246" y="6011"/>
                      <a:pt x="2276" y="5766"/>
                    </a:cubicBezTo>
                    <a:cubicBezTo>
                      <a:pt x="2628" y="5613"/>
                      <a:pt x="2964" y="5415"/>
                      <a:pt x="3284" y="5216"/>
                    </a:cubicBezTo>
                    <a:cubicBezTo>
                      <a:pt x="3513" y="5064"/>
                      <a:pt x="3758" y="4911"/>
                      <a:pt x="3911" y="4682"/>
                    </a:cubicBezTo>
                    <a:cubicBezTo>
                      <a:pt x="3911" y="4671"/>
                      <a:pt x="3903" y="4660"/>
                      <a:pt x="3893" y="4660"/>
                    </a:cubicBezTo>
                    <a:cubicBezTo>
                      <a:pt x="3889" y="4660"/>
                      <a:pt x="3884" y="4662"/>
                      <a:pt x="3880" y="4666"/>
                    </a:cubicBezTo>
                    <a:cubicBezTo>
                      <a:pt x="3559" y="5140"/>
                      <a:pt x="2826" y="5415"/>
                      <a:pt x="2291" y="5659"/>
                    </a:cubicBezTo>
                    <a:cubicBezTo>
                      <a:pt x="2322" y="5415"/>
                      <a:pt x="2353" y="5170"/>
                      <a:pt x="2398" y="4926"/>
                    </a:cubicBezTo>
                    <a:cubicBezTo>
                      <a:pt x="2994" y="4560"/>
                      <a:pt x="3681" y="4361"/>
                      <a:pt x="4063" y="3719"/>
                    </a:cubicBezTo>
                    <a:cubicBezTo>
                      <a:pt x="4063" y="3697"/>
                      <a:pt x="4047" y="3683"/>
                      <a:pt x="4038" y="3683"/>
                    </a:cubicBezTo>
                    <a:cubicBezTo>
                      <a:pt x="4035" y="3683"/>
                      <a:pt x="4033" y="3685"/>
                      <a:pt x="4033" y="3689"/>
                    </a:cubicBezTo>
                    <a:cubicBezTo>
                      <a:pt x="3651" y="4285"/>
                      <a:pt x="2979" y="4468"/>
                      <a:pt x="2414" y="4804"/>
                    </a:cubicBezTo>
                    <a:cubicBezTo>
                      <a:pt x="2429" y="4651"/>
                      <a:pt x="2460" y="4498"/>
                      <a:pt x="2475" y="4346"/>
                    </a:cubicBezTo>
                    <a:cubicBezTo>
                      <a:pt x="3116" y="4117"/>
                      <a:pt x="3865" y="3582"/>
                      <a:pt x="4201" y="3002"/>
                    </a:cubicBezTo>
                    <a:cubicBezTo>
                      <a:pt x="4220" y="2972"/>
                      <a:pt x="4208" y="2955"/>
                      <a:pt x="4189" y="2955"/>
                    </a:cubicBezTo>
                    <a:cubicBezTo>
                      <a:pt x="4179" y="2955"/>
                      <a:pt x="4166" y="2960"/>
                      <a:pt x="4155" y="2971"/>
                    </a:cubicBezTo>
                    <a:cubicBezTo>
                      <a:pt x="3819" y="3475"/>
                      <a:pt x="3116" y="4025"/>
                      <a:pt x="2505" y="4224"/>
                    </a:cubicBezTo>
                    <a:cubicBezTo>
                      <a:pt x="2536" y="3979"/>
                      <a:pt x="2582" y="3735"/>
                      <a:pt x="2628" y="3490"/>
                    </a:cubicBezTo>
                    <a:cubicBezTo>
                      <a:pt x="2628" y="3490"/>
                      <a:pt x="2628" y="3475"/>
                      <a:pt x="2628" y="3475"/>
                    </a:cubicBezTo>
                    <a:cubicBezTo>
                      <a:pt x="2918" y="3383"/>
                      <a:pt x="3208" y="3185"/>
                      <a:pt x="3452" y="3032"/>
                    </a:cubicBezTo>
                    <a:cubicBezTo>
                      <a:pt x="3758" y="2849"/>
                      <a:pt x="4033" y="2635"/>
                      <a:pt x="4231" y="2330"/>
                    </a:cubicBezTo>
                    <a:cubicBezTo>
                      <a:pt x="4242" y="2308"/>
                      <a:pt x="4215" y="2286"/>
                      <a:pt x="4192" y="2286"/>
                    </a:cubicBezTo>
                    <a:cubicBezTo>
                      <a:pt x="4183" y="2286"/>
                      <a:pt x="4175" y="2290"/>
                      <a:pt x="4170" y="2299"/>
                    </a:cubicBezTo>
                    <a:cubicBezTo>
                      <a:pt x="3895" y="2803"/>
                      <a:pt x="3208" y="3139"/>
                      <a:pt x="2643" y="3338"/>
                    </a:cubicBezTo>
                    <a:cubicBezTo>
                      <a:pt x="2673" y="3246"/>
                      <a:pt x="2689" y="3154"/>
                      <a:pt x="2704" y="3078"/>
                    </a:cubicBezTo>
                    <a:lnTo>
                      <a:pt x="2780" y="2666"/>
                    </a:lnTo>
                    <a:cubicBezTo>
                      <a:pt x="3009" y="2513"/>
                      <a:pt x="3300" y="2436"/>
                      <a:pt x="3529" y="2268"/>
                    </a:cubicBezTo>
                    <a:cubicBezTo>
                      <a:pt x="3727" y="2131"/>
                      <a:pt x="3911" y="1948"/>
                      <a:pt x="4079" y="1780"/>
                    </a:cubicBezTo>
                    <a:cubicBezTo>
                      <a:pt x="4090" y="1757"/>
                      <a:pt x="4076" y="1743"/>
                      <a:pt x="4062" y="1743"/>
                    </a:cubicBezTo>
                    <a:cubicBezTo>
                      <a:pt x="4057" y="1743"/>
                      <a:pt x="4052" y="1745"/>
                      <a:pt x="4048" y="1749"/>
                    </a:cubicBezTo>
                    <a:cubicBezTo>
                      <a:pt x="3819" y="1963"/>
                      <a:pt x="3575" y="2177"/>
                      <a:pt x="3300" y="2330"/>
                    </a:cubicBezTo>
                    <a:cubicBezTo>
                      <a:pt x="3132" y="2406"/>
                      <a:pt x="2964" y="2452"/>
                      <a:pt x="2811" y="2543"/>
                    </a:cubicBezTo>
                    <a:cubicBezTo>
                      <a:pt x="2841" y="2330"/>
                      <a:pt x="2887" y="2116"/>
                      <a:pt x="2933" y="1902"/>
                    </a:cubicBezTo>
                    <a:cubicBezTo>
                      <a:pt x="2933" y="1902"/>
                      <a:pt x="2948" y="1887"/>
                      <a:pt x="2948" y="1887"/>
                    </a:cubicBezTo>
                    <a:cubicBezTo>
                      <a:pt x="2948" y="1887"/>
                      <a:pt x="2948" y="1902"/>
                      <a:pt x="2948" y="1902"/>
                    </a:cubicBezTo>
                    <a:cubicBezTo>
                      <a:pt x="2964" y="1902"/>
                      <a:pt x="2979" y="1887"/>
                      <a:pt x="2994" y="1887"/>
                    </a:cubicBezTo>
                    <a:cubicBezTo>
                      <a:pt x="3300" y="1810"/>
                      <a:pt x="3544" y="1535"/>
                      <a:pt x="3743" y="1306"/>
                    </a:cubicBezTo>
                    <a:lnTo>
                      <a:pt x="3743" y="1306"/>
                    </a:lnTo>
                    <a:cubicBezTo>
                      <a:pt x="3529" y="1505"/>
                      <a:pt x="3269" y="1734"/>
                      <a:pt x="2979" y="1810"/>
                    </a:cubicBezTo>
                    <a:lnTo>
                      <a:pt x="2948" y="1810"/>
                    </a:lnTo>
                    <a:cubicBezTo>
                      <a:pt x="2979" y="1627"/>
                      <a:pt x="3009" y="1459"/>
                      <a:pt x="3040" y="1276"/>
                    </a:cubicBezTo>
                    <a:cubicBezTo>
                      <a:pt x="3070" y="1276"/>
                      <a:pt x="3086" y="1245"/>
                      <a:pt x="3086" y="1230"/>
                    </a:cubicBezTo>
                    <a:cubicBezTo>
                      <a:pt x="3254" y="1123"/>
                      <a:pt x="3391" y="970"/>
                      <a:pt x="3544" y="833"/>
                    </a:cubicBezTo>
                    <a:cubicBezTo>
                      <a:pt x="3544" y="833"/>
                      <a:pt x="3529" y="817"/>
                      <a:pt x="3529" y="817"/>
                    </a:cubicBezTo>
                    <a:cubicBezTo>
                      <a:pt x="3376" y="940"/>
                      <a:pt x="3223" y="1046"/>
                      <a:pt x="3070" y="1138"/>
                    </a:cubicBezTo>
                    <a:cubicBezTo>
                      <a:pt x="3132" y="772"/>
                      <a:pt x="3162" y="405"/>
                      <a:pt x="3193" y="23"/>
                    </a:cubicBezTo>
                    <a:cubicBezTo>
                      <a:pt x="3193" y="8"/>
                      <a:pt x="3181" y="0"/>
                      <a:pt x="31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81;p41">
                <a:extLst>
                  <a:ext uri="{FF2B5EF4-FFF2-40B4-BE49-F238E27FC236}">
                    <a16:creationId xmlns:a16="http://schemas.microsoft.com/office/drawing/2014/main" id="{9817C408-EDD5-5AB9-0E5F-D90A8E1FD1E8}"/>
                  </a:ext>
                </a:extLst>
              </p:cNvPr>
              <p:cNvSpPr/>
              <p:nvPr/>
            </p:nvSpPr>
            <p:spPr>
              <a:xfrm flipH="1">
                <a:off x="971724" y="3032821"/>
                <a:ext cx="294068" cy="529078"/>
              </a:xfrm>
              <a:custGeom>
                <a:avLst/>
                <a:gdLst/>
                <a:ahLst/>
                <a:cxnLst/>
                <a:rect l="l" t="t" r="r" b="b"/>
                <a:pathLst>
                  <a:path w="6707" h="12067" extrusionOk="0">
                    <a:moveTo>
                      <a:pt x="5103" y="6446"/>
                    </a:moveTo>
                    <a:cubicBezTo>
                      <a:pt x="5469" y="8034"/>
                      <a:pt x="6706" y="10448"/>
                      <a:pt x="4980" y="11716"/>
                    </a:cubicBezTo>
                    <a:cubicBezTo>
                      <a:pt x="4507" y="12067"/>
                      <a:pt x="3850" y="11945"/>
                      <a:pt x="3361" y="11670"/>
                    </a:cubicBezTo>
                    <a:cubicBezTo>
                      <a:pt x="2720" y="11318"/>
                      <a:pt x="2109" y="10234"/>
                      <a:pt x="1803" y="9577"/>
                    </a:cubicBezTo>
                    <a:cubicBezTo>
                      <a:pt x="1574" y="9073"/>
                      <a:pt x="1483" y="8416"/>
                      <a:pt x="1299" y="7882"/>
                    </a:cubicBezTo>
                    <a:cubicBezTo>
                      <a:pt x="1101" y="7286"/>
                      <a:pt x="887" y="6706"/>
                      <a:pt x="704" y="6125"/>
                    </a:cubicBezTo>
                    <a:cubicBezTo>
                      <a:pt x="1" y="4002"/>
                      <a:pt x="261" y="1833"/>
                      <a:pt x="1574" y="0"/>
                    </a:cubicBezTo>
                    <a:cubicBezTo>
                      <a:pt x="2017" y="596"/>
                      <a:pt x="2582" y="1008"/>
                      <a:pt x="3163" y="1512"/>
                    </a:cubicBezTo>
                    <a:cubicBezTo>
                      <a:pt x="3422" y="1742"/>
                      <a:pt x="3667" y="1986"/>
                      <a:pt x="3896" y="2261"/>
                    </a:cubicBezTo>
                    <a:cubicBezTo>
                      <a:pt x="4293" y="2719"/>
                      <a:pt x="4369" y="3345"/>
                      <a:pt x="4476" y="3926"/>
                    </a:cubicBezTo>
                    <a:cubicBezTo>
                      <a:pt x="4644" y="4766"/>
                      <a:pt x="4889" y="5606"/>
                      <a:pt x="5103" y="64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82;p41">
                <a:extLst>
                  <a:ext uri="{FF2B5EF4-FFF2-40B4-BE49-F238E27FC236}">
                    <a16:creationId xmlns:a16="http://schemas.microsoft.com/office/drawing/2014/main" id="{781B5B1A-36DA-9EFB-9F81-A7CE95CE506A}"/>
                  </a:ext>
                </a:extLst>
              </p:cNvPr>
              <p:cNvSpPr/>
              <p:nvPr/>
            </p:nvSpPr>
            <p:spPr>
              <a:xfrm flipH="1">
                <a:off x="1017936" y="3069300"/>
                <a:ext cx="219532" cy="557533"/>
              </a:xfrm>
              <a:custGeom>
                <a:avLst/>
                <a:gdLst/>
                <a:ahLst/>
                <a:cxnLst/>
                <a:rect l="l" t="t" r="r" b="b"/>
                <a:pathLst>
                  <a:path w="5007" h="12716" extrusionOk="0">
                    <a:moveTo>
                      <a:pt x="100" y="3744"/>
                    </a:moveTo>
                    <a:cubicBezTo>
                      <a:pt x="97" y="3744"/>
                      <a:pt x="93" y="3751"/>
                      <a:pt x="103" y="3751"/>
                    </a:cubicBezTo>
                    <a:cubicBezTo>
                      <a:pt x="103" y="3745"/>
                      <a:pt x="102" y="3744"/>
                      <a:pt x="100" y="3744"/>
                    </a:cubicBezTo>
                    <a:close/>
                    <a:moveTo>
                      <a:pt x="995" y="0"/>
                    </a:moveTo>
                    <a:cubicBezTo>
                      <a:pt x="979" y="0"/>
                      <a:pt x="964" y="20"/>
                      <a:pt x="974" y="39"/>
                    </a:cubicBezTo>
                    <a:cubicBezTo>
                      <a:pt x="1096" y="375"/>
                      <a:pt x="1203" y="726"/>
                      <a:pt x="1295" y="1078"/>
                    </a:cubicBezTo>
                    <a:cubicBezTo>
                      <a:pt x="1035" y="940"/>
                      <a:pt x="775" y="818"/>
                      <a:pt x="562" y="619"/>
                    </a:cubicBezTo>
                    <a:cubicBezTo>
                      <a:pt x="562" y="615"/>
                      <a:pt x="560" y="613"/>
                      <a:pt x="558" y="613"/>
                    </a:cubicBezTo>
                    <a:cubicBezTo>
                      <a:pt x="554" y="613"/>
                      <a:pt x="546" y="624"/>
                      <a:pt x="546" y="635"/>
                    </a:cubicBezTo>
                    <a:cubicBezTo>
                      <a:pt x="669" y="757"/>
                      <a:pt x="806" y="848"/>
                      <a:pt x="943" y="940"/>
                    </a:cubicBezTo>
                    <a:cubicBezTo>
                      <a:pt x="1066" y="1016"/>
                      <a:pt x="1188" y="1139"/>
                      <a:pt x="1325" y="1200"/>
                    </a:cubicBezTo>
                    <a:cubicBezTo>
                      <a:pt x="1371" y="1383"/>
                      <a:pt x="1417" y="1566"/>
                      <a:pt x="1463" y="1765"/>
                    </a:cubicBezTo>
                    <a:cubicBezTo>
                      <a:pt x="1333" y="1795"/>
                      <a:pt x="1203" y="1825"/>
                      <a:pt x="1069" y="1825"/>
                    </a:cubicBezTo>
                    <a:cubicBezTo>
                      <a:pt x="998" y="1825"/>
                      <a:pt x="926" y="1817"/>
                      <a:pt x="852" y="1795"/>
                    </a:cubicBezTo>
                    <a:cubicBezTo>
                      <a:pt x="577" y="1719"/>
                      <a:pt x="363" y="1536"/>
                      <a:pt x="226" y="1291"/>
                    </a:cubicBezTo>
                    <a:cubicBezTo>
                      <a:pt x="221" y="1282"/>
                      <a:pt x="214" y="1279"/>
                      <a:pt x="207" y="1279"/>
                    </a:cubicBezTo>
                    <a:cubicBezTo>
                      <a:pt x="189" y="1279"/>
                      <a:pt x="169" y="1300"/>
                      <a:pt x="180" y="1322"/>
                    </a:cubicBezTo>
                    <a:cubicBezTo>
                      <a:pt x="317" y="1536"/>
                      <a:pt x="516" y="1719"/>
                      <a:pt x="745" y="1826"/>
                    </a:cubicBezTo>
                    <a:cubicBezTo>
                      <a:pt x="862" y="1874"/>
                      <a:pt x="974" y="1891"/>
                      <a:pt x="1083" y="1891"/>
                    </a:cubicBezTo>
                    <a:cubicBezTo>
                      <a:pt x="1215" y="1891"/>
                      <a:pt x="1344" y="1866"/>
                      <a:pt x="1478" y="1841"/>
                    </a:cubicBezTo>
                    <a:cubicBezTo>
                      <a:pt x="1539" y="2055"/>
                      <a:pt x="1585" y="2269"/>
                      <a:pt x="1631" y="2483"/>
                    </a:cubicBezTo>
                    <a:cubicBezTo>
                      <a:pt x="1417" y="2467"/>
                      <a:pt x="1188" y="2406"/>
                      <a:pt x="974" y="2361"/>
                    </a:cubicBezTo>
                    <a:cubicBezTo>
                      <a:pt x="638" y="2269"/>
                      <a:pt x="378" y="2101"/>
                      <a:pt x="58" y="1979"/>
                    </a:cubicBezTo>
                    <a:cubicBezTo>
                      <a:pt x="51" y="1977"/>
                      <a:pt x="45" y="1976"/>
                      <a:pt x="40" y="1976"/>
                    </a:cubicBezTo>
                    <a:cubicBezTo>
                      <a:pt x="8" y="1976"/>
                      <a:pt x="1" y="2011"/>
                      <a:pt x="27" y="2025"/>
                    </a:cubicBezTo>
                    <a:cubicBezTo>
                      <a:pt x="333" y="2147"/>
                      <a:pt x="577" y="2315"/>
                      <a:pt x="898" y="2406"/>
                    </a:cubicBezTo>
                    <a:cubicBezTo>
                      <a:pt x="1142" y="2467"/>
                      <a:pt x="1402" y="2559"/>
                      <a:pt x="1646" y="2574"/>
                    </a:cubicBezTo>
                    <a:cubicBezTo>
                      <a:pt x="1646" y="2574"/>
                      <a:pt x="1661" y="2590"/>
                      <a:pt x="1661" y="2605"/>
                    </a:cubicBezTo>
                    <a:cubicBezTo>
                      <a:pt x="1661" y="2605"/>
                      <a:pt x="1661" y="2605"/>
                      <a:pt x="1661" y="2620"/>
                    </a:cubicBezTo>
                    <a:cubicBezTo>
                      <a:pt x="1646" y="2635"/>
                      <a:pt x="1661" y="2651"/>
                      <a:pt x="1677" y="2666"/>
                    </a:cubicBezTo>
                    <a:cubicBezTo>
                      <a:pt x="1722" y="2865"/>
                      <a:pt x="1768" y="3078"/>
                      <a:pt x="1814" y="3292"/>
                    </a:cubicBezTo>
                    <a:cubicBezTo>
                      <a:pt x="1814" y="3308"/>
                      <a:pt x="1814" y="3308"/>
                      <a:pt x="1829" y="3323"/>
                    </a:cubicBezTo>
                    <a:cubicBezTo>
                      <a:pt x="1777" y="3324"/>
                      <a:pt x="1721" y="3325"/>
                      <a:pt x="1664" y="3325"/>
                    </a:cubicBezTo>
                    <a:cubicBezTo>
                      <a:pt x="1126" y="3325"/>
                      <a:pt x="427" y="3245"/>
                      <a:pt x="164" y="2804"/>
                    </a:cubicBezTo>
                    <a:cubicBezTo>
                      <a:pt x="156" y="2790"/>
                      <a:pt x="143" y="2785"/>
                      <a:pt x="130" y="2785"/>
                    </a:cubicBezTo>
                    <a:cubicBezTo>
                      <a:pt x="100" y="2785"/>
                      <a:pt x="71" y="2817"/>
                      <a:pt x="103" y="2849"/>
                    </a:cubicBezTo>
                    <a:cubicBezTo>
                      <a:pt x="501" y="3369"/>
                      <a:pt x="1264" y="3323"/>
                      <a:pt x="1845" y="3445"/>
                    </a:cubicBezTo>
                    <a:cubicBezTo>
                      <a:pt x="1906" y="3674"/>
                      <a:pt x="1967" y="3903"/>
                      <a:pt x="2028" y="4148"/>
                    </a:cubicBezTo>
                    <a:cubicBezTo>
                      <a:pt x="1898" y="4159"/>
                      <a:pt x="1770" y="4167"/>
                      <a:pt x="1642" y="4167"/>
                    </a:cubicBezTo>
                    <a:cubicBezTo>
                      <a:pt x="1441" y="4167"/>
                      <a:pt x="1241" y="4149"/>
                      <a:pt x="1035" y="4102"/>
                    </a:cubicBezTo>
                    <a:cubicBezTo>
                      <a:pt x="745" y="4025"/>
                      <a:pt x="333" y="3964"/>
                      <a:pt x="103" y="3751"/>
                    </a:cubicBezTo>
                    <a:lnTo>
                      <a:pt x="103" y="3751"/>
                    </a:lnTo>
                    <a:cubicBezTo>
                      <a:pt x="317" y="3980"/>
                      <a:pt x="684" y="4041"/>
                      <a:pt x="974" y="4117"/>
                    </a:cubicBezTo>
                    <a:cubicBezTo>
                      <a:pt x="1240" y="4210"/>
                      <a:pt x="1516" y="4276"/>
                      <a:pt x="1793" y="4276"/>
                    </a:cubicBezTo>
                    <a:cubicBezTo>
                      <a:pt x="1881" y="4276"/>
                      <a:pt x="1970" y="4269"/>
                      <a:pt x="2059" y="4255"/>
                    </a:cubicBezTo>
                    <a:cubicBezTo>
                      <a:pt x="2059" y="4255"/>
                      <a:pt x="2059" y="4270"/>
                      <a:pt x="2074" y="4285"/>
                    </a:cubicBezTo>
                    <a:cubicBezTo>
                      <a:pt x="2120" y="4423"/>
                      <a:pt x="2150" y="4575"/>
                      <a:pt x="2196" y="4728"/>
                    </a:cubicBezTo>
                    <a:cubicBezTo>
                      <a:pt x="1978" y="4807"/>
                      <a:pt x="1698" y="4845"/>
                      <a:pt x="1410" y="4845"/>
                    </a:cubicBezTo>
                    <a:cubicBezTo>
                      <a:pt x="970" y="4845"/>
                      <a:pt x="511" y="4757"/>
                      <a:pt x="226" y="4591"/>
                    </a:cubicBezTo>
                    <a:lnTo>
                      <a:pt x="226" y="4591"/>
                    </a:lnTo>
                    <a:cubicBezTo>
                      <a:pt x="562" y="4820"/>
                      <a:pt x="928" y="4866"/>
                      <a:pt x="1325" y="4881"/>
                    </a:cubicBezTo>
                    <a:cubicBezTo>
                      <a:pt x="1431" y="4881"/>
                      <a:pt x="1540" y="4885"/>
                      <a:pt x="1651" y="4885"/>
                    </a:cubicBezTo>
                    <a:cubicBezTo>
                      <a:pt x="1845" y="4885"/>
                      <a:pt x="2042" y="4872"/>
                      <a:pt x="2227" y="4804"/>
                    </a:cubicBezTo>
                    <a:cubicBezTo>
                      <a:pt x="2303" y="5079"/>
                      <a:pt x="2379" y="5339"/>
                      <a:pt x="2456" y="5614"/>
                    </a:cubicBezTo>
                    <a:cubicBezTo>
                      <a:pt x="2181" y="5644"/>
                      <a:pt x="1921" y="5706"/>
                      <a:pt x="1646" y="5721"/>
                    </a:cubicBezTo>
                    <a:cubicBezTo>
                      <a:pt x="1604" y="5724"/>
                      <a:pt x="1562" y="5726"/>
                      <a:pt x="1521" y="5726"/>
                    </a:cubicBezTo>
                    <a:cubicBezTo>
                      <a:pt x="1159" y="5726"/>
                      <a:pt x="831" y="5607"/>
                      <a:pt x="516" y="5415"/>
                    </a:cubicBezTo>
                    <a:cubicBezTo>
                      <a:pt x="513" y="5412"/>
                      <a:pt x="509" y="5411"/>
                      <a:pt x="506" y="5411"/>
                    </a:cubicBezTo>
                    <a:cubicBezTo>
                      <a:pt x="491" y="5411"/>
                      <a:pt x="476" y="5434"/>
                      <a:pt x="501" y="5446"/>
                    </a:cubicBezTo>
                    <a:cubicBezTo>
                      <a:pt x="892" y="5707"/>
                      <a:pt x="1278" y="5780"/>
                      <a:pt x="1683" y="5780"/>
                    </a:cubicBezTo>
                    <a:cubicBezTo>
                      <a:pt x="1941" y="5780"/>
                      <a:pt x="2207" y="5751"/>
                      <a:pt x="2486" y="5721"/>
                    </a:cubicBezTo>
                    <a:cubicBezTo>
                      <a:pt x="2563" y="5950"/>
                      <a:pt x="2624" y="6164"/>
                      <a:pt x="2685" y="6393"/>
                    </a:cubicBezTo>
                    <a:cubicBezTo>
                      <a:pt x="2461" y="6447"/>
                      <a:pt x="2199" y="6480"/>
                      <a:pt x="1936" y="6480"/>
                    </a:cubicBezTo>
                    <a:cubicBezTo>
                      <a:pt x="1534" y="6480"/>
                      <a:pt x="1129" y="6403"/>
                      <a:pt x="852" y="6210"/>
                    </a:cubicBezTo>
                    <a:cubicBezTo>
                      <a:pt x="841" y="6203"/>
                      <a:pt x="831" y="6200"/>
                      <a:pt x="823" y="6200"/>
                    </a:cubicBezTo>
                    <a:cubicBezTo>
                      <a:pt x="795" y="6200"/>
                      <a:pt x="783" y="6232"/>
                      <a:pt x="806" y="6255"/>
                    </a:cubicBezTo>
                    <a:cubicBezTo>
                      <a:pt x="1112" y="6469"/>
                      <a:pt x="1478" y="6515"/>
                      <a:pt x="1829" y="6530"/>
                    </a:cubicBezTo>
                    <a:cubicBezTo>
                      <a:pt x="1959" y="6530"/>
                      <a:pt x="2116" y="6542"/>
                      <a:pt x="2272" y="6542"/>
                    </a:cubicBezTo>
                    <a:cubicBezTo>
                      <a:pt x="2429" y="6542"/>
                      <a:pt x="2585" y="6530"/>
                      <a:pt x="2715" y="6485"/>
                    </a:cubicBezTo>
                    <a:lnTo>
                      <a:pt x="2715" y="6500"/>
                    </a:lnTo>
                    <a:cubicBezTo>
                      <a:pt x="2807" y="6821"/>
                      <a:pt x="2883" y="7157"/>
                      <a:pt x="2960" y="7477"/>
                    </a:cubicBezTo>
                    <a:cubicBezTo>
                      <a:pt x="2841" y="7500"/>
                      <a:pt x="2725" y="7510"/>
                      <a:pt x="2610" y="7510"/>
                    </a:cubicBezTo>
                    <a:cubicBezTo>
                      <a:pt x="2107" y="7510"/>
                      <a:pt x="1640" y="7316"/>
                      <a:pt x="1142" y="7141"/>
                    </a:cubicBezTo>
                    <a:cubicBezTo>
                      <a:pt x="1137" y="7140"/>
                      <a:pt x="1132" y="7139"/>
                      <a:pt x="1128" y="7139"/>
                    </a:cubicBezTo>
                    <a:cubicBezTo>
                      <a:pt x="1093" y="7139"/>
                      <a:pt x="1084" y="7189"/>
                      <a:pt x="1112" y="7202"/>
                    </a:cubicBezTo>
                    <a:cubicBezTo>
                      <a:pt x="1627" y="7391"/>
                      <a:pt x="2111" y="7600"/>
                      <a:pt x="2633" y="7600"/>
                    </a:cubicBezTo>
                    <a:cubicBezTo>
                      <a:pt x="2745" y="7600"/>
                      <a:pt x="2859" y="7591"/>
                      <a:pt x="2975" y="7569"/>
                    </a:cubicBezTo>
                    <a:cubicBezTo>
                      <a:pt x="3036" y="7844"/>
                      <a:pt x="3097" y="8104"/>
                      <a:pt x="3143" y="8379"/>
                    </a:cubicBezTo>
                    <a:cubicBezTo>
                      <a:pt x="3020" y="8399"/>
                      <a:pt x="2893" y="8409"/>
                      <a:pt x="2764" y="8409"/>
                    </a:cubicBezTo>
                    <a:cubicBezTo>
                      <a:pt x="2314" y="8409"/>
                      <a:pt x="1839" y="8290"/>
                      <a:pt x="1448" y="8088"/>
                    </a:cubicBezTo>
                    <a:cubicBezTo>
                      <a:pt x="1444" y="8087"/>
                      <a:pt x="1441" y="8086"/>
                      <a:pt x="1438" y="8086"/>
                    </a:cubicBezTo>
                    <a:cubicBezTo>
                      <a:pt x="1411" y="8086"/>
                      <a:pt x="1390" y="8136"/>
                      <a:pt x="1417" y="8149"/>
                    </a:cubicBezTo>
                    <a:cubicBezTo>
                      <a:pt x="1872" y="8383"/>
                      <a:pt x="2393" y="8496"/>
                      <a:pt x="2906" y="8496"/>
                    </a:cubicBezTo>
                    <a:cubicBezTo>
                      <a:pt x="2995" y="8496"/>
                      <a:pt x="3085" y="8492"/>
                      <a:pt x="3174" y="8485"/>
                    </a:cubicBezTo>
                    <a:cubicBezTo>
                      <a:pt x="3219" y="8776"/>
                      <a:pt x="3280" y="9051"/>
                      <a:pt x="3326" y="9341"/>
                    </a:cubicBezTo>
                    <a:cubicBezTo>
                      <a:pt x="3165" y="9392"/>
                      <a:pt x="3003" y="9415"/>
                      <a:pt x="2842" y="9415"/>
                    </a:cubicBezTo>
                    <a:cubicBezTo>
                      <a:pt x="2472" y="9415"/>
                      <a:pt x="2109" y="9293"/>
                      <a:pt x="1768" y="9112"/>
                    </a:cubicBezTo>
                    <a:cubicBezTo>
                      <a:pt x="1753" y="9112"/>
                      <a:pt x="1738" y="9127"/>
                      <a:pt x="1753" y="9142"/>
                    </a:cubicBezTo>
                    <a:cubicBezTo>
                      <a:pt x="2097" y="9326"/>
                      <a:pt x="2537" y="9518"/>
                      <a:pt x="2954" y="9518"/>
                    </a:cubicBezTo>
                    <a:cubicBezTo>
                      <a:pt x="3092" y="9518"/>
                      <a:pt x="3228" y="9497"/>
                      <a:pt x="3357" y="9448"/>
                    </a:cubicBezTo>
                    <a:cubicBezTo>
                      <a:pt x="3372" y="9539"/>
                      <a:pt x="3387" y="9646"/>
                      <a:pt x="3403" y="9738"/>
                    </a:cubicBezTo>
                    <a:cubicBezTo>
                      <a:pt x="3418" y="9784"/>
                      <a:pt x="3418" y="9845"/>
                      <a:pt x="3433" y="9906"/>
                    </a:cubicBezTo>
                    <a:cubicBezTo>
                      <a:pt x="3210" y="9938"/>
                      <a:pt x="2991" y="9961"/>
                      <a:pt x="2769" y="9961"/>
                    </a:cubicBezTo>
                    <a:cubicBezTo>
                      <a:pt x="2566" y="9961"/>
                      <a:pt x="2362" y="9942"/>
                      <a:pt x="2150" y="9891"/>
                    </a:cubicBezTo>
                    <a:cubicBezTo>
                      <a:pt x="2150" y="9888"/>
                      <a:pt x="2150" y="9886"/>
                      <a:pt x="2149" y="9886"/>
                    </a:cubicBezTo>
                    <a:cubicBezTo>
                      <a:pt x="2145" y="9886"/>
                      <a:pt x="2138" y="9906"/>
                      <a:pt x="2150" y="9906"/>
                    </a:cubicBezTo>
                    <a:cubicBezTo>
                      <a:pt x="2419" y="9983"/>
                      <a:pt x="2693" y="10017"/>
                      <a:pt x="2966" y="10017"/>
                    </a:cubicBezTo>
                    <a:cubicBezTo>
                      <a:pt x="3128" y="10017"/>
                      <a:pt x="3289" y="10005"/>
                      <a:pt x="3448" y="9982"/>
                    </a:cubicBezTo>
                    <a:cubicBezTo>
                      <a:pt x="3479" y="10166"/>
                      <a:pt x="3510" y="10349"/>
                      <a:pt x="3540" y="10517"/>
                    </a:cubicBezTo>
                    <a:cubicBezTo>
                      <a:pt x="3433" y="10517"/>
                      <a:pt x="3311" y="10517"/>
                      <a:pt x="3189" y="10532"/>
                    </a:cubicBezTo>
                    <a:cubicBezTo>
                      <a:pt x="3147" y="10538"/>
                      <a:pt x="3107" y="10541"/>
                      <a:pt x="3068" y="10541"/>
                    </a:cubicBezTo>
                    <a:cubicBezTo>
                      <a:pt x="2908" y="10541"/>
                      <a:pt x="2765" y="10499"/>
                      <a:pt x="2593" y="10486"/>
                    </a:cubicBezTo>
                    <a:cubicBezTo>
                      <a:pt x="2578" y="10486"/>
                      <a:pt x="2563" y="10502"/>
                      <a:pt x="2593" y="10517"/>
                    </a:cubicBezTo>
                    <a:cubicBezTo>
                      <a:pt x="2760" y="10531"/>
                      <a:pt x="2901" y="10595"/>
                      <a:pt x="3075" y="10595"/>
                    </a:cubicBezTo>
                    <a:cubicBezTo>
                      <a:pt x="3092" y="10595"/>
                      <a:pt x="3110" y="10595"/>
                      <a:pt x="3128" y="10593"/>
                    </a:cubicBezTo>
                    <a:lnTo>
                      <a:pt x="3555" y="10593"/>
                    </a:lnTo>
                    <a:cubicBezTo>
                      <a:pt x="3678" y="11311"/>
                      <a:pt x="3846" y="12075"/>
                      <a:pt x="4212" y="12655"/>
                    </a:cubicBezTo>
                    <a:cubicBezTo>
                      <a:pt x="4244" y="12697"/>
                      <a:pt x="4293" y="12716"/>
                      <a:pt x="4344" y="12716"/>
                    </a:cubicBezTo>
                    <a:cubicBezTo>
                      <a:pt x="4439" y="12716"/>
                      <a:pt x="4538" y="12649"/>
                      <a:pt x="4518" y="12548"/>
                    </a:cubicBezTo>
                    <a:cubicBezTo>
                      <a:pt x="4426" y="12044"/>
                      <a:pt x="4197" y="11571"/>
                      <a:pt x="4029" y="11082"/>
                    </a:cubicBezTo>
                    <a:cubicBezTo>
                      <a:pt x="3983" y="10960"/>
                      <a:pt x="3953" y="10838"/>
                      <a:pt x="3907" y="10700"/>
                    </a:cubicBezTo>
                    <a:cubicBezTo>
                      <a:pt x="4136" y="10593"/>
                      <a:pt x="4304" y="10364"/>
                      <a:pt x="4457" y="10166"/>
                    </a:cubicBezTo>
                    <a:cubicBezTo>
                      <a:pt x="4701" y="9845"/>
                      <a:pt x="4854" y="9478"/>
                      <a:pt x="5006" y="9081"/>
                    </a:cubicBezTo>
                    <a:cubicBezTo>
                      <a:pt x="5006" y="9072"/>
                      <a:pt x="4996" y="9064"/>
                      <a:pt x="4985" y="9064"/>
                    </a:cubicBezTo>
                    <a:cubicBezTo>
                      <a:pt x="4976" y="9064"/>
                      <a:pt x="4967" y="9068"/>
                      <a:pt x="4961" y="9081"/>
                    </a:cubicBezTo>
                    <a:cubicBezTo>
                      <a:pt x="4808" y="9417"/>
                      <a:pt x="4640" y="9753"/>
                      <a:pt x="4395" y="10043"/>
                    </a:cubicBezTo>
                    <a:cubicBezTo>
                      <a:pt x="4258" y="10196"/>
                      <a:pt x="4059" y="10441"/>
                      <a:pt x="3861" y="10578"/>
                    </a:cubicBezTo>
                    <a:cubicBezTo>
                      <a:pt x="3815" y="10425"/>
                      <a:pt x="3769" y="10257"/>
                      <a:pt x="3723" y="10105"/>
                    </a:cubicBezTo>
                    <a:cubicBezTo>
                      <a:pt x="3953" y="9967"/>
                      <a:pt x="4105" y="9707"/>
                      <a:pt x="4243" y="9494"/>
                    </a:cubicBezTo>
                    <a:cubicBezTo>
                      <a:pt x="4487" y="9142"/>
                      <a:pt x="4655" y="8745"/>
                      <a:pt x="4854" y="8348"/>
                    </a:cubicBezTo>
                    <a:cubicBezTo>
                      <a:pt x="4854" y="8348"/>
                      <a:pt x="4847" y="8341"/>
                      <a:pt x="4842" y="8341"/>
                    </a:cubicBezTo>
                    <a:cubicBezTo>
                      <a:pt x="4840" y="8341"/>
                      <a:pt x="4838" y="8343"/>
                      <a:pt x="4838" y="8348"/>
                    </a:cubicBezTo>
                    <a:cubicBezTo>
                      <a:pt x="4533" y="8898"/>
                      <a:pt x="4243" y="9616"/>
                      <a:pt x="3693" y="9998"/>
                    </a:cubicBezTo>
                    <a:cubicBezTo>
                      <a:pt x="3647" y="9799"/>
                      <a:pt x="3601" y="9616"/>
                      <a:pt x="3555" y="9417"/>
                    </a:cubicBezTo>
                    <a:cubicBezTo>
                      <a:pt x="3555" y="9402"/>
                      <a:pt x="3540" y="9387"/>
                      <a:pt x="3540" y="9387"/>
                    </a:cubicBezTo>
                    <a:cubicBezTo>
                      <a:pt x="4151" y="8898"/>
                      <a:pt x="4350" y="8149"/>
                      <a:pt x="4670" y="7462"/>
                    </a:cubicBezTo>
                    <a:cubicBezTo>
                      <a:pt x="4681" y="7462"/>
                      <a:pt x="4677" y="7455"/>
                      <a:pt x="4669" y="7455"/>
                    </a:cubicBezTo>
                    <a:cubicBezTo>
                      <a:pt x="4665" y="7455"/>
                      <a:pt x="4660" y="7457"/>
                      <a:pt x="4655" y="7462"/>
                    </a:cubicBezTo>
                    <a:cubicBezTo>
                      <a:pt x="4334" y="8104"/>
                      <a:pt x="4059" y="8776"/>
                      <a:pt x="3510" y="9264"/>
                    </a:cubicBezTo>
                    <a:cubicBezTo>
                      <a:pt x="3448" y="8990"/>
                      <a:pt x="3387" y="8699"/>
                      <a:pt x="3326" y="8424"/>
                    </a:cubicBezTo>
                    <a:cubicBezTo>
                      <a:pt x="3846" y="7905"/>
                      <a:pt x="4166" y="7325"/>
                      <a:pt x="4365" y="6622"/>
                    </a:cubicBezTo>
                    <a:cubicBezTo>
                      <a:pt x="4365" y="6611"/>
                      <a:pt x="4357" y="6600"/>
                      <a:pt x="4353" y="6600"/>
                    </a:cubicBezTo>
                    <a:cubicBezTo>
                      <a:pt x="4351" y="6600"/>
                      <a:pt x="4350" y="6602"/>
                      <a:pt x="4350" y="6607"/>
                    </a:cubicBezTo>
                    <a:cubicBezTo>
                      <a:pt x="4121" y="7279"/>
                      <a:pt x="3754" y="7783"/>
                      <a:pt x="3311" y="8302"/>
                    </a:cubicBezTo>
                    <a:cubicBezTo>
                      <a:pt x="3250" y="8027"/>
                      <a:pt x="3189" y="7752"/>
                      <a:pt x="3112" y="7477"/>
                    </a:cubicBezTo>
                    <a:cubicBezTo>
                      <a:pt x="3326" y="7218"/>
                      <a:pt x="3571" y="7004"/>
                      <a:pt x="3739" y="6729"/>
                    </a:cubicBezTo>
                    <a:cubicBezTo>
                      <a:pt x="3891" y="6439"/>
                      <a:pt x="4029" y="6133"/>
                      <a:pt x="4059" y="5813"/>
                    </a:cubicBezTo>
                    <a:cubicBezTo>
                      <a:pt x="4059" y="5802"/>
                      <a:pt x="4052" y="5791"/>
                      <a:pt x="4042" y="5791"/>
                    </a:cubicBezTo>
                    <a:cubicBezTo>
                      <a:pt x="4038" y="5791"/>
                      <a:pt x="4033" y="5793"/>
                      <a:pt x="4029" y="5797"/>
                    </a:cubicBezTo>
                    <a:cubicBezTo>
                      <a:pt x="3922" y="6454"/>
                      <a:pt x="3464" y="6851"/>
                      <a:pt x="3097" y="7355"/>
                    </a:cubicBezTo>
                    <a:cubicBezTo>
                      <a:pt x="3036" y="7096"/>
                      <a:pt x="2960" y="6836"/>
                      <a:pt x="2899" y="6576"/>
                    </a:cubicBezTo>
                    <a:cubicBezTo>
                      <a:pt x="3311" y="6011"/>
                      <a:pt x="3784" y="5446"/>
                      <a:pt x="3830" y="4697"/>
                    </a:cubicBezTo>
                    <a:lnTo>
                      <a:pt x="3815" y="4697"/>
                    </a:lnTo>
                    <a:cubicBezTo>
                      <a:pt x="3739" y="5400"/>
                      <a:pt x="3250" y="5904"/>
                      <a:pt x="2853" y="6454"/>
                    </a:cubicBezTo>
                    <a:cubicBezTo>
                      <a:pt x="2853" y="6408"/>
                      <a:pt x="2837" y="6362"/>
                      <a:pt x="2822" y="6317"/>
                    </a:cubicBezTo>
                    <a:cubicBezTo>
                      <a:pt x="2746" y="6072"/>
                      <a:pt x="2685" y="5843"/>
                      <a:pt x="2608" y="5614"/>
                    </a:cubicBezTo>
                    <a:cubicBezTo>
                      <a:pt x="2868" y="5324"/>
                      <a:pt x="3097" y="5003"/>
                      <a:pt x="3296" y="4682"/>
                    </a:cubicBezTo>
                    <a:cubicBezTo>
                      <a:pt x="3433" y="4453"/>
                      <a:pt x="3601" y="4224"/>
                      <a:pt x="3632" y="3949"/>
                    </a:cubicBezTo>
                    <a:cubicBezTo>
                      <a:pt x="3632" y="3938"/>
                      <a:pt x="3624" y="3927"/>
                      <a:pt x="3614" y="3927"/>
                    </a:cubicBezTo>
                    <a:cubicBezTo>
                      <a:pt x="3610" y="3927"/>
                      <a:pt x="3606" y="3929"/>
                      <a:pt x="3601" y="3934"/>
                    </a:cubicBezTo>
                    <a:cubicBezTo>
                      <a:pt x="3510" y="4514"/>
                      <a:pt x="2960" y="5064"/>
                      <a:pt x="2578" y="5507"/>
                    </a:cubicBezTo>
                    <a:cubicBezTo>
                      <a:pt x="2501" y="5278"/>
                      <a:pt x="2440" y="5034"/>
                      <a:pt x="2364" y="4789"/>
                    </a:cubicBezTo>
                    <a:cubicBezTo>
                      <a:pt x="2746" y="4224"/>
                      <a:pt x="3296" y="3735"/>
                      <a:pt x="3357" y="3002"/>
                    </a:cubicBezTo>
                    <a:cubicBezTo>
                      <a:pt x="3357" y="2987"/>
                      <a:pt x="3349" y="2979"/>
                      <a:pt x="3342" y="2979"/>
                    </a:cubicBezTo>
                    <a:cubicBezTo>
                      <a:pt x="3334" y="2979"/>
                      <a:pt x="3326" y="2987"/>
                      <a:pt x="3326" y="3002"/>
                    </a:cubicBezTo>
                    <a:cubicBezTo>
                      <a:pt x="3235" y="3689"/>
                      <a:pt x="2700" y="4132"/>
                      <a:pt x="2333" y="4682"/>
                    </a:cubicBezTo>
                    <a:lnTo>
                      <a:pt x="2196" y="4239"/>
                    </a:lnTo>
                    <a:cubicBezTo>
                      <a:pt x="2685" y="3766"/>
                      <a:pt x="3128" y="2956"/>
                      <a:pt x="3189" y="2284"/>
                    </a:cubicBezTo>
                    <a:cubicBezTo>
                      <a:pt x="3197" y="2267"/>
                      <a:pt x="3183" y="2255"/>
                      <a:pt x="3168" y="2255"/>
                    </a:cubicBezTo>
                    <a:cubicBezTo>
                      <a:pt x="3155" y="2255"/>
                      <a:pt x="3143" y="2263"/>
                      <a:pt x="3143" y="2284"/>
                    </a:cubicBezTo>
                    <a:cubicBezTo>
                      <a:pt x="3036" y="2880"/>
                      <a:pt x="2639" y="3689"/>
                      <a:pt x="2165" y="4132"/>
                    </a:cubicBezTo>
                    <a:cubicBezTo>
                      <a:pt x="2104" y="3888"/>
                      <a:pt x="2028" y="3644"/>
                      <a:pt x="1967" y="3414"/>
                    </a:cubicBezTo>
                    <a:cubicBezTo>
                      <a:pt x="1967" y="3399"/>
                      <a:pt x="1967" y="3399"/>
                      <a:pt x="1967" y="3384"/>
                    </a:cubicBezTo>
                    <a:cubicBezTo>
                      <a:pt x="2196" y="3185"/>
                      <a:pt x="2364" y="2880"/>
                      <a:pt x="2532" y="2635"/>
                    </a:cubicBezTo>
                    <a:cubicBezTo>
                      <a:pt x="2715" y="2345"/>
                      <a:pt x="2883" y="2025"/>
                      <a:pt x="2929" y="1673"/>
                    </a:cubicBezTo>
                    <a:cubicBezTo>
                      <a:pt x="2929" y="1648"/>
                      <a:pt x="2911" y="1637"/>
                      <a:pt x="2894" y="1637"/>
                    </a:cubicBezTo>
                    <a:cubicBezTo>
                      <a:pt x="2880" y="1637"/>
                      <a:pt x="2868" y="1644"/>
                      <a:pt x="2868" y="1658"/>
                    </a:cubicBezTo>
                    <a:cubicBezTo>
                      <a:pt x="2822" y="2254"/>
                      <a:pt x="2349" y="2849"/>
                      <a:pt x="1921" y="3262"/>
                    </a:cubicBezTo>
                    <a:cubicBezTo>
                      <a:pt x="1906" y="3170"/>
                      <a:pt x="1875" y="3078"/>
                      <a:pt x="1860" y="2987"/>
                    </a:cubicBezTo>
                    <a:cubicBezTo>
                      <a:pt x="1829" y="2865"/>
                      <a:pt x="1799" y="2727"/>
                      <a:pt x="1768" y="2590"/>
                    </a:cubicBezTo>
                    <a:cubicBezTo>
                      <a:pt x="1906" y="2345"/>
                      <a:pt x="2135" y="2162"/>
                      <a:pt x="2272" y="1918"/>
                    </a:cubicBezTo>
                    <a:cubicBezTo>
                      <a:pt x="2395" y="1688"/>
                      <a:pt x="2486" y="1459"/>
                      <a:pt x="2563" y="1230"/>
                    </a:cubicBezTo>
                    <a:cubicBezTo>
                      <a:pt x="2572" y="1211"/>
                      <a:pt x="2558" y="1198"/>
                      <a:pt x="2546" y="1198"/>
                    </a:cubicBezTo>
                    <a:cubicBezTo>
                      <a:pt x="2539" y="1198"/>
                      <a:pt x="2532" y="1203"/>
                      <a:pt x="2532" y="1215"/>
                    </a:cubicBezTo>
                    <a:cubicBezTo>
                      <a:pt x="2410" y="1505"/>
                      <a:pt x="2288" y="1795"/>
                      <a:pt x="2089" y="2055"/>
                    </a:cubicBezTo>
                    <a:cubicBezTo>
                      <a:pt x="1982" y="2208"/>
                      <a:pt x="1845" y="2315"/>
                      <a:pt x="1738" y="2467"/>
                    </a:cubicBezTo>
                    <a:cubicBezTo>
                      <a:pt x="1692" y="2254"/>
                      <a:pt x="1631" y="2040"/>
                      <a:pt x="1585" y="1826"/>
                    </a:cubicBezTo>
                    <a:lnTo>
                      <a:pt x="1585" y="1811"/>
                    </a:lnTo>
                    <a:lnTo>
                      <a:pt x="1600" y="1811"/>
                    </a:lnTo>
                    <a:cubicBezTo>
                      <a:pt x="1616" y="1811"/>
                      <a:pt x="1616" y="1795"/>
                      <a:pt x="1616" y="1780"/>
                    </a:cubicBezTo>
                    <a:cubicBezTo>
                      <a:pt x="1875" y="1582"/>
                      <a:pt x="1982" y="1246"/>
                      <a:pt x="2074" y="940"/>
                    </a:cubicBezTo>
                    <a:cubicBezTo>
                      <a:pt x="2074" y="940"/>
                      <a:pt x="2067" y="933"/>
                      <a:pt x="2062" y="933"/>
                    </a:cubicBezTo>
                    <a:cubicBezTo>
                      <a:pt x="2060" y="933"/>
                      <a:pt x="2059" y="935"/>
                      <a:pt x="2059" y="940"/>
                    </a:cubicBezTo>
                    <a:cubicBezTo>
                      <a:pt x="1936" y="1215"/>
                      <a:pt x="1814" y="1520"/>
                      <a:pt x="1585" y="1734"/>
                    </a:cubicBezTo>
                    <a:lnTo>
                      <a:pt x="1554" y="1734"/>
                    </a:lnTo>
                    <a:cubicBezTo>
                      <a:pt x="1509" y="1566"/>
                      <a:pt x="1463" y="1383"/>
                      <a:pt x="1417" y="1215"/>
                    </a:cubicBezTo>
                    <a:cubicBezTo>
                      <a:pt x="1432" y="1200"/>
                      <a:pt x="1448" y="1169"/>
                      <a:pt x="1432" y="1154"/>
                    </a:cubicBezTo>
                    <a:cubicBezTo>
                      <a:pt x="1539" y="986"/>
                      <a:pt x="1616" y="787"/>
                      <a:pt x="1677" y="604"/>
                    </a:cubicBezTo>
                    <a:cubicBezTo>
                      <a:pt x="1692" y="589"/>
                      <a:pt x="1661" y="589"/>
                      <a:pt x="1661" y="589"/>
                    </a:cubicBezTo>
                    <a:cubicBezTo>
                      <a:pt x="1585" y="772"/>
                      <a:pt x="1493" y="925"/>
                      <a:pt x="1386" y="1078"/>
                    </a:cubicBezTo>
                    <a:cubicBezTo>
                      <a:pt x="1280" y="726"/>
                      <a:pt x="1157" y="360"/>
                      <a:pt x="1020" y="24"/>
                    </a:cubicBezTo>
                    <a:cubicBezTo>
                      <a:pt x="1014" y="7"/>
                      <a:pt x="1005" y="0"/>
                      <a:pt x="9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83;p41">
                <a:extLst>
                  <a:ext uri="{FF2B5EF4-FFF2-40B4-BE49-F238E27FC236}">
                    <a16:creationId xmlns:a16="http://schemas.microsoft.com/office/drawing/2014/main" id="{8036E38B-3E96-8283-28AC-BD8D7A9E4334}"/>
                  </a:ext>
                </a:extLst>
              </p:cNvPr>
              <p:cNvSpPr/>
              <p:nvPr/>
            </p:nvSpPr>
            <p:spPr>
              <a:xfrm flipH="1">
                <a:off x="837777" y="2882125"/>
                <a:ext cx="292052" cy="673108"/>
              </a:xfrm>
              <a:custGeom>
                <a:avLst/>
                <a:gdLst/>
                <a:ahLst/>
                <a:cxnLst/>
                <a:rect l="l" t="t" r="r" b="b"/>
                <a:pathLst>
                  <a:path w="6661" h="15352" extrusionOk="0">
                    <a:moveTo>
                      <a:pt x="5637" y="8661"/>
                    </a:moveTo>
                    <a:cubicBezTo>
                      <a:pt x="5728" y="10677"/>
                      <a:pt x="6660" y="13885"/>
                      <a:pt x="4277" y="15046"/>
                    </a:cubicBezTo>
                    <a:cubicBezTo>
                      <a:pt x="3621" y="15351"/>
                      <a:pt x="2857" y="15046"/>
                      <a:pt x="2322" y="14603"/>
                    </a:cubicBezTo>
                    <a:cubicBezTo>
                      <a:pt x="1620" y="14038"/>
                      <a:pt x="1131" y="12571"/>
                      <a:pt x="917" y="11716"/>
                    </a:cubicBezTo>
                    <a:cubicBezTo>
                      <a:pt x="749" y="11029"/>
                      <a:pt x="795" y="10219"/>
                      <a:pt x="688" y="9516"/>
                    </a:cubicBezTo>
                    <a:cubicBezTo>
                      <a:pt x="581" y="8753"/>
                      <a:pt x="474" y="8004"/>
                      <a:pt x="367" y="7241"/>
                    </a:cubicBezTo>
                    <a:cubicBezTo>
                      <a:pt x="1" y="4506"/>
                      <a:pt x="825" y="1925"/>
                      <a:pt x="2842" y="1"/>
                    </a:cubicBezTo>
                    <a:cubicBezTo>
                      <a:pt x="3254" y="825"/>
                      <a:pt x="3850" y="1467"/>
                      <a:pt x="4430" y="2215"/>
                    </a:cubicBezTo>
                    <a:cubicBezTo>
                      <a:pt x="4690" y="2551"/>
                      <a:pt x="4934" y="2918"/>
                      <a:pt x="5148" y="3285"/>
                    </a:cubicBezTo>
                    <a:cubicBezTo>
                      <a:pt x="5530" y="3957"/>
                      <a:pt x="5469" y="4720"/>
                      <a:pt x="5469" y="5453"/>
                    </a:cubicBezTo>
                    <a:cubicBezTo>
                      <a:pt x="5469" y="6507"/>
                      <a:pt x="5591" y="7592"/>
                      <a:pt x="5637" y="866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84;p41">
                <a:extLst>
                  <a:ext uri="{FF2B5EF4-FFF2-40B4-BE49-F238E27FC236}">
                    <a16:creationId xmlns:a16="http://schemas.microsoft.com/office/drawing/2014/main" id="{EB2A87C1-0AD2-639B-C202-916433C70162}"/>
                  </a:ext>
                </a:extLst>
              </p:cNvPr>
              <p:cNvSpPr/>
              <p:nvPr/>
            </p:nvSpPr>
            <p:spPr>
              <a:xfrm flipH="1">
                <a:off x="888199" y="2927812"/>
                <a:ext cx="208790" cy="71169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16232" extrusionOk="0">
                    <a:moveTo>
                      <a:pt x="1996" y="0"/>
                    </a:moveTo>
                    <a:cubicBezTo>
                      <a:pt x="1976" y="0"/>
                      <a:pt x="1955" y="16"/>
                      <a:pt x="1955" y="43"/>
                    </a:cubicBezTo>
                    <a:cubicBezTo>
                      <a:pt x="2032" y="486"/>
                      <a:pt x="2077" y="929"/>
                      <a:pt x="2108" y="1372"/>
                    </a:cubicBezTo>
                    <a:cubicBezTo>
                      <a:pt x="1833" y="1158"/>
                      <a:pt x="1543" y="929"/>
                      <a:pt x="1329" y="654"/>
                    </a:cubicBezTo>
                    <a:cubicBezTo>
                      <a:pt x="1324" y="650"/>
                      <a:pt x="1320" y="648"/>
                      <a:pt x="1316" y="648"/>
                    </a:cubicBezTo>
                    <a:cubicBezTo>
                      <a:pt x="1306" y="648"/>
                      <a:pt x="1298" y="658"/>
                      <a:pt x="1298" y="669"/>
                    </a:cubicBezTo>
                    <a:cubicBezTo>
                      <a:pt x="1421" y="853"/>
                      <a:pt x="1558" y="990"/>
                      <a:pt x="1711" y="1127"/>
                    </a:cubicBezTo>
                    <a:cubicBezTo>
                      <a:pt x="1848" y="1265"/>
                      <a:pt x="1970" y="1418"/>
                      <a:pt x="2123" y="1525"/>
                    </a:cubicBezTo>
                    <a:cubicBezTo>
                      <a:pt x="2138" y="1769"/>
                      <a:pt x="2154" y="2013"/>
                      <a:pt x="2169" y="2243"/>
                    </a:cubicBezTo>
                    <a:cubicBezTo>
                      <a:pt x="2066" y="2254"/>
                      <a:pt x="1970" y="2263"/>
                      <a:pt x="1876" y="2263"/>
                    </a:cubicBezTo>
                    <a:cubicBezTo>
                      <a:pt x="1719" y="2263"/>
                      <a:pt x="1568" y="2237"/>
                      <a:pt x="1405" y="2151"/>
                    </a:cubicBezTo>
                    <a:cubicBezTo>
                      <a:pt x="1100" y="1998"/>
                      <a:pt x="871" y="1723"/>
                      <a:pt x="764" y="1402"/>
                    </a:cubicBezTo>
                    <a:cubicBezTo>
                      <a:pt x="757" y="1383"/>
                      <a:pt x="743" y="1375"/>
                      <a:pt x="729" y="1375"/>
                    </a:cubicBezTo>
                    <a:cubicBezTo>
                      <a:pt x="711" y="1375"/>
                      <a:pt x="694" y="1391"/>
                      <a:pt x="703" y="1418"/>
                    </a:cubicBezTo>
                    <a:cubicBezTo>
                      <a:pt x="810" y="1723"/>
                      <a:pt x="1008" y="1983"/>
                      <a:pt x="1283" y="2166"/>
                    </a:cubicBezTo>
                    <a:cubicBezTo>
                      <a:pt x="1509" y="2317"/>
                      <a:pt x="1745" y="2354"/>
                      <a:pt x="2000" y="2354"/>
                    </a:cubicBezTo>
                    <a:cubicBezTo>
                      <a:pt x="2056" y="2354"/>
                      <a:pt x="2112" y="2352"/>
                      <a:pt x="2169" y="2349"/>
                    </a:cubicBezTo>
                    <a:cubicBezTo>
                      <a:pt x="2184" y="2624"/>
                      <a:pt x="2184" y="2899"/>
                      <a:pt x="2200" y="3174"/>
                    </a:cubicBezTo>
                    <a:cubicBezTo>
                      <a:pt x="1940" y="3098"/>
                      <a:pt x="1680" y="2976"/>
                      <a:pt x="1436" y="2869"/>
                    </a:cubicBezTo>
                    <a:cubicBezTo>
                      <a:pt x="1023" y="2685"/>
                      <a:pt x="749" y="2411"/>
                      <a:pt x="397" y="2181"/>
                    </a:cubicBezTo>
                    <a:cubicBezTo>
                      <a:pt x="392" y="2180"/>
                      <a:pt x="387" y="2179"/>
                      <a:pt x="383" y="2179"/>
                    </a:cubicBezTo>
                    <a:cubicBezTo>
                      <a:pt x="345" y="2179"/>
                      <a:pt x="324" y="2229"/>
                      <a:pt x="351" y="2243"/>
                    </a:cubicBezTo>
                    <a:cubicBezTo>
                      <a:pt x="703" y="2456"/>
                      <a:pt x="962" y="2731"/>
                      <a:pt x="1329" y="2899"/>
                    </a:cubicBezTo>
                    <a:cubicBezTo>
                      <a:pt x="1604" y="3037"/>
                      <a:pt x="1894" y="3205"/>
                      <a:pt x="2200" y="3281"/>
                    </a:cubicBezTo>
                    <a:cubicBezTo>
                      <a:pt x="2200" y="3296"/>
                      <a:pt x="2200" y="3312"/>
                      <a:pt x="2200" y="3327"/>
                    </a:cubicBezTo>
                    <a:cubicBezTo>
                      <a:pt x="2184" y="3358"/>
                      <a:pt x="2184" y="3373"/>
                      <a:pt x="2200" y="3388"/>
                    </a:cubicBezTo>
                    <a:cubicBezTo>
                      <a:pt x="2215" y="3663"/>
                      <a:pt x="2215" y="3923"/>
                      <a:pt x="2230" y="4182"/>
                    </a:cubicBezTo>
                    <a:cubicBezTo>
                      <a:pt x="2230" y="4198"/>
                      <a:pt x="2230" y="4213"/>
                      <a:pt x="2230" y="4243"/>
                    </a:cubicBezTo>
                    <a:cubicBezTo>
                      <a:pt x="1573" y="4121"/>
                      <a:pt x="580" y="3877"/>
                      <a:pt x="336" y="3205"/>
                    </a:cubicBezTo>
                    <a:cubicBezTo>
                      <a:pt x="326" y="3184"/>
                      <a:pt x="309" y="3176"/>
                      <a:pt x="292" y="3176"/>
                    </a:cubicBezTo>
                    <a:cubicBezTo>
                      <a:pt x="258" y="3176"/>
                      <a:pt x="224" y="3210"/>
                      <a:pt x="244" y="3251"/>
                    </a:cubicBezTo>
                    <a:cubicBezTo>
                      <a:pt x="611" y="3984"/>
                      <a:pt x="1543" y="4106"/>
                      <a:pt x="2245" y="4381"/>
                    </a:cubicBezTo>
                    <a:cubicBezTo>
                      <a:pt x="2261" y="4671"/>
                      <a:pt x="2276" y="4977"/>
                      <a:pt x="2291" y="5282"/>
                    </a:cubicBezTo>
                    <a:cubicBezTo>
                      <a:pt x="1879" y="5236"/>
                      <a:pt x="1482" y="5175"/>
                      <a:pt x="1100" y="4992"/>
                    </a:cubicBezTo>
                    <a:cubicBezTo>
                      <a:pt x="749" y="4839"/>
                      <a:pt x="275" y="4671"/>
                      <a:pt x="46" y="4350"/>
                    </a:cubicBezTo>
                    <a:cubicBezTo>
                      <a:pt x="46" y="4345"/>
                      <a:pt x="44" y="4344"/>
                      <a:pt x="42" y="4344"/>
                    </a:cubicBezTo>
                    <a:cubicBezTo>
                      <a:pt x="37" y="4344"/>
                      <a:pt x="31" y="4350"/>
                      <a:pt x="31" y="4350"/>
                    </a:cubicBezTo>
                    <a:cubicBezTo>
                      <a:pt x="244" y="4686"/>
                      <a:pt x="672" y="4824"/>
                      <a:pt x="1008" y="5007"/>
                    </a:cubicBezTo>
                    <a:cubicBezTo>
                      <a:pt x="1421" y="5221"/>
                      <a:pt x="1833" y="5404"/>
                      <a:pt x="2306" y="5404"/>
                    </a:cubicBezTo>
                    <a:cubicBezTo>
                      <a:pt x="2306" y="5420"/>
                      <a:pt x="2306" y="5435"/>
                      <a:pt x="2306" y="5450"/>
                    </a:cubicBezTo>
                    <a:cubicBezTo>
                      <a:pt x="2322" y="5633"/>
                      <a:pt x="2352" y="5832"/>
                      <a:pt x="2368" y="6015"/>
                    </a:cubicBezTo>
                    <a:cubicBezTo>
                      <a:pt x="2253" y="6034"/>
                      <a:pt x="2129" y="6043"/>
                      <a:pt x="2000" y="6043"/>
                    </a:cubicBezTo>
                    <a:cubicBezTo>
                      <a:pt x="1297" y="6043"/>
                      <a:pt x="426" y="5778"/>
                      <a:pt x="0" y="5404"/>
                    </a:cubicBezTo>
                    <a:lnTo>
                      <a:pt x="0" y="5404"/>
                    </a:lnTo>
                    <a:cubicBezTo>
                      <a:pt x="351" y="5756"/>
                      <a:pt x="779" y="5908"/>
                      <a:pt x="1268" y="6000"/>
                    </a:cubicBezTo>
                    <a:cubicBezTo>
                      <a:pt x="1546" y="6061"/>
                      <a:pt x="1844" y="6140"/>
                      <a:pt x="2138" y="6140"/>
                    </a:cubicBezTo>
                    <a:cubicBezTo>
                      <a:pt x="2215" y="6140"/>
                      <a:pt x="2292" y="6135"/>
                      <a:pt x="2368" y="6122"/>
                    </a:cubicBezTo>
                    <a:cubicBezTo>
                      <a:pt x="2413" y="6458"/>
                      <a:pt x="2444" y="6809"/>
                      <a:pt x="2474" y="7161"/>
                    </a:cubicBezTo>
                    <a:cubicBezTo>
                      <a:pt x="2138" y="7130"/>
                      <a:pt x="1802" y="7161"/>
                      <a:pt x="1466" y="7115"/>
                    </a:cubicBezTo>
                    <a:cubicBezTo>
                      <a:pt x="962" y="7039"/>
                      <a:pt x="535" y="6809"/>
                      <a:pt x="153" y="6473"/>
                    </a:cubicBezTo>
                    <a:cubicBezTo>
                      <a:pt x="148" y="6465"/>
                      <a:pt x="143" y="6461"/>
                      <a:pt x="137" y="6461"/>
                    </a:cubicBezTo>
                    <a:cubicBezTo>
                      <a:pt x="124" y="6461"/>
                      <a:pt x="111" y="6482"/>
                      <a:pt x="122" y="6504"/>
                    </a:cubicBezTo>
                    <a:cubicBezTo>
                      <a:pt x="810" y="7161"/>
                      <a:pt x="1589" y="7207"/>
                      <a:pt x="2490" y="7298"/>
                    </a:cubicBezTo>
                    <a:cubicBezTo>
                      <a:pt x="2520" y="7588"/>
                      <a:pt x="2551" y="7863"/>
                      <a:pt x="2566" y="8154"/>
                    </a:cubicBezTo>
                    <a:cubicBezTo>
                      <a:pt x="2500" y="8158"/>
                      <a:pt x="2431" y="8160"/>
                      <a:pt x="2360" y="8160"/>
                    </a:cubicBezTo>
                    <a:cubicBezTo>
                      <a:pt x="1671" y="8160"/>
                      <a:pt x="825" y="7954"/>
                      <a:pt x="382" y="7497"/>
                    </a:cubicBezTo>
                    <a:cubicBezTo>
                      <a:pt x="373" y="7491"/>
                      <a:pt x="364" y="7488"/>
                      <a:pt x="355" y="7488"/>
                    </a:cubicBezTo>
                    <a:cubicBezTo>
                      <a:pt x="317" y="7488"/>
                      <a:pt x="284" y="7533"/>
                      <a:pt x="321" y="7558"/>
                    </a:cubicBezTo>
                    <a:cubicBezTo>
                      <a:pt x="626" y="7879"/>
                      <a:pt x="1069" y="8031"/>
                      <a:pt x="1497" y="8123"/>
                    </a:cubicBezTo>
                    <a:cubicBezTo>
                      <a:pt x="1749" y="8173"/>
                      <a:pt x="2095" y="8276"/>
                      <a:pt x="2396" y="8276"/>
                    </a:cubicBezTo>
                    <a:cubicBezTo>
                      <a:pt x="2460" y="8276"/>
                      <a:pt x="2523" y="8271"/>
                      <a:pt x="2581" y="8261"/>
                    </a:cubicBezTo>
                    <a:cubicBezTo>
                      <a:pt x="2581" y="8276"/>
                      <a:pt x="2581" y="8291"/>
                      <a:pt x="2581" y="8291"/>
                    </a:cubicBezTo>
                    <a:cubicBezTo>
                      <a:pt x="2612" y="8703"/>
                      <a:pt x="2643" y="9131"/>
                      <a:pt x="2658" y="9544"/>
                    </a:cubicBezTo>
                    <a:cubicBezTo>
                      <a:pt x="1848" y="9544"/>
                      <a:pt x="1207" y="9101"/>
                      <a:pt x="519" y="8719"/>
                    </a:cubicBezTo>
                    <a:cubicBezTo>
                      <a:pt x="512" y="8714"/>
                      <a:pt x="505" y="8712"/>
                      <a:pt x="498" y="8712"/>
                    </a:cubicBezTo>
                    <a:cubicBezTo>
                      <a:pt x="461" y="8712"/>
                      <a:pt x="435" y="8770"/>
                      <a:pt x="474" y="8795"/>
                    </a:cubicBezTo>
                    <a:cubicBezTo>
                      <a:pt x="1176" y="9208"/>
                      <a:pt x="1818" y="9650"/>
                      <a:pt x="2658" y="9666"/>
                    </a:cubicBezTo>
                    <a:cubicBezTo>
                      <a:pt x="2673" y="10002"/>
                      <a:pt x="2673" y="10338"/>
                      <a:pt x="2673" y="10674"/>
                    </a:cubicBezTo>
                    <a:cubicBezTo>
                      <a:pt x="1986" y="10659"/>
                      <a:pt x="1222" y="10368"/>
                      <a:pt x="672" y="9941"/>
                    </a:cubicBezTo>
                    <a:cubicBezTo>
                      <a:pt x="663" y="9935"/>
                      <a:pt x="655" y="9932"/>
                      <a:pt x="648" y="9932"/>
                    </a:cubicBezTo>
                    <a:cubicBezTo>
                      <a:pt x="617" y="9932"/>
                      <a:pt x="602" y="9977"/>
                      <a:pt x="626" y="10002"/>
                    </a:cubicBezTo>
                    <a:cubicBezTo>
                      <a:pt x="1207" y="10475"/>
                      <a:pt x="1955" y="10750"/>
                      <a:pt x="2673" y="10811"/>
                    </a:cubicBezTo>
                    <a:cubicBezTo>
                      <a:pt x="2673" y="11178"/>
                      <a:pt x="2673" y="11544"/>
                      <a:pt x="2673" y="11896"/>
                    </a:cubicBezTo>
                    <a:cubicBezTo>
                      <a:pt x="2599" y="11904"/>
                      <a:pt x="2526" y="11908"/>
                      <a:pt x="2453" y="11908"/>
                    </a:cubicBezTo>
                    <a:cubicBezTo>
                      <a:pt x="1855" y="11908"/>
                      <a:pt x="1315" y="11636"/>
                      <a:pt x="825" y="11254"/>
                    </a:cubicBezTo>
                    <a:cubicBezTo>
                      <a:pt x="810" y="11254"/>
                      <a:pt x="794" y="11270"/>
                      <a:pt x="810" y="11285"/>
                    </a:cubicBezTo>
                    <a:cubicBezTo>
                      <a:pt x="1248" y="11655"/>
                      <a:pt x="1859" y="12049"/>
                      <a:pt x="2465" y="12049"/>
                    </a:cubicBezTo>
                    <a:cubicBezTo>
                      <a:pt x="2535" y="12049"/>
                      <a:pt x="2604" y="12044"/>
                      <a:pt x="2673" y="12033"/>
                    </a:cubicBezTo>
                    <a:cubicBezTo>
                      <a:pt x="2673" y="12155"/>
                      <a:pt x="2673" y="12262"/>
                      <a:pt x="2673" y="12385"/>
                    </a:cubicBezTo>
                    <a:cubicBezTo>
                      <a:pt x="2673" y="12446"/>
                      <a:pt x="2673" y="12522"/>
                      <a:pt x="2673" y="12598"/>
                    </a:cubicBezTo>
                    <a:cubicBezTo>
                      <a:pt x="2138" y="12568"/>
                      <a:pt x="1619" y="12507"/>
                      <a:pt x="1130" y="12278"/>
                    </a:cubicBezTo>
                    <a:cubicBezTo>
                      <a:pt x="1115" y="12278"/>
                      <a:pt x="1100" y="12293"/>
                      <a:pt x="1115" y="12293"/>
                    </a:cubicBezTo>
                    <a:cubicBezTo>
                      <a:pt x="1604" y="12553"/>
                      <a:pt x="2123" y="12675"/>
                      <a:pt x="2673" y="12705"/>
                    </a:cubicBezTo>
                    <a:cubicBezTo>
                      <a:pt x="2673" y="12919"/>
                      <a:pt x="2658" y="13148"/>
                      <a:pt x="2658" y="13377"/>
                    </a:cubicBezTo>
                    <a:cubicBezTo>
                      <a:pt x="2520" y="13347"/>
                      <a:pt x="2383" y="13316"/>
                      <a:pt x="2230" y="13316"/>
                    </a:cubicBezTo>
                    <a:cubicBezTo>
                      <a:pt x="1970" y="13301"/>
                      <a:pt x="1772" y="13179"/>
                      <a:pt x="1512" y="13102"/>
                    </a:cubicBezTo>
                    <a:cubicBezTo>
                      <a:pt x="1497" y="13102"/>
                      <a:pt x="1482" y="13133"/>
                      <a:pt x="1497" y="13133"/>
                    </a:cubicBezTo>
                    <a:cubicBezTo>
                      <a:pt x="1726" y="13209"/>
                      <a:pt x="1894" y="13347"/>
                      <a:pt x="2138" y="13362"/>
                    </a:cubicBezTo>
                    <a:cubicBezTo>
                      <a:pt x="2306" y="13393"/>
                      <a:pt x="2474" y="13423"/>
                      <a:pt x="2658" y="13454"/>
                    </a:cubicBezTo>
                    <a:cubicBezTo>
                      <a:pt x="2643" y="14370"/>
                      <a:pt x="2673" y="15317"/>
                      <a:pt x="2979" y="16111"/>
                    </a:cubicBezTo>
                    <a:cubicBezTo>
                      <a:pt x="3012" y="16193"/>
                      <a:pt x="3094" y="16232"/>
                      <a:pt x="3175" y="16232"/>
                    </a:cubicBezTo>
                    <a:cubicBezTo>
                      <a:pt x="3276" y="16232"/>
                      <a:pt x="3376" y="16170"/>
                      <a:pt x="3376" y="16050"/>
                    </a:cubicBezTo>
                    <a:cubicBezTo>
                      <a:pt x="3360" y="15424"/>
                      <a:pt x="3192" y="14798"/>
                      <a:pt x="3116" y="14172"/>
                    </a:cubicBezTo>
                    <a:cubicBezTo>
                      <a:pt x="3085" y="14004"/>
                      <a:pt x="3070" y="13851"/>
                      <a:pt x="3055" y="13683"/>
                    </a:cubicBezTo>
                    <a:cubicBezTo>
                      <a:pt x="3345" y="13606"/>
                      <a:pt x="3620" y="13347"/>
                      <a:pt x="3849" y="13164"/>
                    </a:cubicBezTo>
                    <a:cubicBezTo>
                      <a:pt x="4231" y="12812"/>
                      <a:pt x="4491" y="12400"/>
                      <a:pt x="4750" y="11972"/>
                    </a:cubicBezTo>
                    <a:cubicBezTo>
                      <a:pt x="4762" y="11950"/>
                      <a:pt x="4748" y="11936"/>
                      <a:pt x="4734" y="11936"/>
                    </a:cubicBezTo>
                    <a:cubicBezTo>
                      <a:pt x="4729" y="11936"/>
                      <a:pt x="4724" y="11938"/>
                      <a:pt x="4720" y="11942"/>
                    </a:cubicBezTo>
                    <a:cubicBezTo>
                      <a:pt x="4445" y="12323"/>
                      <a:pt x="4155" y="12690"/>
                      <a:pt x="3788" y="12980"/>
                    </a:cubicBezTo>
                    <a:cubicBezTo>
                      <a:pt x="3590" y="13148"/>
                      <a:pt x="3299" y="13408"/>
                      <a:pt x="3024" y="13515"/>
                    </a:cubicBezTo>
                    <a:cubicBezTo>
                      <a:pt x="3009" y="13316"/>
                      <a:pt x="2994" y="13118"/>
                      <a:pt x="2979" y="12919"/>
                    </a:cubicBezTo>
                    <a:cubicBezTo>
                      <a:pt x="3284" y="12797"/>
                      <a:pt x="3513" y="12522"/>
                      <a:pt x="3742" y="12293"/>
                    </a:cubicBezTo>
                    <a:cubicBezTo>
                      <a:pt x="4124" y="11911"/>
                      <a:pt x="4430" y="11468"/>
                      <a:pt x="4735" y="11025"/>
                    </a:cubicBezTo>
                    <a:lnTo>
                      <a:pt x="4735" y="11025"/>
                    </a:lnTo>
                    <a:cubicBezTo>
                      <a:pt x="4231" y="11621"/>
                      <a:pt x="3712" y="12430"/>
                      <a:pt x="2963" y="12766"/>
                    </a:cubicBezTo>
                    <a:cubicBezTo>
                      <a:pt x="2948" y="12522"/>
                      <a:pt x="2933" y="12278"/>
                      <a:pt x="2917" y="12033"/>
                    </a:cubicBezTo>
                    <a:cubicBezTo>
                      <a:pt x="2917" y="12018"/>
                      <a:pt x="2917" y="12003"/>
                      <a:pt x="2917" y="11987"/>
                    </a:cubicBezTo>
                    <a:cubicBezTo>
                      <a:pt x="3758" y="11529"/>
                      <a:pt x="4185" y="10674"/>
                      <a:pt x="4735" y="9925"/>
                    </a:cubicBezTo>
                    <a:cubicBezTo>
                      <a:pt x="4746" y="9915"/>
                      <a:pt x="4741" y="9904"/>
                      <a:pt x="4732" y="9904"/>
                    </a:cubicBezTo>
                    <a:cubicBezTo>
                      <a:pt x="4729" y="9904"/>
                      <a:pt x="4724" y="9906"/>
                      <a:pt x="4720" y="9910"/>
                    </a:cubicBezTo>
                    <a:cubicBezTo>
                      <a:pt x="4170" y="10613"/>
                      <a:pt x="3681" y="11376"/>
                      <a:pt x="2902" y="11835"/>
                    </a:cubicBezTo>
                    <a:cubicBezTo>
                      <a:pt x="2902" y="11483"/>
                      <a:pt x="2887" y="11132"/>
                      <a:pt x="2872" y="10781"/>
                    </a:cubicBezTo>
                    <a:cubicBezTo>
                      <a:pt x="3620" y="10261"/>
                      <a:pt x="4155" y="9620"/>
                      <a:pt x="4552" y="8810"/>
                    </a:cubicBezTo>
                    <a:cubicBezTo>
                      <a:pt x="4552" y="8795"/>
                      <a:pt x="4537" y="8795"/>
                      <a:pt x="4537" y="8795"/>
                    </a:cubicBezTo>
                    <a:cubicBezTo>
                      <a:pt x="4094" y="9559"/>
                      <a:pt x="3528" y="10078"/>
                      <a:pt x="2872" y="10628"/>
                    </a:cubicBezTo>
                    <a:cubicBezTo>
                      <a:pt x="2856" y="10277"/>
                      <a:pt x="2856" y="9910"/>
                      <a:pt x="2841" y="9559"/>
                    </a:cubicBezTo>
                    <a:cubicBezTo>
                      <a:pt x="3147" y="9299"/>
                      <a:pt x="3498" y="9101"/>
                      <a:pt x="3758" y="8795"/>
                    </a:cubicBezTo>
                    <a:cubicBezTo>
                      <a:pt x="4032" y="8490"/>
                      <a:pt x="4246" y="8138"/>
                      <a:pt x="4368" y="7756"/>
                    </a:cubicBezTo>
                    <a:cubicBezTo>
                      <a:pt x="4379" y="7746"/>
                      <a:pt x="4367" y="7735"/>
                      <a:pt x="4354" y="7735"/>
                    </a:cubicBezTo>
                    <a:cubicBezTo>
                      <a:pt x="4348" y="7735"/>
                      <a:pt x="4342" y="7737"/>
                      <a:pt x="4338" y="7741"/>
                    </a:cubicBezTo>
                    <a:cubicBezTo>
                      <a:pt x="4048" y="8520"/>
                      <a:pt x="3406" y="8902"/>
                      <a:pt x="2826" y="9406"/>
                    </a:cubicBezTo>
                    <a:cubicBezTo>
                      <a:pt x="2826" y="9085"/>
                      <a:pt x="2795" y="8749"/>
                      <a:pt x="2780" y="8429"/>
                    </a:cubicBezTo>
                    <a:cubicBezTo>
                      <a:pt x="3406" y="7833"/>
                      <a:pt x="4124" y="7252"/>
                      <a:pt x="4353" y="6367"/>
                    </a:cubicBezTo>
                    <a:cubicBezTo>
                      <a:pt x="4353" y="6351"/>
                      <a:pt x="4338" y="6351"/>
                      <a:pt x="4338" y="6351"/>
                    </a:cubicBezTo>
                    <a:cubicBezTo>
                      <a:pt x="4063" y="7191"/>
                      <a:pt x="3376" y="7695"/>
                      <a:pt x="2765" y="8261"/>
                    </a:cubicBezTo>
                    <a:cubicBezTo>
                      <a:pt x="2749" y="8199"/>
                      <a:pt x="2749" y="8154"/>
                      <a:pt x="2749" y="8093"/>
                    </a:cubicBezTo>
                    <a:cubicBezTo>
                      <a:pt x="2719" y="7787"/>
                      <a:pt x="2688" y="7482"/>
                      <a:pt x="2658" y="7176"/>
                    </a:cubicBezTo>
                    <a:cubicBezTo>
                      <a:pt x="3040" y="6901"/>
                      <a:pt x="3391" y="6565"/>
                      <a:pt x="3712" y="6214"/>
                    </a:cubicBezTo>
                    <a:cubicBezTo>
                      <a:pt x="3926" y="5969"/>
                      <a:pt x="4185" y="5725"/>
                      <a:pt x="4292" y="5389"/>
                    </a:cubicBezTo>
                    <a:cubicBezTo>
                      <a:pt x="4292" y="5380"/>
                      <a:pt x="4282" y="5371"/>
                      <a:pt x="4273" y="5371"/>
                    </a:cubicBezTo>
                    <a:cubicBezTo>
                      <a:pt x="4267" y="5371"/>
                      <a:pt x="4262" y="5376"/>
                      <a:pt x="4262" y="5389"/>
                    </a:cubicBezTo>
                    <a:cubicBezTo>
                      <a:pt x="4002" y="6046"/>
                      <a:pt x="3223" y="6596"/>
                      <a:pt x="2643" y="7054"/>
                    </a:cubicBezTo>
                    <a:cubicBezTo>
                      <a:pt x="2612" y="6748"/>
                      <a:pt x="2581" y="6443"/>
                      <a:pt x="2551" y="6137"/>
                    </a:cubicBezTo>
                    <a:cubicBezTo>
                      <a:pt x="3147" y="5526"/>
                      <a:pt x="3926" y="5068"/>
                      <a:pt x="4170" y="4182"/>
                    </a:cubicBezTo>
                    <a:cubicBezTo>
                      <a:pt x="4179" y="4163"/>
                      <a:pt x="4165" y="4150"/>
                      <a:pt x="4153" y="4150"/>
                    </a:cubicBezTo>
                    <a:cubicBezTo>
                      <a:pt x="4146" y="4150"/>
                      <a:pt x="4139" y="4155"/>
                      <a:pt x="4139" y="4167"/>
                    </a:cubicBezTo>
                    <a:cubicBezTo>
                      <a:pt x="3864" y="4992"/>
                      <a:pt x="3116" y="5420"/>
                      <a:pt x="2536" y="5985"/>
                    </a:cubicBezTo>
                    <a:cubicBezTo>
                      <a:pt x="2520" y="5801"/>
                      <a:pt x="2490" y="5618"/>
                      <a:pt x="2474" y="5420"/>
                    </a:cubicBezTo>
                    <a:cubicBezTo>
                      <a:pt x="3177" y="4946"/>
                      <a:pt x="3910" y="4075"/>
                      <a:pt x="4139" y="3281"/>
                    </a:cubicBezTo>
                    <a:cubicBezTo>
                      <a:pt x="4149" y="3251"/>
                      <a:pt x="4127" y="3228"/>
                      <a:pt x="4106" y="3228"/>
                    </a:cubicBezTo>
                    <a:cubicBezTo>
                      <a:pt x="4095" y="3228"/>
                      <a:pt x="4084" y="3235"/>
                      <a:pt x="4078" y="3251"/>
                    </a:cubicBezTo>
                    <a:cubicBezTo>
                      <a:pt x="3819" y="3968"/>
                      <a:pt x="3147" y="4839"/>
                      <a:pt x="2459" y="5267"/>
                    </a:cubicBezTo>
                    <a:cubicBezTo>
                      <a:pt x="2429" y="4961"/>
                      <a:pt x="2413" y="4656"/>
                      <a:pt x="2383" y="4350"/>
                    </a:cubicBezTo>
                    <a:cubicBezTo>
                      <a:pt x="2383" y="4350"/>
                      <a:pt x="2383" y="4335"/>
                      <a:pt x="2383" y="4320"/>
                    </a:cubicBezTo>
                    <a:cubicBezTo>
                      <a:pt x="2704" y="4137"/>
                      <a:pt x="2994" y="3800"/>
                      <a:pt x="3238" y="3541"/>
                    </a:cubicBezTo>
                    <a:cubicBezTo>
                      <a:pt x="3544" y="3235"/>
                      <a:pt x="3819" y="2884"/>
                      <a:pt x="3956" y="2472"/>
                    </a:cubicBezTo>
                    <a:cubicBezTo>
                      <a:pt x="3966" y="2442"/>
                      <a:pt x="3937" y="2418"/>
                      <a:pt x="3911" y="2418"/>
                    </a:cubicBezTo>
                    <a:cubicBezTo>
                      <a:pt x="3898" y="2418"/>
                      <a:pt x="3885" y="2425"/>
                      <a:pt x="3880" y="2441"/>
                    </a:cubicBezTo>
                    <a:cubicBezTo>
                      <a:pt x="3696" y="3144"/>
                      <a:pt x="2994" y="3755"/>
                      <a:pt x="2368" y="4167"/>
                    </a:cubicBezTo>
                    <a:cubicBezTo>
                      <a:pt x="2368" y="4045"/>
                      <a:pt x="2352" y="3938"/>
                      <a:pt x="2352" y="3831"/>
                    </a:cubicBezTo>
                    <a:cubicBezTo>
                      <a:pt x="2337" y="3663"/>
                      <a:pt x="2337" y="3495"/>
                      <a:pt x="2322" y="3312"/>
                    </a:cubicBezTo>
                    <a:cubicBezTo>
                      <a:pt x="2551" y="3052"/>
                      <a:pt x="2887" y="2884"/>
                      <a:pt x="3101" y="2609"/>
                    </a:cubicBezTo>
                    <a:cubicBezTo>
                      <a:pt x="3299" y="2380"/>
                      <a:pt x="3467" y="2105"/>
                      <a:pt x="3620" y="1845"/>
                    </a:cubicBezTo>
                    <a:cubicBezTo>
                      <a:pt x="3631" y="1823"/>
                      <a:pt x="3610" y="1809"/>
                      <a:pt x="3591" y="1809"/>
                    </a:cubicBezTo>
                    <a:cubicBezTo>
                      <a:pt x="3585" y="1809"/>
                      <a:pt x="3578" y="1811"/>
                      <a:pt x="3574" y="1815"/>
                    </a:cubicBezTo>
                    <a:cubicBezTo>
                      <a:pt x="3360" y="2151"/>
                      <a:pt x="3131" y="2472"/>
                      <a:pt x="2841" y="2747"/>
                    </a:cubicBezTo>
                    <a:cubicBezTo>
                      <a:pt x="2673" y="2899"/>
                      <a:pt x="2474" y="3006"/>
                      <a:pt x="2322" y="3159"/>
                    </a:cubicBezTo>
                    <a:cubicBezTo>
                      <a:pt x="2306" y="2884"/>
                      <a:pt x="2291" y="2609"/>
                      <a:pt x="2276" y="2334"/>
                    </a:cubicBezTo>
                    <a:lnTo>
                      <a:pt x="2306" y="2334"/>
                    </a:lnTo>
                    <a:cubicBezTo>
                      <a:pt x="2322" y="2334"/>
                      <a:pt x="2337" y="2319"/>
                      <a:pt x="2337" y="2304"/>
                    </a:cubicBezTo>
                    <a:cubicBezTo>
                      <a:pt x="2688" y="2120"/>
                      <a:pt x="2902" y="1723"/>
                      <a:pt x="3085" y="1387"/>
                    </a:cubicBezTo>
                    <a:cubicBezTo>
                      <a:pt x="3085" y="1372"/>
                      <a:pt x="3070" y="1372"/>
                      <a:pt x="3070" y="1372"/>
                    </a:cubicBezTo>
                    <a:cubicBezTo>
                      <a:pt x="2872" y="1693"/>
                      <a:pt x="2643" y="2029"/>
                      <a:pt x="2306" y="2227"/>
                    </a:cubicBezTo>
                    <a:lnTo>
                      <a:pt x="2276" y="2227"/>
                    </a:lnTo>
                    <a:cubicBezTo>
                      <a:pt x="2261" y="2013"/>
                      <a:pt x="2245" y="1784"/>
                      <a:pt x="2230" y="1555"/>
                    </a:cubicBezTo>
                    <a:cubicBezTo>
                      <a:pt x="2261" y="1555"/>
                      <a:pt x="2276" y="1525"/>
                      <a:pt x="2261" y="1494"/>
                    </a:cubicBezTo>
                    <a:cubicBezTo>
                      <a:pt x="2429" y="1311"/>
                      <a:pt x="2566" y="1097"/>
                      <a:pt x="2688" y="883"/>
                    </a:cubicBezTo>
                    <a:cubicBezTo>
                      <a:pt x="2699" y="872"/>
                      <a:pt x="2687" y="862"/>
                      <a:pt x="2679" y="862"/>
                    </a:cubicBezTo>
                    <a:cubicBezTo>
                      <a:pt x="2676" y="862"/>
                      <a:pt x="2673" y="863"/>
                      <a:pt x="2673" y="868"/>
                    </a:cubicBezTo>
                    <a:cubicBezTo>
                      <a:pt x="2536" y="1066"/>
                      <a:pt x="2383" y="1234"/>
                      <a:pt x="2215" y="1402"/>
                    </a:cubicBezTo>
                    <a:cubicBezTo>
                      <a:pt x="2169" y="944"/>
                      <a:pt x="2123" y="486"/>
                      <a:pt x="2032" y="28"/>
                    </a:cubicBezTo>
                    <a:cubicBezTo>
                      <a:pt x="2025" y="9"/>
                      <a:pt x="2011" y="0"/>
                      <a:pt x="19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85;p41">
                <a:extLst>
                  <a:ext uri="{FF2B5EF4-FFF2-40B4-BE49-F238E27FC236}">
                    <a16:creationId xmlns:a16="http://schemas.microsoft.com/office/drawing/2014/main" id="{F881BE1B-57F5-EC46-BDC8-9444EBED3A8D}"/>
                  </a:ext>
                </a:extLst>
              </p:cNvPr>
              <p:cNvSpPr/>
              <p:nvPr/>
            </p:nvSpPr>
            <p:spPr>
              <a:xfrm flipH="1">
                <a:off x="824405" y="3581979"/>
                <a:ext cx="288018" cy="366369"/>
              </a:xfrm>
              <a:custGeom>
                <a:avLst/>
                <a:gdLst/>
                <a:ahLst/>
                <a:cxnLst/>
                <a:rect l="l" t="t" r="r" b="b"/>
                <a:pathLst>
                  <a:path w="6569" h="8356" extrusionOk="0">
                    <a:moveTo>
                      <a:pt x="1" y="0"/>
                    </a:moveTo>
                    <a:lnTo>
                      <a:pt x="92" y="1634"/>
                    </a:lnTo>
                    <a:lnTo>
                      <a:pt x="230" y="4170"/>
                    </a:lnTo>
                    <a:lnTo>
                      <a:pt x="459" y="8355"/>
                    </a:lnTo>
                    <a:lnTo>
                      <a:pt x="6110" y="8355"/>
                    </a:lnTo>
                    <a:lnTo>
                      <a:pt x="6340" y="4170"/>
                    </a:lnTo>
                    <a:lnTo>
                      <a:pt x="6477" y="1634"/>
                    </a:lnTo>
                    <a:lnTo>
                      <a:pt x="656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86;p41">
                <a:extLst>
                  <a:ext uri="{FF2B5EF4-FFF2-40B4-BE49-F238E27FC236}">
                    <a16:creationId xmlns:a16="http://schemas.microsoft.com/office/drawing/2014/main" id="{E76B33B2-273D-8030-157B-BC81BEB423A3}"/>
                  </a:ext>
                </a:extLst>
              </p:cNvPr>
              <p:cNvSpPr/>
              <p:nvPr/>
            </p:nvSpPr>
            <p:spPr>
              <a:xfrm flipH="1">
                <a:off x="828395" y="3653622"/>
                <a:ext cx="279994" cy="111191"/>
              </a:xfrm>
              <a:custGeom>
                <a:avLst/>
                <a:gdLst/>
                <a:ahLst/>
                <a:cxnLst/>
                <a:rect l="l" t="t" r="r" b="b"/>
                <a:pathLst>
                  <a:path w="6386" h="2536" extrusionOk="0">
                    <a:moveTo>
                      <a:pt x="0" y="0"/>
                    </a:moveTo>
                    <a:lnTo>
                      <a:pt x="16" y="336"/>
                    </a:lnTo>
                    <a:lnTo>
                      <a:pt x="31" y="672"/>
                    </a:lnTo>
                    <a:lnTo>
                      <a:pt x="138" y="2536"/>
                    </a:lnTo>
                    <a:lnTo>
                      <a:pt x="6248" y="2536"/>
                    </a:lnTo>
                    <a:lnTo>
                      <a:pt x="6339" y="672"/>
                    </a:lnTo>
                    <a:lnTo>
                      <a:pt x="6370" y="336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87;p41">
                <a:extLst>
                  <a:ext uri="{FF2B5EF4-FFF2-40B4-BE49-F238E27FC236}">
                    <a16:creationId xmlns:a16="http://schemas.microsoft.com/office/drawing/2014/main" id="{99D2A45B-4006-9AA1-52BB-085E39FA20AA}"/>
                  </a:ext>
                </a:extLst>
              </p:cNvPr>
              <p:cNvSpPr/>
              <p:nvPr/>
            </p:nvSpPr>
            <p:spPr>
              <a:xfrm flipH="1">
                <a:off x="829096" y="3668354"/>
                <a:ext cx="278635" cy="14776"/>
              </a:xfrm>
              <a:custGeom>
                <a:avLst/>
                <a:gdLst/>
                <a:ahLst/>
                <a:cxnLst/>
                <a:rect l="l" t="t" r="r" b="b"/>
                <a:pathLst>
                  <a:path w="6355" h="337" extrusionOk="0">
                    <a:moveTo>
                      <a:pt x="1" y="0"/>
                    </a:moveTo>
                    <a:lnTo>
                      <a:pt x="16" y="336"/>
                    </a:lnTo>
                    <a:lnTo>
                      <a:pt x="6324" y="336"/>
                    </a:lnTo>
                    <a:lnTo>
                      <a:pt x="6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688;p41">
              <a:extLst>
                <a:ext uri="{FF2B5EF4-FFF2-40B4-BE49-F238E27FC236}">
                  <a16:creationId xmlns:a16="http://schemas.microsoft.com/office/drawing/2014/main" id="{2A11A174-7558-E81E-8620-62EE7FF9BFF5}"/>
                </a:ext>
              </a:extLst>
            </p:cNvPr>
            <p:cNvGrpSpPr/>
            <p:nvPr/>
          </p:nvGrpSpPr>
          <p:grpSpPr>
            <a:xfrm flipH="1">
              <a:off x="0" y="3963164"/>
              <a:ext cx="3706425" cy="178550"/>
              <a:chOff x="5527089" y="4218224"/>
              <a:chExt cx="3706425" cy="178550"/>
            </a:xfrm>
          </p:grpSpPr>
          <p:cxnSp>
            <p:nvCxnSpPr>
              <p:cNvPr id="5" name="Google Shape;689;p41">
                <a:extLst>
                  <a:ext uri="{FF2B5EF4-FFF2-40B4-BE49-F238E27FC236}">
                    <a16:creationId xmlns:a16="http://schemas.microsoft.com/office/drawing/2014/main" id="{A54B093C-73EC-6C49-9639-31775BD3A34F}"/>
                  </a:ext>
                </a:extLst>
              </p:cNvPr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" name="Google Shape;690;p41">
                <a:extLst>
                  <a:ext uri="{FF2B5EF4-FFF2-40B4-BE49-F238E27FC236}">
                    <a16:creationId xmlns:a16="http://schemas.microsoft.com/office/drawing/2014/main" id="{43E21F9E-1F76-829A-F45D-009480FBEA4B}"/>
                  </a:ext>
                </a:extLst>
              </p:cNvPr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73608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4"/>
    </mc:Choice>
    <mc:Fallback xmlns="">
      <p:transition spd="slow" advTm="19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"/>
          <p:cNvSpPr txBox="1">
            <a:spLocks noGrp="1"/>
          </p:cNvSpPr>
          <p:nvPr>
            <p:ph type="title"/>
          </p:nvPr>
        </p:nvSpPr>
        <p:spPr>
          <a:xfrm>
            <a:off x="5301764" y="2046150"/>
            <a:ext cx="4520100" cy="10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±</a:t>
            </a:r>
            <a:r>
              <a:rPr lang="en" dirty="0"/>
              <a:t>50%</a:t>
            </a:r>
            <a:endParaRPr dirty="0"/>
          </a:p>
        </p:txBody>
      </p:sp>
      <p:pic>
        <p:nvPicPr>
          <p:cNvPr id="11" name="Imagem 10" descr="Uma imagem com Gráficos, logótipo, design gráfico, símbolo&#10;&#10;Os conteúdos gerados por IA poderão estar incorretos.">
            <a:extLst>
              <a:ext uri="{FF2B5EF4-FFF2-40B4-BE49-F238E27FC236}">
                <a16:creationId xmlns:a16="http://schemas.microsoft.com/office/drawing/2014/main" id="{00808CE7-152F-89A0-D271-430379705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077171" y="1815751"/>
            <a:ext cx="1335657" cy="1202091"/>
          </a:xfrm>
          <a:prstGeom prst="rect">
            <a:avLst/>
          </a:prstGeom>
        </p:spPr>
      </p:pic>
      <p:pic>
        <p:nvPicPr>
          <p:cNvPr id="6" name="Imagem 5" descr="Uma imagem com captura de ecrã, multimédia, software, Software de multimédia&#10;&#10;Os conteúdos gerados por IA poderão estar incorretos.">
            <a:extLst>
              <a:ext uri="{FF2B5EF4-FFF2-40B4-BE49-F238E27FC236}">
                <a16:creationId xmlns:a16="http://schemas.microsoft.com/office/drawing/2014/main" id="{6D11761F-E706-8E87-A284-FE9BE7AC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62" y="1925514"/>
            <a:ext cx="3067290" cy="1899129"/>
          </a:xfrm>
          <a:prstGeom prst="rect">
            <a:avLst/>
          </a:prstGeom>
        </p:spPr>
      </p:pic>
      <p:pic>
        <p:nvPicPr>
          <p:cNvPr id="7" name="Imagem 6" descr="Uma imagem com relógio, círculo, Relógio de parede&#10;&#10;Os conteúdos gerados por IA poderão estar incorretos.">
            <a:extLst>
              <a:ext uri="{FF2B5EF4-FFF2-40B4-BE49-F238E27FC236}">
                <a16:creationId xmlns:a16="http://schemas.microsoft.com/office/drawing/2014/main" id="{53E96AC6-54E3-0C78-59F3-28888200B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541" y="1550379"/>
            <a:ext cx="880014" cy="991541"/>
          </a:xfrm>
          <a:prstGeom prst="rect">
            <a:avLst/>
          </a:prstGeom>
        </p:spPr>
      </p:pic>
      <p:sp>
        <p:nvSpPr>
          <p:cNvPr id="3" name="Google Shape;695;p42">
            <a:extLst>
              <a:ext uri="{FF2B5EF4-FFF2-40B4-BE49-F238E27FC236}">
                <a16:creationId xmlns:a16="http://schemas.microsoft.com/office/drawing/2014/main" id="{9054EFF5-1F50-84EF-FF22-0BEC053AD265}"/>
              </a:ext>
            </a:extLst>
          </p:cNvPr>
          <p:cNvSpPr txBox="1">
            <a:spLocks/>
          </p:cNvSpPr>
          <p:nvPr/>
        </p:nvSpPr>
        <p:spPr>
          <a:xfrm>
            <a:off x="-345414" y="267656"/>
            <a:ext cx="5758242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1. Contexto e Motivação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609"/>
    </mc:Choice>
    <mc:Fallback xmlns="">
      <p:transition spd="slow" advTm="3260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91;p41">
            <a:extLst>
              <a:ext uri="{FF2B5EF4-FFF2-40B4-BE49-F238E27FC236}">
                <a16:creationId xmlns:a16="http://schemas.microsoft.com/office/drawing/2014/main" id="{3D86AF6C-B974-1924-0B82-9CAF6D4A31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9821" y="3380820"/>
            <a:ext cx="2684452" cy="7846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 dirty="0"/>
              <a:t>±2</a:t>
            </a:r>
            <a:r>
              <a:rPr lang="en" sz="3000" dirty="0"/>
              <a:t>5-30%</a:t>
            </a:r>
            <a:endParaRPr sz="3000" dirty="0"/>
          </a:p>
        </p:txBody>
      </p:sp>
      <p:pic>
        <p:nvPicPr>
          <p:cNvPr id="6" name="Imagem 5" descr="Uma imagem com Gráficos, captura de ecrã, símbolo, Saturação de cores&#10;&#10;Os conteúdos gerados por IA poderão estar incorretos.">
            <a:extLst>
              <a:ext uri="{FF2B5EF4-FFF2-40B4-BE49-F238E27FC236}">
                <a16:creationId xmlns:a16="http://schemas.microsoft.com/office/drawing/2014/main" id="{4A8E1127-6630-E699-35AB-87DFBF573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040755" y="3495747"/>
            <a:ext cx="762107" cy="762107"/>
          </a:xfrm>
          <a:prstGeom prst="rect">
            <a:avLst/>
          </a:prstGeom>
        </p:spPr>
      </p:pic>
      <p:sp>
        <p:nvSpPr>
          <p:cNvPr id="7" name="Google Shape;591;p41">
            <a:extLst>
              <a:ext uri="{FF2B5EF4-FFF2-40B4-BE49-F238E27FC236}">
                <a16:creationId xmlns:a16="http://schemas.microsoft.com/office/drawing/2014/main" id="{71240F38-F6AB-49AD-55DD-D90E4822518B}"/>
              </a:ext>
            </a:extLst>
          </p:cNvPr>
          <p:cNvSpPr txBox="1">
            <a:spLocks/>
          </p:cNvSpPr>
          <p:nvPr/>
        </p:nvSpPr>
        <p:spPr>
          <a:xfrm>
            <a:off x="5918036" y="3395321"/>
            <a:ext cx="2684452" cy="78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pt-PT" sz="3000" dirty="0"/>
              <a:t>±35-40%</a:t>
            </a:r>
          </a:p>
        </p:txBody>
      </p:sp>
      <p:pic>
        <p:nvPicPr>
          <p:cNvPr id="8" name="Imagem 7" descr="Uma imagem com relógio, círculo, Relógio de parede&#10;&#10;Os conteúdos gerados por IA poderão estar incorretos.">
            <a:extLst>
              <a:ext uri="{FF2B5EF4-FFF2-40B4-BE49-F238E27FC236}">
                <a16:creationId xmlns:a16="http://schemas.microsoft.com/office/drawing/2014/main" id="{1812C25B-E6A9-39C2-DE2F-1AF3AAA7F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19" y="1273323"/>
            <a:ext cx="1866953" cy="210355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0A29A44-943F-0252-4059-96D3FEEF6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728" y="1269064"/>
            <a:ext cx="2226684" cy="2226684"/>
          </a:xfrm>
          <a:prstGeom prst="rect">
            <a:avLst/>
          </a:prstGeom>
        </p:spPr>
      </p:pic>
      <p:pic>
        <p:nvPicPr>
          <p:cNvPr id="2" name="Imagem 1" descr="Uma imagem com Gráficos, captura de ecrã, símbolo, Saturação de cores&#10;&#10;Os conteúdos gerados por IA poderão estar incorretos.">
            <a:extLst>
              <a:ext uri="{FF2B5EF4-FFF2-40B4-BE49-F238E27FC236}">
                <a16:creationId xmlns:a16="http://schemas.microsoft.com/office/drawing/2014/main" id="{CE3F7B8D-8FCF-C70E-294E-CC1DD3CB3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28500" y="3495747"/>
            <a:ext cx="762107" cy="762107"/>
          </a:xfrm>
          <a:prstGeom prst="rect">
            <a:avLst/>
          </a:prstGeom>
        </p:spPr>
      </p:pic>
      <p:sp>
        <p:nvSpPr>
          <p:cNvPr id="3" name="Google Shape;695;p42">
            <a:extLst>
              <a:ext uri="{FF2B5EF4-FFF2-40B4-BE49-F238E27FC236}">
                <a16:creationId xmlns:a16="http://schemas.microsoft.com/office/drawing/2014/main" id="{AEB445C1-182E-92E4-7E29-B58EF25DC6DF}"/>
              </a:ext>
            </a:extLst>
          </p:cNvPr>
          <p:cNvSpPr txBox="1">
            <a:spLocks/>
          </p:cNvSpPr>
          <p:nvPr/>
        </p:nvSpPr>
        <p:spPr>
          <a:xfrm>
            <a:off x="-345414" y="267656"/>
            <a:ext cx="5758242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1. Contexto e Motivação</a:t>
            </a:r>
          </a:p>
        </p:txBody>
      </p:sp>
    </p:spTree>
    <p:extLst>
      <p:ext uri="{BB962C8B-B14F-4D97-AF65-F5344CB8AC3E}">
        <p14:creationId xmlns:p14="http://schemas.microsoft.com/office/powerpoint/2010/main" val="144999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30"/>
    </mc:Choice>
    <mc:Fallback xmlns="">
      <p:transition spd="slow" advTm="211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6781-6FD9-5765-DDD8-5CE2080E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5;p42">
            <a:extLst>
              <a:ext uri="{FF2B5EF4-FFF2-40B4-BE49-F238E27FC236}">
                <a16:creationId xmlns:a16="http://schemas.microsoft.com/office/drawing/2014/main" id="{B2973EF4-DD2A-CB73-5A31-4BDFB5B0F859}"/>
              </a:ext>
            </a:extLst>
          </p:cNvPr>
          <p:cNvSpPr txBox="1">
            <a:spLocks/>
          </p:cNvSpPr>
          <p:nvPr/>
        </p:nvSpPr>
        <p:spPr>
          <a:xfrm>
            <a:off x="-345414" y="267656"/>
            <a:ext cx="5758242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1. Contexto e Motivação</a:t>
            </a:r>
          </a:p>
        </p:txBody>
      </p:sp>
      <p:pic>
        <p:nvPicPr>
          <p:cNvPr id="10" name="Imagem 9" descr="Uma imagem com texto, captura de ecrã, diagrama, círculo&#10;&#10;Os conteúdos gerados por IA poderão estar incorretos.">
            <a:extLst>
              <a:ext uri="{FF2B5EF4-FFF2-40B4-BE49-F238E27FC236}">
                <a16:creationId xmlns:a16="http://schemas.microsoft.com/office/drawing/2014/main" id="{4D4B651A-A65C-3A20-3E19-C3FC1D90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9" t="1935" r="25447" b="1741"/>
          <a:stretch/>
        </p:blipFill>
        <p:spPr>
          <a:xfrm>
            <a:off x="1211884" y="1101777"/>
            <a:ext cx="4929125" cy="360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9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95;p42">
            <a:extLst>
              <a:ext uri="{FF2B5EF4-FFF2-40B4-BE49-F238E27FC236}">
                <a16:creationId xmlns:a16="http://schemas.microsoft.com/office/drawing/2014/main" id="{D1CE3631-7700-5F5B-4113-BCCD474804A5}"/>
              </a:ext>
            </a:extLst>
          </p:cNvPr>
          <p:cNvSpPr txBox="1">
            <a:spLocks/>
          </p:cNvSpPr>
          <p:nvPr/>
        </p:nvSpPr>
        <p:spPr>
          <a:xfrm>
            <a:off x="-345414" y="267656"/>
            <a:ext cx="5758242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1. Contexto e Motivação</a:t>
            </a:r>
          </a:p>
        </p:txBody>
      </p:sp>
      <p:pic>
        <p:nvPicPr>
          <p:cNvPr id="5" name="Imagem 4" descr="Uma imagem com captura de ecrã, Saturação de cores, Gráficos, círculo&#10;&#10;Os conteúdos gerados por IA poderão estar incorretos.">
            <a:extLst>
              <a:ext uri="{FF2B5EF4-FFF2-40B4-BE49-F238E27FC236}">
                <a16:creationId xmlns:a16="http://schemas.microsoft.com/office/drawing/2014/main" id="{39BE1869-8A46-7E4F-AF99-E9173629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0" y="2314522"/>
            <a:ext cx="918693" cy="918693"/>
          </a:xfrm>
          <a:prstGeom prst="rect">
            <a:avLst/>
          </a:prstGeom>
        </p:spPr>
      </p:pic>
      <p:pic>
        <p:nvPicPr>
          <p:cNvPr id="7" name="Imagem 6" descr="Uma imagem com amarelo, laranja, triângulo, design&#10;&#10;Os conteúdos gerados por IA poderão estar incorretos.">
            <a:extLst>
              <a:ext uri="{FF2B5EF4-FFF2-40B4-BE49-F238E27FC236}">
                <a16:creationId xmlns:a16="http://schemas.microsoft.com/office/drawing/2014/main" id="{BE980EF5-341E-413F-23CA-E262169A0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342" y="2398234"/>
            <a:ext cx="848158" cy="848158"/>
          </a:xfrm>
          <a:prstGeom prst="rect">
            <a:avLst/>
          </a:prstGeom>
        </p:spPr>
      </p:pic>
      <p:pic>
        <p:nvPicPr>
          <p:cNvPr id="17" name="Imagem 16" descr="Uma imagem com captura de ecrã, Gráficos, Tipo de letra, texto&#10;&#10;Os conteúdos gerados por IA poderão estar incorretos.">
            <a:extLst>
              <a:ext uri="{FF2B5EF4-FFF2-40B4-BE49-F238E27FC236}">
                <a16:creationId xmlns:a16="http://schemas.microsoft.com/office/drawing/2014/main" id="{78AB8D49-5B96-E559-CB39-D62D0C141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7381" y="3192295"/>
            <a:ext cx="1338080" cy="1338080"/>
          </a:xfrm>
          <a:prstGeom prst="rect">
            <a:avLst/>
          </a:prstGeom>
        </p:spPr>
      </p:pic>
      <p:pic>
        <p:nvPicPr>
          <p:cNvPr id="21" name="Imagem 20" descr="Uma imagem com Gráficos, Tipo de letra, design gráfico, design&#10;&#10;Os conteúdos gerados por IA poderão estar incorretos.">
            <a:extLst>
              <a:ext uri="{FF2B5EF4-FFF2-40B4-BE49-F238E27FC236}">
                <a16:creationId xmlns:a16="http://schemas.microsoft.com/office/drawing/2014/main" id="{4D760BAA-F449-CDD0-8B2D-9EC23F410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637" y="3652602"/>
            <a:ext cx="848158" cy="586835"/>
          </a:xfrm>
          <a:prstGeom prst="rect">
            <a:avLst/>
          </a:prstGeom>
        </p:spPr>
      </p:pic>
      <p:pic>
        <p:nvPicPr>
          <p:cNvPr id="22" name="Imagem 21" descr="Uma imagem com Gráficos, Saturação de cores, design gráfic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AD533E5F-FEE0-F768-2D14-515BA11371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0672" y="2439555"/>
            <a:ext cx="857346" cy="743033"/>
          </a:xfrm>
          <a:prstGeom prst="rect">
            <a:avLst/>
          </a:prstGeom>
        </p:spPr>
      </p:pic>
      <p:pic>
        <p:nvPicPr>
          <p:cNvPr id="26" name="Imagem 25" descr="Uma imagem com Gráficos, círculo, símbolo, arte&#10;&#10;Os conteúdos gerados por IA poderão estar incorretos.">
            <a:extLst>
              <a:ext uri="{FF2B5EF4-FFF2-40B4-BE49-F238E27FC236}">
                <a16:creationId xmlns:a16="http://schemas.microsoft.com/office/drawing/2014/main" id="{D1B0EB29-0163-25E5-64F0-1E52D4A68D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142" y="2390627"/>
            <a:ext cx="954417" cy="849431"/>
          </a:xfrm>
          <a:prstGeom prst="rect">
            <a:avLst/>
          </a:prstGeom>
        </p:spPr>
      </p:pic>
      <p:pic>
        <p:nvPicPr>
          <p:cNvPr id="28" name="Imagem 27" descr="Uma imagem com símbolo, Gráficos&#10;&#10;Os conteúdos gerados por IA poderão estar incorretos.">
            <a:extLst>
              <a:ext uri="{FF2B5EF4-FFF2-40B4-BE49-F238E27FC236}">
                <a16:creationId xmlns:a16="http://schemas.microsoft.com/office/drawing/2014/main" id="{88688DD6-A402-C06F-0541-7A3850AB1E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7522" y="3348271"/>
            <a:ext cx="1003646" cy="1003646"/>
          </a:xfrm>
          <a:prstGeom prst="rect">
            <a:avLst/>
          </a:prstGeom>
        </p:spPr>
      </p:pic>
      <p:pic>
        <p:nvPicPr>
          <p:cNvPr id="30" name="Imagem 29" descr="Uma imagem com Gráficos, Tipo de letra, logótipo, símbolo&#10;&#10;Os conteúdos gerados por IA poderão estar incorretos.">
            <a:extLst>
              <a:ext uri="{FF2B5EF4-FFF2-40B4-BE49-F238E27FC236}">
                <a16:creationId xmlns:a16="http://schemas.microsoft.com/office/drawing/2014/main" id="{2AFE297A-9698-56AA-9E39-75416B2A05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417" y="3453787"/>
            <a:ext cx="676316" cy="813834"/>
          </a:xfrm>
          <a:prstGeom prst="rect">
            <a:avLst/>
          </a:prstGeom>
        </p:spPr>
      </p:pic>
      <p:sp>
        <p:nvSpPr>
          <p:cNvPr id="31" name="Google Shape;695;p42">
            <a:extLst>
              <a:ext uri="{FF2B5EF4-FFF2-40B4-BE49-F238E27FC236}">
                <a16:creationId xmlns:a16="http://schemas.microsoft.com/office/drawing/2014/main" id="{63BF60AC-9786-B3CE-3E95-2B2EBBEE56A3}"/>
              </a:ext>
            </a:extLst>
          </p:cNvPr>
          <p:cNvSpPr txBox="1">
            <a:spLocks/>
          </p:cNvSpPr>
          <p:nvPr/>
        </p:nvSpPr>
        <p:spPr>
          <a:xfrm>
            <a:off x="4693910" y="1466257"/>
            <a:ext cx="3811173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1400" dirty="0" err="1"/>
              <a:t>Frameworks</a:t>
            </a:r>
            <a:r>
              <a:rPr lang="pt-PT" sz="1400" dirty="0"/>
              <a:t> de </a:t>
            </a:r>
            <a:r>
              <a:rPr lang="pt-PT" sz="1400" dirty="0" err="1"/>
              <a:t>Frontend</a:t>
            </a:r>
            <a:endParaRPr lang="pt-PT" sz="1400" dirty="0"/>
          </a:p>
        </p:txBody>
      </p:sp>
      <p:sp>
        <p:nvSpPr>
          <p:cNvPr id="32" name="Google Shape;695;p42">
            <a:extLst>
              <a:ext uri="{FF2B5EF4-FFF2-40B4-BE49-F238E27FC236}">
                <a16:creationId xmlns:a16="http://schemas.microsoft.com/office/drawing/2014/main" id="{6AF4EBCC-EF02-A46F-A991-E6F1E5347E7F}"/>
              </a:ext>
            </a:extLst>
          </p:cNvPr>
          <p:cNvSpPr txBox="1">
            <a:spLocks/>
          </p:cNvSpPr>
          <p:nvPr/>
        </p:nvSpPr>
        <p:spPr>
          <a:xfrm>
            <a:off x="508700" y="1458761"/>
            <a:ext cx="3811173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1400" dirty="0"/>
              <a:t>Ferramentas de Prototipagem</a:t>
            </a:r>
          </a:p>
        </p:txBody>
      </p:sp>
    </p:spTree>
    <p:extLst>
      <p:ext uri="{BB962C8B-B14F-4D97-AF65-F5344CB8AC3E}">
        <p14:creationId xmlns:p14="http://schemas.microsoft.com/office/powerpoint/2010/main" val="2148356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D591E424-579F-9B52-FF3E-4AE8141F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CA7F2342-7304-ED94-6249-DABC13803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79430" y="1174703"/>
            <a:ext cx="5197676" cy="27940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Soluções existentes</a:t>
            </a:r>
            <a:br>
              <a:rPr lang="en" sz="4000" dirty="0"/>
            </a:br>
            <a:r>
              <a:rPr lang="en" sz="4000" dirty="0"/>
              <a:t>e</a:t>
            </a:r>
            <a:br>
              <a:rPr lang="en" sz="4000" dirty="0"/>
            </a:br>
            <a:r>
              <a:rPr lang="en" sz="4000" dirty="0"/>
              <a:t>Limitações</a:t>
            </a:r>
            <a:endParaRPr sz="4000" dirty="0"/>
          </a:p>
        </p:txBody>
      </p:sp>
      <p:grpSp>
        <p:nvGrpSpPr>
          <p:cNvPr id="2" name="Google Shape;593;p41">
            <a:extLst>
              <a:ext uri="{FF2B5EF4-FFF2-40B4-BE49-F238E27FC236}">
                <a16:creationId xmlns:a16="http://schemas.microsoft.com/office/drawing/2014/main" id="{B36D6262-8E3B-8D90-09AE-D317237DACD2}"/>
              </a:ext>
            </a:extLst>
          </p:cNvPr>
          <p:cNvGrpSpPr/>
          <p:nvPr/>
        </p:nvGrpSpPr>
        <p:grpSpPr>
          <a:xfrm>
            <a:off x="5432167" y="1799186"/>
            <a:ext cx="3706425" cy="2961301"/>
            <a:chOff x="0" y="1180413"/>
            <a:chExt cx="3706425" cy="2961301"/>
          </a:xfrm>
        </p:grpSpPr>
        <p:grpSp>
          <p:nvGrpSpPr>
            <p:cNvPr id="3" name="Google Shape;594;p41">
              <a:extLst>
                <a:ext uri="{FF2B5EF4-FFF2-40B4-BE49-F238E27FC236}">
                  <a16:creationId xmlns:a16="http://schemas.microsoft.com/office/drawing/2014/main" id="{D7F17864-DA98-1EF6-FD34-F8D46A8263A3}"/>
                </a:ext>
              </a:extLst>
            </p:cNvPr>
            <p:cNvGrpSpPr/>
            <p:nvPr/>
          </p:nvGrpSpPr>
          <p:grpSpPr>
            <a:xfrm>
              <a:off x="713214" y="1180413"/>
              <a:ext cx="2582427" cy="2782667"/>
              <a:chOff x="713214" y="1180413"/>
              <a:chExt cx="2582427" cy="2782667"/>
            </a:xfrm>
          </p:grpSpPr>
          <p:sp>
            <p:nvSpPr>
              <p:cNvPr id="7" name="Google Shape;595;p41">
                <a:extLst>
                  <a:ext uri="{FF2B5EF4-FFF2-40B4-BE49-F238E27FC236}">
                    <a16:creationId xmlns:a16="http://schemas.microsoft.com/office/drawing/2014/main" id="{7FB82717-1CD1-2756-94A5-B11B9E8B88D6}"/>
                  </a:ext>
                </a:extLst>
              </p:cNvPr>
              <p:cNvSpPr/>
              <p:nvPr/>
            </p:nvSpPr>
            <p:spPr>
              <a:xfrm>
                <a:off x="2478589" y="1342508"/>
                <a:ext cx="817052" cy="762158"/>
              </a:xfrm>
              <a:custGeom>
                <a:avLst/>
                <a:gdLst/>
                <a:ahLst/>
                <a:cxnLst/>
                <a:rect l="l" t="t" r="r" b="b"/>
                <a:pathLst>
                  <a:path w="18635" h="17383" extrusionOk="0">
                    <a:moveTo>
                      <a:pt x="0" y="0"/>
                    </a:moveTo>
                    <a:lnTo>
                      <a:pt x="0" y="17382"/>
                    </a:lnTo>
                    <a:lnTo>
                      <a:pt x="18635" y="17382"/>
                    </a:lnTo>
                    <a:lnTo>
                      <a:pt x="186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96;p41">
                <a:extLst>
                  <a:ext uri="{FF2B5EF4-FFF2-40B4-BE49-F238E27FC236}">
                    <a16:creationId xmlns:a16="http://schemas.microsoft.com/office/drawing/2014/main" id="{AF3F53BA-087A-2F86-BF04-01926DB29595}"/>
                  </a:ext>
                </a:extLst>
              </p:cNvPr>
              <p:cNvSpPr/>
              <p:nvPr/>
            </p:nvSpPr>
            <p:spPr>
              <a:xfrm>
                <a:off x="2478589" y="1342508"/>
                <a:ext cx="817052" cy="80412"/>
              </a:xfrm>
              <a:custGeom>
                <a:avLst/>
                <a:gdLst/>
                <a:ahLst/>
                <a:cxnLst/>
                <a:rect l="l" t="t" r="r" b="b"/>
                <a:pathLst>
                  <a:path w="18635" h="1834" extrusionOk="0">
                    <a:moveTo>
                      <a:pt x="0" y="0"/>
                    </a:moveTo>
                    <a:lnTo>
                      <a:pt x="0" y="1833"/>
                    </a:lnTo>
                    <a:lnTo>
                      <a:pt x="18635" y="1833"/>
                    </a:lnTo>
                    <a:lnTo>
                      <a:pt x="186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97;p41">
                <a:extLst>
                  <a:ext uri="{FF2B5EF4-FFF2-40B4-BE49-F238E27FC236}">
                    <a16:creationId xmlns:a16="http://schemas.microsoft.com/office/drawing/2014/main" id="{E5018A25-14C1-0796-5DAC-060921929BFA}"/>
                  </a:ext>
                </a:extLst>
              </p:cNvPr>
              <p:cNvSpPr/>
              <p:nvPr/>
            </p:nvSpPr>
            <p:spPr>
              <a:xfrm>
                <a:off x="3089350" y="1368596"/>
                <a:ext cx="29508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89" extrusionOk="0">
                    <a:moveTo>
                      <a:pt x="336" y="1"/>
                    </a:moveTo>
                    <a:cubicBezTo>
                      <a:pt x="153" y="1"/>
                      <a:pt x="0" y="154"/>
                      <a:pt x="0" y="352"/>
                    </a:cubicBezTo>
                    <a:cubicBezTo>
                      <a:pt x="0" y="536"/>
                      <a:pt x="153" y="688"/>
                      <a:pt x="336" y="688"/>
                    </a:cubicBezTo>
                    <a:cubicBezTo>
                      <a:pt x="520" y="688"/>
                      <a:pt x="672" y="536"/>
                      <a:pt x="672" y="352"/>
                    </a:cubicBezTo>
                    <a:cubicBezTo>
                      <a:pt x="672" y="154"/>
                      <a:pt x="520" y="1"/>
                      <a:pt x="3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98;p41">
                <a:extLst>
                  <a:ext uri="{FF2B5EF4-FFF2-40B4-BE49-F238E27FC236}">
                    <a16:creationId xmlns:a16="http://schemas.microsoft.com/office/drawing/2014/main" id="{EED0429E-C40B-DBED-7536-BD78DD9466DE}"/>
                  </a:ext>
                </a:extLst>
              </p:cNvPr>
              <p:cNvSpPr/>
              <p:nvPr/>
            </p:nvSpPr>
            <p:spPr>
              <a:xfrm>
                <a:off x="3150952" y="1368596"/>
                <a:ext cx="29508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89" extrusionOk="0">
                    <a:moveTo>
                      <a:pt x="337" y="1"/>
                    </a:moveTo>
                    <a:cubicBezTo>
                      <a:pt x="153" y="1"/>
                      <a:pt x="1" y="154"/>
                      <a:pt x="1" y="352"/>
                    </a:cubicBezTo>
                    <a:cubicBezTo>
                      <a:pt x="1" y="536"/>
                      <a:pt x="153" y="688"/>
                      <a:pt x="337" y="688"/>
                    </a:cubicBezTo>
                    <a:cubicBezTo>
                      <a:pt x="520" y="688"/>
                      <a:pt x="673" y="536"/>
                      <a:pt x="673" y="352"/>
                    </a:cubicBezTo>
                    <a:cubicBezTo>
                      <a:pt x="673" y="154"/>
                      <a:pt x="520" y="16"/>
                      <a:pt x="3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99;p41">
                <a:extLst>
                  <a:ext uri="{FF2B5EF4-FFF2-40B4-BE49-F238E27FC236}">
                    <a16:creationId xmlns:a16="http://schemas.microsoft.com/office/drawing/2014/main" id="{AB2D0578-C503-BF06-BB4B-7341FB37B73D}"/>
                  </a:ext>
                </a:extLst>
              </p:cNvPr>
              <p:cNvSpPr/>
              <p:nvPr/>
            </p:nvSpPr>
            <p:spPr>
              <a:xfrm>
                <a:off x="3208564" y="1370613"/>
                <a:ext cx="29508" cy="29508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73" extrusionOk="0">
                    <a:moveTo>
                      <a:pt x="336" y="1"/>
                    </a:moveTo>
                    <a:cubicBezTo>
                      <a:pt x="138" y="1"/>
                      <a:pt x="0" y="153"/>
                      <a:pt x="0" y="337"/>
                    </a:cubicBezTo>
                    <a:cubicBezTo>
                      <a:pt x="0" y="520"/>
                      <a:pt x="138" y="673"/>
                      <a:pt x="336" y="673"/>
                    </a:cubicBezTo>
                    <a:cubicBezTo>
                      <a:pt x="519" y="673"/>
                      <a:pt x="672" y="520"/>
                      <a:pt x="672" y="337"/>
                    </a:cubicBezTo>
                    <a:cubicBezTo>
                      <a:pt x="672" y="153"/>
                      <a:pt x="519" y="1"/>
                      <a:pt x="3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00;p41">
                <a:extLst>
                  <a:ext uri="{FF2B5EF4-FFF2-40B4-BE49-F238E27FC236}">
                    <a16:creationId xmlns:a16="http://schemas.microsoft.com/office/drawing/2014/main" id="{A40C4E74-0CDD-A55B-0FF9-86580F8F33E0}"/>
                  </a:ext>
                </a:extLst>
              </p:cNvPr>
              <p:cNvSpPr/>
              <p:nvPr/>
            </p:nvSpPr>
            <p:spPr>
              <a:xfrm>
                <a:off x="2623891" y="1497851"/>
                <a:ext cx="115926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643" y="230"/>
                    </a:lnTo>
                    <a:lnTo>
                      <a:pt x="26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01;p41">
                <a:extLst>
                  <a:ext uri="{FF2B5EF4-FFF2-40B4-BE49-F238E27FC236}">
                    <a16:creationId xmlns:a16="http://schemas.microsoft.com/office/drawing/2014/main" id="{1E988C0C-A89D-B548-3E9F-F79AAA1DF293}"/>
                  </a:ext>
                </a:extLst>
              </p:cNvPr>
              <p:cNvSpPr/>
              <p:nvPr/>
            </p:nvSpPr>
            <p:spPr>
              <a:xfrm>
                <a:off x="2759854" y="1497851"/>
                <a:ext cx="115882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643" y="230"/>
                    </a:lnTo>
                    <a:lnTo>
                      <a:pt x="26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02;p41">
                <a:extLst>
                  <a:ext uri="{FF2B5EF4-FFF2-40B4-BE49-F238E27FC236}">
                    <a16:creationId xmlns:a16="http://schemas.microsoft.com/office/drawing/2014/main" id="{9B7A4466-CF94-452C-A405-5C77A1B6C45F}"/>
                  </a:ext>
                </a:extLst>
              </p:cNvPr>
              <p:cNvSpPr/>
              <p:nvPr/>
            </p:nvSpPr>
            <p:spPr>
              <a:xfrm>
                <a:off x="2659406" y="1550772"/>
                <a:ext cx="179501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4094" h="215" extrusionOk="0">
                    <a:moveTo>
                      <a:pt x="0" y="0"/>
                    </a:moveTo>
                    <a:lnTo>
                      <a:pt x="0" y="214"/>
                    </a:lnTo>
                    <a:lnTo>
                      <a:pt x="4094" y="214"/>
                    </a:lnTo>
                    <a:lnTo>
                      <a:pt x="40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03;p41">
                <a:extLst>
                  <a:ext uri="{FF2B5EF4-FFF2-40B4-BE49-F238E27FC236}">
                    <a16:creationId xmlns:a16="http://schemas.microsoft.com/office/drawing/2014/main" id="{3C463038-D236-FBF6-0C8C-A3C44A0E9C3F}"/>
                  </a:ext>
                </a:extLst>
              </p:cNvPr>
              <p:cNvSpPr/>
              <p:nvPr/>
            </p:nvSpPr>
            <p:spPr>
              <a:xfrm>
                <a:off x="2869029" y="1550772"/>
                <a:ext cx="9111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15" extrusionOk="0">
                    <a:moveTo>
                      <a:pt x="0" y="0"/>
                    </a:moveTo>
                    <a:lnTo>
                      <a:pt x="0" y="214"/>
                    </a:lnTo>
                    <a:lnTo>
                      <a:pt x="2077" y="214"/>
                    </a:lnTo>
                    <a:lnTo>
                      <a:pt x="20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04;p41">
                <a:extLst>
                  <a:ext uri="{FF2B5EF4-FFF2-40B4-BE49-F238E27FC236}">
                    <a16:creationId xmlns:a16="http://schemas.microsoft.com/office/drawing/2014/main" id="{B07D93BA-3E8B-1159-8F67-1C659ABB0CBC}"/>
                  </a:ext>
                </a:extLst>
              </p:cNvPr>
              <p:cNvSpPr/>
              <p:nvPr/>
            </p:nvSpPr>
            <p:spPr>
              <a:xfrm>
                <a:off x="2721665" y="1602991"/>
                <a:ext cx="79096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1803" y="215"/>
                    </a:lnTo>
                    <a:lnTo>
                      <a:pt x="18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05;p41">
                <a:extLst>
                  <a:ext uri="{FF2B5EF4-FFF2-40B4-BE49-F238E27FC236}">
                    <a16:creationId xmlns:a16="http://schemas.microsoft.com/office/drawing/2014/main" id="{86BF0217-0E95-A9E9-A5FC-FE576C6EB75E}"/>
                  </a:ext>
                </a:extLst>
              </p:cNvPr>
              <p:cNvSpPr/>
              <p:nvPr/>
            </p:nvSpPr>
            <p:spPr>
              <a:xfrm>
                <a:off x="2846229" y="1602991"/>
                <a:ext cx="261229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5958" y="215"/>
                    </a:lnTo>
                    <a:lnTo>
                      <a:pt x="59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06;p41">
                <a:extLst>
                  <a:ext uri="{FF2B5EF4-FFF2-40B4-BE49-F238E27FC236}">
                    <a16:creationId xmlns:a16="http://schemas.microsoft.com/office/drawing/2014/main" id="{2115C583-AB8C-322F-E51B-4942517CA53B}"/>
                  </a:ext>
                </a:extLst>
              </p:cNvPr>
              <p:cNvSpPr/>
              <p:nvPr/>
            </p:nvSpPr>
            <p:spPr>
              <a:xfrm>
                <a:off x="2783268" y="1655255"/>
                <a:ext cx="29876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6814" h="215" extrusionOk="0">
                    <a:moveTo>
                      <a:pt x="1" y="0"/>
                    </a:moveTo>
                    <a:lnTo>
                      <a:pt x="1" y="214"/>
                    </a:lnTo>
                    <a:lnTo>
                      <a:pt x="6813" y="214"/>
                    </a:lnTo>
                    <a:lnTo>
                      <a:pt x="68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07;p41">
                <a:extLst>
                  <a:ext uri="{FF2B5EF4-FFF2-40B4-BE49-F238E27FC236}">
                    <a16:creationId xmlns:a16="http://schemas.microsoft.com/office/drawing/2014/main" id="{5AE0BE78-519F-86A7-D397-2F660E7B92E8}"/>
                  </a:ext>
                </a:extLst>
              </p:cNvPr>
              <p:cNvSpPr/>
              <p:nvPr/>
            </p:nvSpPr>
            <p:spPr>
              <a:xfrm>
                <a:off x="2708293" y="1707474"/>
                <a:ext cx="92469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108" y="230"/>
                    </a:lnTo>
                    <a:lnTo>
                      <a:pt x="21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08;p41">
                <a:extLst>
                  <a:ext uri="{FF2B5EF4-FFF2-40B4-BE49-F238E27FC236}">
                    <a16:creationId xmlns:a16="http://schemas.microsoft.com/office/drawing/2014/main" id="{02BB58C9-DB65-BB81-D296-DA11C93BEAB9}"/>
                  </a:ext>
                </a:extLst>
              </p:cNvPr>
              <p:cNvSpPr/>
              <p:nvPr/>
            </p:nvSpPr>
            <p:spPr>
              <a:xfrm>
                <a:off x="2839565" y="1707474"/>
                <a:ext cx="9176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093" y="230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609;p41">
                <a:extLst>
                  <a:ext uri="{FF2B5EF4-FFF2-40B4-BE49-F238E27FC236}">
                    <a16:creationId xmlns:a16="http://schemas.microsoft.com/office/drawing/2014/main" id="{E7D4CFF0-A7E6-B7BE-19FE-790615365688}"/>
                  </a:ext>
                </a:extLst>
              </p:cNvPr>
              <p:cNvSpPr/>
              <p:nvPr/>
            </p:nvSpPr>
            <p:spPr>
              <a:xfrm>
                <a:off x="2623891" y="1979357"/>
                <a:ext cx="13399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56" y="215"/>
                    </a:lnTo>
                    <a:lnTo>
                      <a:pt x="30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610;p41">
                <a:extLst>
                  <a:ext uri="{FF2B5EF4-FFF2-40B4-BE49-F238E27FC236}">
                    <a16:creationId xmlns:a16="http://schemas.microsoft.com/office/drawing/2014/main" id="{08BBAC57-BEE5-13D4-E787-A1AE1F4E0813}"/>
                  </a:ext>
                </a:extLst>
              </p:cNvPr>
              <p:cNvSpPr/>
              <p:nvPr/>
            </p:nvSpPr>
            <p:spPr>
              <a:xfrm>
                <a:off x="2804708" y="1979357"/>
                <a:ext cx="133333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40" y="215"/>
                    </a:lnTo>
                    <a:lnTo>
                      <a:pt x="30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611;p41">
                <a:extLst>
                  <a:ext uri="{FF2B5EF4-FFF2-40B4-BE49-F238E27FC236}">
                    <a16:creationId xmlns:a16="http://schemas.microsoft.com/office/drawing/2014/main" id="{607DC476-7462-A217-52AC-FBDC7DB39D18}"/>
                  </a:ext>
                </a:extLst>
              </p:cNvPr>
              <p:cNvSpPr/>
              <p:nvPr/>
            </p:nvSpPr>
            <p:spPr>
              <a:xfrm>
                <a:off x="2980176" y="1979357"/>
                <a:ext cx="13399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55" y="215"/>
                    </a:lnTo>
                    <a:lnTo>
                      <a:pt x="30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12;p41">
                <a:extLst>
                  <a:ext uri="{FF2B5EF4-FFF2-40B4-BE49-F238E27FC236}">
                    <a16:creationId xmlns:a16="http://schemas.microsoft.com/office/drawing/2014/main" id="{F3107B50-A314-90BF-4938-C308C60C01AF}"/>
                  </a:ext>
                </a:extLst>
              </p:cNvPr>
              <p:cNvSpPr/>
              <p:nvPr/>
            </p:nvSpPr>
            <p:spPr>
              <a:xfrm>
                <a:off x="2659406" y="1927138"/>
                <a:ext cx="261886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215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5972" y="214"/>
                    </a:lnTo>
                    <a:lnTo>
                      <a:pt x="59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613;p41">
                <a:extLst>
                  <a:ext uri="{FF2B5EF4-FFF2-40B4-BE49-F238E27FC236}">
                    <a16:creationId xmlns:a16="http://schemas.microsoft.com/office/drawing/2014/main" id="{F835FE77-E6CF-7123-6E58-6E6B502E2C3C}"/>
                  </a:ext>
                </a:extLst>
              </p:cNvPr>
              <p:cNvSpPr/>
              <p:nvPr/>
            </p:nvSpPr>
            <p:spPr>
              <a:xfrm>
                <a:off x="2962111" y="1927138"/>
                <a:ext cx="261229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215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5957" y="214"/>
                    </a:lnTo>
                    <a:lnTo>
                      <a:pt x="595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614;p41">
                <a:extLst>
                  <a:ext uri="{FF2B5EF4-FFF2-40B4-BE49-F238E27FC236}">
                    <a16:creationId xmlns:a16="http://schemas.microsoft.com/office/drawing/2014/main" id="{0740D860-DC23-CCFE-8272-C034B31B480A}"/>
                  </a:ext>
                </a:extLst>
              </p:cNvPr>
              <p:cNvSpPr/>
              <p:nvPr/>
            </p:nvSpPr>
            <p:spPr>
              <a:xfrm>
                <a:off x="2721665" y="1874217"/>
                <a:ext cx="259913" cy="10128"/>
              </a:xfrm>
              <a:custGeom>
                <a:avLst/>
                <a:gdLst/>
                <a:ahLst/>
                <a:cxnLst/>
                <a:rect l="l" t="t" r="r" b="b"/>
                <a:pathLst>
                  <a:path w="5928" h="23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5927" y="230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15;p41">
                <a:extLst>
                  <a:ext uri="{FF2B5EF4-FFF2-40B4-BE49-F238E27FC236}">
                    <a16:creationId xmlns:a16="http://schemas.microsoft.com/office/drawing/2014/main" id="{A188C0B5-F3A7-52C9-C4BF-5337E4450E92}"/>
                  </a:ext>
                </a:extLst>
              </p:cNvPr>
              <p:cNvSpPr/>
              <p:nvPr/>
            </p:nvSpPr>
            <p:spPr>
              <a:xfrm>
                <a:off x="3003633" y="1874217"/>
                <a:ext cx="72344" cy="10128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231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1650" y="230"/>
                    </a:lnTo>
                    <a:lnTo>
                      <a:pt x="16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16;p41">
                <a:extLst>
                  <a:ext uri="{FF2B5EF4-FFF2-40B4-BE49-F238E27FC236}">
                    <a16:creationId xmlns:a16="http://schemas.microsoft.com/office/drawing/2014/main" id="{69971851-778F-EAC0-BD18-29145774F1CA}"/>
                  </a:ext>
                </a:extLst>
              </p:cNvPr>
              <p:cNvSpPr/>
              <p:nvPr/>
            </p:nvSpPr>
            <p:spPr>
              <a:xfrm>
                <a:off x="2704917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231" y="230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17;p41">
                <a:extLst>
                  <a:ext uri="{FF2B5EF4-FFF2-40B4-BE49-F238E27FC236}">
                    <a16:creationId xmlns:a16="http://schemas.microsoft.com/office/drawing/2014/main" id="{9B0502C0-C5C2-A7DD-D876-3F29F11EF5A6}"/>
                  </a:ext>
                </a:extLst>
              </p:cNvPr>
              <p:cNvSpPr/>
              <p:nvPr/>
            </p:nvSpPr>
            <p:spPr>
              <a:xfrm>
                <a:off x="2854297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230" y="230"/>
                    </a:lnTo>
                    <a:lnTo>
                      <a:pt x="22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18;p41">
                <a:extLst>
                  <a:ext uri="{FF2B5EF4-FFF2-40B4-BE49-F238E27FC236}">
                    <a16:creationId xmlns:a16="http://schemas.microsoft.com/office/drawing/2014/main" id="{A51AB325-5E71-8C99-98E7-751340F88CBE}"/>
                  </a:ext>
                </a:extLst>
              </p:cNvPr>
              <p:cNvSpPr/>
              <p:nvPr/>
            </p:nvSpPr>
            <p:spPr>
              <a:xfrm>
                <a:off x="3014989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231" y="230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19;p41">
                <a:extLst>
                  <a:ext uri="{FF2B5EF4-FFF2-40B4-BE49-F238E27FC236}">
                    <a16:creationId xmlns:a16="http://schemas.microsoft.com/office/drawing/2014/main" id="{A512EB0E-CFD5-F0A0-B682-E31F766E75E8}"/>
                  </a:ext>
                </a:extLst>
              </p:cNvPr>
              <p:cNvSpPr/>
              <p:nvPr/>
            </p:nvSpPr>
            <p:spPr>
              <a:xfrm>
                <a:off x="2818124" y="1769778"/>
                <a:ext cx="137323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30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3131" y="229"/>
                    </a:ln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620;p41">
                <a:extLst>
                  <a:ext uri="{FF2B5EF4-FFF2-40B4-BE49-F238E27FC236}">
                    <a16:creationId xmlns:a16="http://schemas.microsoft.com/office/drawing/2014/main" id="{C6539EE4-1427-00DE-5A44-3BBF356F85F8}"/>
                  </a:ext>
                </a:extLst>
              </p:cNvPr>
              <p:cNvSpPr/>
              <p:nvPr/>
            </p:nvSpPr>
            <p:spPr>
              <a:xfrm>
                <a:off x="2629942" y="1769778"/>
                <a:ext cx="136665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3117" h="230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3116" y="229"/>
                    </a:lnTo>
                    <a:lnTo>
                      <a:pt x="3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621;p41">
                <a:extLst>
                  <a:ext uri="{FF2B5EF4-FFF2-40B4-BE49-F238E27FC236}">
                    <a16:creationId xmlns:a16="http://schemas.microsoft.com/office/drawing/2014/main" id="{02476134-0AD1-54FD-D91E-9B7696B9F407}"/>
                  </a:ext>
                </a:extLst>
              </p:cNvPr>
              <p:cNvSpPr/>
              <p:nvPr/>
            </p:nvSpPr>
            <p:spPr>
              <a:xfrm>
                <a:off x="2548215" y="1488468"/>
                <a:ext cx="12759" cy="1280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92" extrusionOk="0">
                    <a:moveTo>
                      <a:pt x="1" y="1"/>
                    </a:moveTo>
                    <a:lnTo>
                      <a:pt x="1" y="291"/>
                    </a:lnTo>
                    <a:lnTo>
                      <a:pt x="291" y="291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22;p41">
                <a:extLst>
                  <a:ext uri="{FF2B5EF4-FFF2-40B4-BE49-F238E27FC236}">
                    <a16:creationId xmlns:a16="http://schemas.microsoft.com/office/drawing/2014/main" id="{D548F87C-A9A7-597F-9BA2-35A405E9F5AC}"/>
                  </a:ext>
                </a:extLst>
              </p:cNvPr>
              <p:cNvSpPr/>
              <p:nvPr/>
            </p:nvSpPr>
            <p:spPr>
              <a:xfrm>
                <a:off x="2548215" y="1539372"/>
                <a:ext cx="12759" cy="40587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9257" extrusionOk="0">
                    <a:moveTo>
                      <a:pt x="1" y="1"/>
                    </a:moveTo>
                    <a:lnTo>
                      <a:pt x="1" y="581"/>
                    </a:lnTo>
                    <a:lnTo>
                      <a:pt x="291" y="581"/>
                    </a:lnTo>
                    <a:lnTo>
                      <a:pt x="291" y="1"/>
                    </a:lnTo>
                    <a:close/>
                    <a:moveTo>
                      <a:pt x="1" y="1452"/>
                    </a:moveTo>
                    <a:lnTo>
                      <a:pt x="1" y="2017"/>
                    </a:lnTo>
                    <a:lnTo>
                      <a:pt x="291" y="2017"/>
                    </a:lnTo>
                    <a:lnTo>
                      <a:pt x="291" y="1452"/>
                    </a:lnTo>
                    <a:close/>
                    <a:moveTo>
                      <a:pt x="1" y="2888"/>
                    </a:moveTo>
                    <a:lnTo>
                      <a:pt x="1" y="3468"/>
                    </a:lnTo>
                    <a:lnTo>
                      <a:pt x="291" y="3468"/>
                    </a:lnTo>
                    <a:lnTo>
                      <a:pt x="291" y="2888"/>
                    </a:lnTo>
                    <a:close/>
                    <a:moveTo>
                      <a:pt x="1" y="4339"/>
                    </a:moveTo>
                    <a:lnTo>
                      <a:pt x="1" y="4919"/>
                    </a:lnTo>
                    <a:lnTo>
                      <a:pt x="291" y="4919"/>
                    </a:lnTo>
                    <a:lnTo>
                      <a:pt x="291" y="4339"/>
                    </a:lnTo>
                    <a:close/>
                    <a:moveTo>
                      <a:pt x="1" y="5790"/>
                    </a:moveTo>
                    <a:lnTo>
                      <a:pt x="1" y="6370"/>
                    </a:lnTo>
                    <a:lnTo>
                      <a:pt x="291" y="6370"/>
                    </a:lnTo>
                    <a:lnTo>
                      <a:pt x="291" y="5790"/>
                    </a:lnTo>
                    <a:close/>
                    <a:moveTo>
                      <a:pt x="1" y="7241"/>
                    </a:moveTo>
                    <a:lnTo>
                      <a:pt x="1" y="7806"/>
                    </a:lnTo>
                    <a:lnTo>
                      <a:pt x="291" y="7806"/>
                    </a:lnTo>
                    <a:lnTo>
                      <a:pt x="291" y="7241"/>
                    </a:lnTo>
                    <a:close/>
                    <a:moveTo>
                      <a:pt x="1" y="8677"/>
                    </a:moveTo>
                    <a:lnTo>
                      <a:pt x="1" y="9257"/>
                    </a:lnTo>
                    <a:lnTo>
                      <a:pt x="291" y="9257"/>
                    </a:lnTo>
                    <a:lnTo>
                      <a:pt x="291" y="867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623;p41">
                <a:extLst>
                  <a:ext uri="{FF2B5EF4-FFF2-40B4-BE49-F238E27FC236}">
                    <a16:creationId xmlns:a16="http://schemas.microsoft.com/office/drawing/2014/main" id="{943B1560-83DA-94CC-ED2E-B81BB64760A1}"/>
                  </a:ext>
                </a:extLst>
              </p:cNvPr>
              <p:cNvSpPr/>
              <p:nvPr/>
            </p:nvSpPr>
            <p:spPr>
              <a:xfrm>
                <a:off x="2548215" y="1983391"/>
                <a:ext cx="12759" cy="12759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91" extrusionOk="0">
                    <a:moveTo>
                      <a:pt x="1" y="1"/>
                    </a:moveTo>
                    <a:lnTo>
                      <a:pt x="1" y="291"/>
                    </a:lnTo>
                    <a:lnTo>
                      <a:pt x="291" y="291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624;p41">
                <a:extLst>
                  <a:ext uri="{FF2B5EF4-FFF2-40B4-BE49-F238E27FC236}">
                    <a16:creationId xmlns:a16="http://schemas.microsoft.com/office/drawing/2014/main" id="{8A1504B5-AF7D-268D-D640-AE54CB4CECD2}"/>
                  </a:ext>
                </a:extLst>
              </p:cNvPr>
              <p:cNvSpPr/>
              <p:nvPr/>
            </p:nvSpPr>
            <p:spPr>
              <a:xfrm>
                <a:off x="1370889" y="1180413"/>
                <a:ext cx="672407" cy="414598"/>
              </a:xfrm>
              <a:custGeom>
                <a:avLst/>
                <a:gdLst/>
                <a:ahLst/>
                <a:cxnLst/>
                <a:rect l="l" t="t" r="r" b="b"/>
                <a:pathLst>
                  <a:path w="15336" h="9456" extrusionOk="0">
                    <a:moveTo>
                      <a:pt x="1" y="1"/>
                    </a:moveTo>
                    <a:lnTo>
                      <a:pt x="1" y="9456"/>
                    </a:lnTo>
                    <a:lnTo>
                      <a:pt x="15336" y="9456"/>
                    </a:lnTo>
                    <a:lnTo>
                      <a:pt x="153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625;p41">
                <a:extLst>
                  <a:ext uri="{FF2B5EF4-FFF2-40B4-BE49-F238E27FC236}">
                    <a16:creationId xmlns:a16="http://schemas.microsoft.com/office/drawing/2014/main" id="{72F24C69-3DC8-2844-7A6C-45DE426BA4EC}"/>
                  </a:ext>
                </a:extLst>
              </p:cNvPr>
              <p:cNvSpPr/>
              <p:nvPr/>
            </p:nvSpPr>
            <p:spPr>
              <a:xfrm>
                <a:off x="1525574" y="1323743"/>
                <a:ext cx="106543" cy="11588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643" extrusionOk="0">
                    <a:moveTo>
                      <a:pt x="2185" y="1"/>
                    </a:moveTo>
                    <a:lnTo>
                      <a:pt x="1" y="978"/>
                    </a:lnTo>
                    <a:lnTo>
                      <a:pt x="1" y="1665"/>
                    </a:lnTo>
                    <a:lnTo>
                      <a:pt x="2185" y="2643"/>
                    </a:lnTo>
                    <a:lnTo>
                      <a:pt x="2430" y="2078"/>
                    </a:lnTo>
                    <a:lnTo>
                      <a:pt x="597" y="1314"/>
                    </a:lnTo>
                    <a:lnTo>
                      <a:pt x="2430" y="535"/>
                    </a:lnTo>
                    <a:lnTo>
                      <a:pt x="2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626;p41">
                <a:extLst>
                  <a:ext uri="{FF2B5EF4-FFF2-40B4-BE49-F238E27FC236}">
                    <a16:creationId xmlns:a16="http://schemas.microsoft.com/office/drawing/2014/main" id="{D87926FD-1B8D-2069-4670-08FB53D8C233}"/>
                  </a:ext>
                </a:extLst>
              </p:cNvPr>
              <p:cNvSpPr/>
              <p:nvPr/>
            </p:nvSpPr>
            <p:spPr>
              <a:xfrm>
                <a:off x="1664212" y="1262140"/>
                <a:ext cx="85761" cy="22909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5225" extrusionOk="0">
                    <a:moveTo>
                      <a:pt x="1330" y="0"/>
                    </a:moveTo>
                    <a:lnTo>
                      <a:pt x="1" y="5087"/>
                    </a:lnTo>
                    <a:lnTo>
                      <a:pt x="627" y="5224"/>
                    </a:lnTo>
                    <a:lnTo>
                      <a:pt x="1956" y="138"/>
                    </a:lnTo>
                    <a:lnTo>
                      <a:pt x="13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627;p41">
                <a:extLst>
                  <a:ext uri="{FF2B5EF4-FFF2-40B4-BE49-F238E27FC236}">
                    <a16:creationId xmlns:a16="http://schemas.microsoft.com/office/drawing/2014/main" id="{DC5B752A-7910-834F-0B31-706F550A8F1C}"/>
                  </a:ext>
                </a:extLst>
              </p:cNvPr>
              <p:cNvSpPr/>
              <p:nvPr/>
            </p:nvSpPr>
            <p:spPr>
              <a:xfrm>
                <a:off x="1782769" y="1323743"/>
                <a:ext cx="105842" cy="115225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2628" extrusionOk="0">
                    <a:moveTo>
                      <a:pt x="229" y="1"/>
                    </a:moveTo>
                    <a:lnTo>
                      <a:pt x="0" y="535"/>
                    </a:lnTo>
                    <a:lnTo>
                      <a:pt x="1818" y="1314"/>
                    </a:lnTo>
                    <a:lnTo>
                      <a:pt x="0" y="2078"/>
                    </a:lnTo>
                    <a:lnTo>
                      <a:pt x="229" y="2628"/>
                    </a:lnTo>
                    <a:lnTo>
                      <a:pt x="2414" y="1650"/>
                    </a:lnTo>
                    <a:lnTo>
                      <a:pt x="2414" y="978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628;p41">
                <a:extLst>
                  <a:ext uri="{FF2B5EF4-FFF2-40B4-BE49-F238E27FC236}">
                    <a16:creationId xmlns:a16="http://schemas.microsoft.com/office/drawing/2014/main" id="{00BE1E99-E83E-6DFF-80F6-72A0DAAEDD6C}"/>
                  </a:ext>
                </a:extLst>
              </p:cNvPr>
              <p:cNvSpPr/>
              <p:nvPr/>
            </p:nvSpPr>
            <p:spPr>
              <a:xfrm flipH="1">
                <a:off x="1010571" y="1983391"/>
                <a:ext cx="383118" cy="273286"/>
              </a:xfrm>
              <a:custGeom>
                <a:avLst/>
                <a:gdLst/>
                <a:ahLst/>
                <a:cxnLst/>
                <a:rect l="l" t="t" r="r" b="b"/>
                <a:pathLst>
                  <a:path w="8738" h="6233" extrusionOk="0">
                    <a:moveTo>
                      <a:pt x="1" y="1"/>
                    </a:moveTo>
                    <a:lnTo>
                      <a:pt x="1" y="6232"/>
                    </a:lnTo>
                    <a:lnTo>
                      <a:pt x="8737" y="6232"/>
                    </a:lnTo>
                    <a:lnTo>
                      <a:pt x="87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629;p41">
                <a:extLst>
                  <a:ext uri="{FF2B5EF4-FFF2-40B4-BE49-F238E27FC236}">
                    <a16:creationId xmlns:a16="http://schemas.microsoft.com/office/drawing/2014/main" id="{5FF63801-4CE6-AE67-E8C5-FEF7E4597AB2}"/>
                  </a:ext>
                </a:extLst>
              </p:cNvPr>
              <p:cNvSpPr/>
              <p:nvPr/>
            </p:nvSpPr>
            <p:spPr>
              <a:xfrm flipH="1">
                <a:off x="1233566" y="2024912"/>
                <a:ext cx="52965" cy="190901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4354" extrusionOk="0">
                    <a:moveTo>
                      <a:pt x="1207" y="1"/>
                    </a:moveTo>
                    <a:cubicBezTo>
                      <a:pt x="489" y="1"/>
                      <a:pt x="291" y="214"/>
                      <a:pt x="291" y="688"/>
                    </a:cubicBezTo>
                    <a:lnTo>
                      <a:pt x="291" y="1589"/>
                    </a:lnTo>
                    <a:cubicBezTo>
                      <a:pt x="291" y="1834"/>
                      <a:pt x="230" y="1940"/>
                      <a:pt x="0" y="1940"/>
                    </a:cubicBezTo>
                    <a:lnTo>
                      <a:pt x="0" y="2414"/>
                    </a:lnTo>
                    <a:cubicBezTo>
                      <a:pt x="230" y="2414"/>
                      <a:pt x="291" y="2506"/>
                      <a:pt x="291" y="2765"/>
                    </a:cubicBezTo>
                    <a:lnTo>
                      <a:pt x="291" y="3651"/>
                    </a:lnTo>
                    <a:cubicBezTo>
                      <a:pt x="291" y="4125"/>
                      <a:pt x="505" y="4354"/>
                      <a:pt x="1207" y="4354"/>
                    </a:cubicBezTo>
                    <a:lnTo>
                      <a:pt x="1207" y="3941"/>
                    </a:lnTo>
                    <a:cubicBezTo>
                      <a:pt x="932" y="3941"/>
                      <a:pt x="825" y="3865"/>
                      <a:pt x="825" y="3651"/>
                    </a:cubicBezTo>
                    <a:lnTo>
                      <a:pt x="825" y="2719"/>
                    </a:lnTo>
                    <a:cubicBezTo>
                      <a:pt x="825" y="2353"/>
                      <a:pt x="673" y="2246"/>
                      <a:pt x="428" y="2170"/>
                    </a:cubicBezTo>
                    <a:cubicBezTo>
                      <a:pt x="688" y="2108"/>
                      <a:pt x="825" y="1986"/>
                      <a:pt x="825" y="1620"/>
                    </a:cubicBezTo>
                    <a:lnTo>
                      <a:pt x="825" y="688"/>
                    </a:lnTo>
                    <a:cubicBezTo>
                      <a:pt x="825" y="474"/>
                      <a:pt x="932" y="398"/>
                      <a:pt x="1207" y="398"/>
                    </a:cubicBezTo>
                    <a:lnTo>
                      <a:pt x="12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630;p41">
                <a:extLst>
                  <a:ext uri="{FF2B5EF4-FFF2-40B4-BE49-F238E27FC236}">
                    <a16:creationId xmlns:a16="http://schemas.microsoft.com/office/drawing/2014/main" id="{55E75694-5C09-D5C6-0B17-01B4FD2396E2}"/>
                  </a:ext>
                </a:extLst>
              </p:cNvPr>
              <p:cNvSpPr/>
              <p:nvPr/>
            </p:nvSpPr>
            <p:spPr>
              <a:xfrm flipH="1">
                <a:off x="1117728" y="2024254"/>
                <a:ext cx="53622" cy="191559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4369" extrusionOk="0">
                    <a:moveTo>
                      <a:pt x="1" y="0"/>
                    </a:moveTo>
                    <a:lnTo>
                      <a:pt x="1" y="413"/>
                    </a:lnTo>
                    <a:cubicBezTo>
                      <a:pt x="291" y="413"/>
                      <a:pt x="382" y="489"/>
                      <a:pt x="382" y="703"/>
                    </a:cubicBezTo>
                    <a:lnTo>
                      <a:pt x="382" y="1635"/>
                    </a:lnTo>
                    <a:cubicBezTo>
                      <a:pt x="382" y="2001"/>
                      <a:pt x="535" y="2123"/>
                      <a:pt x="795" y="2185"/>
                    </a:cubicBezTo>
                    <a:cubicBezTo>
                      <a:pt x="535" y="2261"/>
                      <a:pt x="382" y="2368"/>
                      <a:pt x="382" y="2734"/>
                    </a:cubicBezTo>
                    <a:lnTo>
                      <a:pt x="382" y="3666"/>
                    </a:lnTo>
                    <a:cubicBezTo>
                      <a:pt x="382" y="3880"/>
                      <a:pt x="291" y="3956"/>
                      <a:pt x="1" y="3956"/>
                    </a:cubicBezTo>
                    <a:lnTo>
                      <a:pt x="1" y="4369"/>
                    </a:lnTo>
                    <a:cubicBezTo>
                      <a:pt x="719" y="4369"/>
                      <a:pt x="917" y="4140"/>
                      <a:pt x="917" y="3666"/>
                    </a:cubicBezTo>
                    <a:lnTo>
                      <a:pt x="917" y="2780"/>
                    </a:lnTo>
                    <a:cubicBezTo>
                      <a:pt x="917" y="2521"/>
                      <a:pt x="978" y="2414"/>
                      <a:pt x="1223" y="2414"/>
                    </a:cubicBezTo>
                    <a:lnTo>
                      <a:pt x="1223" y="1955"/>
                    </a:lnTo>
                    <a:cubicBezTo>
                      <a:pt x="978" y="1955"/>
                      <a:pt x="917" y="1849"/>
                      <a:pt x="917" y="1589"/>
                    </a:cubicBezTo>
                    <a:lnTo>
                      <a:pt x="917" y="703"/>
                    </a:lnTo>
                    <a:cubicBezTo>
                      <a:pt x="917" y="229"/>
                      <a:pt x="719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631;p41">
                <a:extLst>
                  <a:ext uri="{FF2B5EF4-FFF2-40B4-BE49-F238E27FC236}">
                    <a16:creationId xmlns:a16="http://schemas.microsoft.com/office/drawing/2014/main" id="{C9E5896B-4F85-D378-491D-86F4F5715518}"/>
                  </a:ext>
                </a:extLst>
              </p:cNvPr>
              <p:cNvSpPr/>
              <p:nvPr/>
            </p:nvSpPr>
            <p:spPr>
              <a:xfrm>
                <a:off x="2218719" y="1240043"/>
                <a:ext cx="429988" cy="287316"/>
              </a:xfrm>
              <a:custGeom>
                <a:avLst/>
                <a:gdLst/>
                <a:ahLst/>
                <a:cxnLst/>
                <a:rect l="l" t="t" r="r" b="b"/>
                <a:pathLst>
                  <a:path w="9807" h="6553" extrusionOk="0">
                    <a:moveTo>
                      <a:pt x="1" y="0"/>
                    </a:moveTo>
                    <a:lnTo>
                      <a:pt x="1" y="6553"/>
                    </a:lnTo>
                    <a:lnTo>
                      <a:pt x="9807" y="6553"/>
                    </a:lnTo>
                    <a:lnTo>
                      <a:pt x="980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632;p41">
                <a:extLst>
                  <a:ext uri="{FF2B5EF4-FFF2-40B4-BE49-F238E27FC236}">
                    <a16:creationId xmlns:a16="http://schemas.microsoft.com/office/drawing/2014/main" id="{7573462A-D0C4-2D6C-7F05-18F68DB48E6C}"/>
                  </a:ext>
                </a:extLst>
              </p:cNvPr>
              <p:cNvSpPr/>
              <p:nvPr/>
            </p:nvSpPr>
            <p:spPr>
              <a:xfrm>
                <a:off x="2340609" y="1295682"/>
                <a:ext cx="181562" cy="176257"/>
              </a:xfrm>
              <a:custGeom>
                <a:avLst/>
                <a:gdLst/>
                <a:ahLst/>
                <a:cxnLst/>
                <a:rect l="l" t="t" r="r" b="b"/>
                <a:pathLst>
                  <a:path w="4141" h="4020" extrusionOk="0">
                    <a:moveTo>
                      <a:pt x="1719" y="476"/>
                    </a:moveTo>
                    <a:cubicBezTo>
                      <a:pt x="2009" y="476"/>
                      <a:pt x="2299" y="587"/>
                      <a:pt x="2521" y="809"/>
                    </a:cubicBezTo>
                    <a:cubicBezTo>
                      <a:pt x="2979" y="1252"/>
                      <a:pt x="2979" y="1969"/>
                      <a:pt x="2536" y="2412"/>
                    </a:cubicBezTo>
                    <a:cubicBezTo>
                      <a:pt x="2315" y="2634"/>
                      <a:pt x="2021" y="2745"/>
                      <a:pt x="1727" y="2745"/>
                    </a:cubicBezTo>
                    <a:cubicBezTo>
                      <a:pt x="1433" y="2745"/>
                      <a:pt x="1139" y="2634"/>
                      <a:pt x="917" y="2412"/>
                    </a:cubicBezTo>
                    <a:cubicBezTo>
                      <a:pt x="474" y="1969"/>
                      <a:pt x="474" y="1252"/>
                      <a:pt x="917" y="809"/>
                    </a:cubicBezTo>
                    <a:cubicBezTo>
                      <a:pt x="1139" y="587"/>
                      <a:pt x="1429" y="476"/>
                      <a:pt x="1719" y="476"/>
                    </a:cubicBezTo>
                    <a:close/>
                    <a:moveTo>
                      <a:pt x="1727" y="1"/>
                    </a:moveTo>
                    <a:cubicBezTo>
                      <a:pt x="1259" y="1"/>
                      <a:pt x="791" y="204"/>
                      <a:pt x="474" y="610"/>
                    </a:cubicBezTo>
                    <a:cubicBezTo>
                      <a:pt x="1" y="1206"/>
                      <a:pt x="1" y="2061"/>
                      <a:pt x="490" y="2626"/>
                    </a:cubicBezTo>
                    <a:cubicBezTo>
                      <a:pt x="809" y="3018"/>
                      <a:pt x="1270" y="3215"/>
                      <a:pt x="1729" y="3215"/>
                    </a:cubicBezTo>
                    <a:cubicBezTo>
                      <a:pt x="2039" y="3215"/>
                      <a:pt x="2348" y="3125"/>
                      <a:pt x="2613" y="2947"/>
                    </a:cubicBezTo>
                    <a:lnTo>
                      <a:pt x="3651" y="3986"/>
                    </a:lnTo>
                    <a:cubicBezTo>
                      <a:pt x="3674" y="4009"/>
                      <a:pt x="3701" y="4020"/>
                      <a:pt x="3728" y="4020"/>
                    </a:cubicBezTo>
                    <a:cubicBezTo>
                      <a:pt x="3754" y="4020"/>
                      <a:pt x="3781" y="4009"/>
                      <a:pt x="3804" y="3986"/>
                    </a:cubicBezTo>
                    <a:lnTo>
                      <a:pt x="4094" y="3695"/>
                    </a:lnTo>
                    <a:cubicBezTo>
                      <a:pt x="4140" y="3650"/>
                      <a:pt x="4140" y="3573"/>
                      <a:pt x="4094" y="3543"/>
                    </a:cubicBezTo>
                    <a:lnTo>
                      <a:pt x="3056" y="2504"/>
                    </a:lnTo>
                    <a:cubicBezTo>
                      <a:pt x="3483" y="1878"/>
                      <a:pt x="3407" y="1022"/>
                      <a:pt x="2857" y="473"/>
                    </a:cubicBezTo>
                    <a:cubicBezTo>
                      <a:pt x="2550" y="158"/>
                      <a:pt x="2138" y="1"/>
                      <a:pt x="17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633;p41">
                <a:extLst>
                  <a:ext uri="{FF2B5EF4-FFF2-40B4-BE49-F238E27FC236}">
                    <a16:creationId xmlns:a16="http://schemas.microsoft.com/office/drawing/2014/main" id="{4C9A4758-CDEC-CCC0-ED8B-FC21C2442255}"/>
                  </a:ext>
                </a:extLst>
              </p:cNvPr>
              <p:cNvSpPr/>
              <p:nvPr/>
            </p:nvSpPr>
            <p:spPr>
              <a:xfrm flipH="1">
                <a:off x="1615982" y="2010180"/>
                <a:ext cx="223040" cy="226416"/>
              </a:xfrm>
              <a:custGeom>
                <a:avLst/>
                <a:gdLst/>
                <a:ahLst/>
                <a:cxnLst/>
                <a:rect l="l" t="t" r="r" b="b"/>
                <a:pathLst>
                  <a:path w="5087" h="5164" extrusionOk="0">
                    <a:moveTo>
                      <a:pt x="5087" y="2689"/>
                    </a:moveTo>
                    <a:cubicBezTo>
                      <a:pt x="5071" y="2903"/>
                      <a:pt x="4766" y="5163"/>
                      <a:pt x="2444" y="5163"/>
                    </a:cubicBezTo>
                    <a:cubicBezTo>
                      <a:pt x="0" y="5163"/>
                      <a:pt x="413" y="2750"/>
                      <a:pt x="413" y="2750"/>
                    </a:cubicBezTo>
                    <a:lnTo>
                      <a:pt x="413" y="2735"/>
                    </a:lnTo>
                    <a:cubicBezTo>
                      <a:pt x="657" y="2674"/>
                      <a:pt x="901" y="2658"/>
                      <a:pt x="1176" y="2689"/>
                    </a:cubicBezTo>
                    <a:lnTo>
                      <a:pt x="1176" y="1543"/>
                    </a:lnTo>
                    <a:lnTo>
                      <a:pt x="3941" y="1"/>
                    </a:lnTo>
                    <a:lnTo>
                      <a:pt x="4048" y="1"/>
                    </a:lnTo>
                    <a:lnTo>
                      <a:pt x="4048" y="2674"/>
                    </a:lnTo>
                    <a:cubicBezTo>
                      <a:pt x="4048" y="2674"/>
                      <a:pt x="4491" y="2612"/>
                      <a:pt x="5087" y="2689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634;p41">
                <a:extLst>
                  <a:ext uri="{FF2B5EF4-FFF2-40B4-BE49-F238E27FC236}">
                    <a16:creationId xmlns:a16="http://schemas.microsoft.com/office/drawing/2014/main" id="{4FB6E8FB-9E2D-7B87-5411-6ABB5D77C047}"/>
                  </a:ext>
                </a:extLst>
              </p:cNvPr>
              <p:cNvSpPr/>
              <p:nvPr/>
            </p:nvSpPr>
            <p:spPr>
              <a:xfrm flipH="1">
                <a:off x="1626680" y="1702783"/>
                <a:ext cx="315465" cy="423981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9670" extrusionOk="0">
                    <a:moveTo>
                      <a:pt x="6094" y="1910"/>
                    </a:moveTo>
                    <a:cubicBezTo>
                      <a:pt x="6492" y="2307"/>
                      <a:pt x="6782" y="2811"/>
                      <a:pt x="6935" y="3453"/>
                    </a:cubicBezTo>
                    <a:cubicBezTo>
                      <a:pt x="7194" y="4614"/>
                      <a:pt x="6950" y="5866"/>
                      <a:pt x="6598" y="6996"/>
                    </a:cubicBezTo>
                    <a:cubicBezTo>
                      <a:pt x="6553" y="7180"/>
                      <a:pt x="6476" y="7378"/>
                      <a:pt x="6354" y="7546"/>
                    </a:cubicBezTo>
                    <a:cubicBezTo>
                      <a:pt x="6278" y="7653"/>
                      <a:pt x="6171" y="7760"/>
                      <a:pt x="6064" y="7852"/>
                    </a:cubicBezTo>
                    <a:lnTo>
                      <a:pt x="4582" y="9135"/>
                    </a:lnTo>
                    <a:cubicBezTo>
                      <a:pt x="4246" y="9425"/>
                      <a:pt x="2199" y="9669"/>
                      <a:pt x="1802" y="9394"/>
                    </a:cubicBezTo>
                    <a:cubicBezTo>
                      <a:pt x="290" y="8310"/>
                      <a:pt x="0" y="5194"/>
                      <a:pt x="305" y="3590"/>
                    </a:cubicBezTo>
                    <a:cubicBezTo>
                      <a:pt x="810" y="948"/>
                      <a:pt x="4216" y="1"/>
                      <a:pt x="6094" y="191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635;p41">
                <a:extLst>
                  <a:ext uri="{FF2B5EF4-FFF2-40B4-BE49-F238E27FC236}">
                    <a16:creationId xmlns:a16="http://schemas.microsoft.com/office/drawing/2014/main" id="{AD53CEA5-2A94-90D6-8905-92DBB2AD0EA1}"/>
                  </a:ext>
                </a:extLst>
              </p:cNvPr>
              <p:cNvSpPr/>
              <p:nvPr/>
            </p:nvSpPr>
            <p:spPr>
              <a:xfrm flipH="1">
                <a:off x="1676269" y="1916527"/>
                <a:ext cx="40864" cy="53798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227" extrusionOk="0">
                    <a:moveTo>
                      <a:pt x="504" y="0"/>
                    </a:moveTo>
                    <a:cubicBezTo>
                      <a:pt x="333" y="0"/>
                      <a:pt x="185" y="159"/>
                      <a:pt x="137" y="334"/>
                    </a:cubicBezTo>
                    <a:lnTo>
                      <a:pt x="137" y="334"/>
                    </a:lnTo>
                    <a:cubicBezTo>
                      <a:pt x="31" y="472"/>
                      <a:pt x="275" y="548"/>
                      <a:pt x="275" y="686"/>
                    </a:cubicBezTo>
                    <a:cubicBezTo>
                      <a:pt x="260" y="823"/>
                      <a:pt x="0" y="1006"/>
                      <a:pt x="168" y="1159"/>
                    </a:cubicBezTo>
                    <a:cubicBezTo>
                      <a:pt x="220" y="1207"/>
                      <a:pt x="279" y="1226"/>
                      <a:pt x="339" y="1226"/>
                    </a:cubicBezTo>
                    <a:cubicBezTo>
                      <a:pt x="511" y="1226"/>
                      <a:pt x="696" y="1066"/>
                      <a:pt x="764" y="930"/>
                    </a:cubicBezTo>
                    <a:cubicBezTo>
                      <a:pt x="871" y="670"/>
                      <a:pt x="932" y="227"/>
                      <a:pt x="657" y="44"/>
                    </a:cubicBezTo>
                    <a:cubicBezTo>
                      <a:pt x="605" y="14"/>
                      <a:pt x="554" y="0"/>
                      <a:pt x="5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636;p41">
                <a:extLst>
                  <a:ext uri="{FF2B5EF4-FFF2-40B4-BE49-F238E27FC236}">
                    <a16:creationId xmlns:a16="http://schemas.microsoft.com/office/drawing/2014/main" id="{DEB265F5-E021-696E-25A7-80C402EAA673}"/>
                  </a:ext>
                </a:extLst>
              </p:cNvPr>
              <p:cNvSpPr/>
              <p:nvPr/>
            </p:nvSpPr>
            <p:spPr>
              <a:xfrm flipH="1">
                <a:off x="1661537" y="1928497"/>
                <a:ext cx="52921" cy="87778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2002" extrusionOk="0">
                    <a:moveTo>
                      <a:pt x="1069" y="0"/>
                    </a:moveTo>
                    <a:cubicBezTo>
                      <a:pt x="1069" y="0"/>
                      <a:pt x="1085" y="428"/>
                      <a:pt x="963" y="810"/>
                    </a:cubicBezTo>
                    <a:cubicBezTo>
                      <a:pt x="857" y="1140"/>
                      <a:pt x="500" y="1344"/>
                      <a:pt x="228" y="1344"/>
                    </a:cubicBezTo>
                    <a:cubicBezTo>
                      <a:pt x="185" y="1344"/>
                      <a:pt x="144" y="1339"/>
                      <a:pt x="107" y="1329"/>
                    </a:cubicBezTo>
                    <a:lnTo>
                      <a:pt x="107" y="1329"/>
                    </a:lnTo>
                    <a:cubicBezTo>
                      <a:pt x="107" y="1329"/>
                      <a:pt x="0" y="2001"/>
                      <a:pt x="428" y="2001"/>
                    </a:cubicBezTo>
                    <a:cubicBezTo>
                      <a:pt x="871" y="1986"/>
                      <a:pt x="1069" y="1451"/>
                      <a:pt x="1131" y="901"/>
                    </a:cubicBezTo>
                    <a:cubicBezTo>
                      <a:pt x="1207" y="336"/>
                      <a:pt x="1069" y="0"/>
                      <a:pt x="10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637;p41">
                <a:extLst>
                  <a:ext uri="{FF2B5EF4-FFF2-40B4-BE49-F238E27FC236}">
                    <a16:creationId xmlns:a16="http://schemas.microsoft.com/office/drawing/2014/main" id="{4D6CF297-8A18-525B-1342-1F0E9818632E}"/>
                  </a:ext>
                </a:extLst>
              </p:cNvPr>
              <p:cNvSpPr/>
              <p:nvPr/>
            </p:nvSpPr>
            <p:spPr>
              <a:xfrm flipH="1">
                <a:off x="1605284" y="1686692"/>
                <a:ext cx="412538" cy="357205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47" extrusionOk="0">
                    <a:moveTo>
                      <a:pt x="1809" y="1"/>
                    </a:moveTo>
                    <a:cubicBezTo>
                      <a:pt x="1797" y="1"/>
                      <a:pt x="1784" y="1"/>
                      <a:pt x="1772" y="1"/>
                    </a:cubicBezTo>
                    <a:cubicBezTo>
                      <a:pt x="1314" y="16"/>
                      <a:pt x="779" y="215"/>
                      <a:pt x="504" y="597"/>
                    </a:cubicBezTo>
                    <a:cubicBezTo>
                      <a:pt x="0" y="1284"/>
                      <a:pt x="275" y="2567"/>
                      <a:pt x="962" y="3056"/>
                    </a:cubicBezTo>
                    <a:cubicBezTo>
                      <a:pt x="1283" y="3281"/>
                      <a:pt x="1687" y="3349"/>
                      <a:pt x="2090" y="3349"/>
                    </a:cubicBezTo>
                    <a:cubicBezTo>
                      <a:pt x="2399" y="3349"/>
                      <a:pt x="2707" y="3310"/>
                      <a:pt x="2978" y="3270"/>
                    </a:cubicBezTo>
                    <a:cubicBezTo>
                      <a:pt x="3589" y="3178"/>
                      <a:pt x="4185" y="3056"/>
                      <a:pt x="4811" y="3056"/>
                    </a:cubicBezTo>
                    <a:cubicBezTo>
                      <a:pt x="4836" y="3055"/>
                      <a:pt x="4861" y="3055"/>
                      <a:pt x="4886" y="3055"/>
                    </a:cubicBezTo>
                    <a:cubicBezTo>
                      <a:pt x="5289" y="3055"/>
                      <a:pt x="5798" y="3174"/>
                      <a:pt x="5942" y="3591"/>
                    </a:cubicBezTo>
                    <a:cubicBezTo>
                      <a:pt x="6049" y="3881"/>
                      <a:pt x="5789" y="4140"/>
                      <a:pt x="5881" y="4400"/>
                    </a:cubicBezTo>
                    <a:cubicBezTo>
                      <a:pt x="5957" y="4629"/>
                      <a:pt x="6217" y="4767"/>
                      <a:pt x="6308" y="4996"/>
                    </a:cubicBezTo>
                    <a:cubicBezTo>
                      <a:pt x="6339" y="5057"/>
                      <a:pt x="6324" y="5149"/>
                      <a:pt x="6324" y="5225"/>
                    </a:cubicBezTo>
                    <a:cubicBezTo>
                      <a:pt x="6339" y="5530"/>
                      <a:pt x="6339" y="5836"/>
                      <a:pt x="6385" y="6141"/>
                    </a:cubicBezTo>
                    <a:cubicBezTo>
                      <a:pt x="6413" y="6269"/>
                      <a:pt x="6481" y="6450"/>
                      <a:pt x="6626" y="6450"/>
                    </a:cubicBezTo>
                    <a:cubicBezTo>
                      <a:pt x="6637" y="6450"/>
                      <a:pt x="6648" y="6449"/>
                      <a:pt x="6660" y="6447"/>
                    </a:cubicBezTo>
                    <a:lnTo>
                      <a:pt x="6690" y="6447"/>
                    </a:lnTo>
                    <a:cubicBezTo>
                      <a:pt x="6736" y="6416"/>
                      <a:pt x="6736" y="6370"/>
                      <a:pt x="6751" y="6325"/>
                    </a:cubicBezTo>
                    <a:cubicBezTo>
                      <a:pt x="6751" y="6279"/>
                      <a:pt x="6751" y="6248"/>
                      <a:pt x="6751" y="6202"/>
                    </a:cubicBezTo>
                    <a:cubicBezTo>
                      <a:pt x="6736" y="5928"/>
                      <a:pt x="6736" y="5668"/>
                      <a:pt x="6843" y="5408"/>
                    </a:cubicBezTo>
                    <a:cubicBezTo>
                      <a:pt x="6919" y="5194"/>
                      <a:pt x="7072" y="5011"/>
                      <a:pt x="7301" y="4935"/>
                    </a:cubicBezTo>
                    <a:cubicBezTo>
                      <a:pt x="7361" y="4916"/>
                      <a:pt x="7416" y="4907"/>
                      <a:pt x="7468" y="4907"/>
                    </a:cubicBezTo>
                    <a:cubicBezTo>
                      <a:pt x="8341" y="4907"/>
                      <a:pt x="7971" y="7479"/>
                      <a:pt x="7943" y="7898"/>
                    </a:cubicBezTo>
                    <a:cubicBezTo>
                      <a:pt x="7943" y="7944"/>
                      <a:pt x="7927" y="8005"/>
                      <a:pt x="7958" y="8066"/>
                    </a:cubicBezTo>
                    <a:cubicBezTo>
                      <a:pt x="7985" y="8124"/>
                      <a:pt x="8023" y="8147"/>
                      <a:pt x="8065" y="8147"/>
                    </a:cubicBezTo>
                    <a:cubicBezTo>
                      <a:pt x="8190" y="8147"/>
                      <a:pt x="8355" y="7947"/>
                      <a:pt x="8401" y="7867"/>
                    </a:cubicBezTo>
                    <a:cubicBezTo>
                      <a:pt x="8630" y="7455"/>
                      <a:pt x="8691" y="7012"/>
                      <a:pt x="8844" y="6584"/>
                    </a:cubicBezTo>
                    <a:cubicBezTo>
                      <a:pt x="9073" y="5928"/>
                      <a:pt x="9302" y="5225"/>
                      <a:pt x="9363" y="4522"/>
                    </a:cubicBezTo>
                    <a:cubicBezTo>
                      <a:pt x="9409" y="4110"/>
                      <a:pt x="9378" y="3667"/>
                      <a:pt x="9241" y="3270"/>
                    </a:cubicBezTo>
                    <a:cubicBezTo>
                      <a:pt x="9180" y="3087"/>
                      <a:pt x="9103" y="2919"/>
                      <a:pt x="8981" y="2781"/>
                    </a:cubicBezTo>
                    <a:cubicBezTo>
                      <a:pt x="8874" y="2644"/>
                      <a:pt x="8722" y="2537"/>
                      <a:pt x="8676" y="2369"/>
                    </a:cubicBezTo>
                    <a:cubicBezTo>
                      <a:pt x="8599" y="2185"/>
                      <a:pt x="8599" y="1956"/>
                      <a:pt x="8554" y="1758"/>
                    </a:cubicBezTo>
                    <a:cubicBezTo>
                      <a:pt x="8508" y="1529"/>
                      <a:pt x="8477" y="1330"/>
                      <a:pt x="8263" y="1208"/>
                    </a:cubicBezTo>
                    <a:cubicBezTo>
                      <a:pt x="7958" y="1055"/>
                      <a:pt x="7591" y="1147"/>
                      <a:pt x="7301" y="1009"/>
                    </a:cubicBezTo>
                    <a:cubicBezTo>
                      <a:pt x="6865" y="784"/>
                      <a:pt x="6869" y="170"/>
                      <a:pt x="6324" y="170"/>
                    </a:cubicBezTo>
                    <a:cubicBezTo>
                      <a:pt x="6277" y="170"/>
                      <a:pt x="6226" y="175"/>
                      <a:pt x="6171" y="184"/>
                    </a:cubicBezTo>
                    <a:cubicBezTo>
                      <a:pt x="5829" y="259"/>
                      <a:pt x="5487" y="521"/>
                      <a:pt x="5145" y="521"/>
                    </a:cubicBezTo>
                    <a:cubicBezTo>
                      <a:pt x="5136" y="521"/>
                      <a:pt x="5126" y="521"/>
                      <a:pt x="5117" y="520"/>
                    </a:cubicBezTo>
                    <a:cubicBezTo>
                      <a:pt x="4784" y="507"/>
                      <a:pt x="4602" y="127"/>
                      <a:pt x="4250" y="127"/>
                    </a:cubicBezTo>
                    <a:cubicBezTo>
                      <a:pt x="4215" y="127"/>
                      <a:pt x="4178" y="130"/>
                      <a:pt x="4139" y="139"/>
                    </a:cubicBezTo>
                    <a:cubicBezTo>
                      <a:pt x="3865" y="191"/>
                      <a:pt x="3569" y="454"/>
                      <a:pt x="3270" y="454"/>
                    </a:cubicBezTo>
                    <a:cubicBezTo>
                      <a:pt x="3219" y="454"/>
                      <a:pt x="3167" y="447"/>
                      <a:pt x="3116" y="429"/>
                    </a:cubicBezTo>
                    <a:cubicBezTo>
                      <a:pt x="2684" y="280"/>
                      <a:pt x="2282" y="1"/>
                      <a:pt x="1809" y="1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638;p41">
                <a:extLst>
                  <a:ext uri="{FF2B5EF4-FFF2-40B4-BE49-F238E27FC236}">
                    <a16:creationId xmlns:a16="http://schemas.microsoft.com/office/drawing/2014/main" id="{7A535113-4230-C39C-C162-8CCD8B79C181}"/>
                  </a:ext>
                </a:extLst>
              </p:cNvPr>
              <p:cNvSpPr/>
              <p:nvPr/>
            </p:nvSpPr>
            <p:spPr>
              <a:xfrm flipH="1">
                <a:off x="1697665" y="2065118"/>
                <a:ext cx="93171" cy="757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1727" extrusionOk="0">
                    <a:moveTo>
                      <a:pt x="2124" y="0"/>
                    </a:moveTo>
                    <a:cubicBezTo>
                      <a:pt x="2124" y="0"/>
                      <a:pt x="1314" y="978"/>
                      <a:pt x="77" y="1176"/>
                    </a:cubicBezTo>
                    <a:lnTo>
                      <a:pt x="1" y="1726"/>
                    </a:lnTo>
                    <a:cubicBezTo>
                      <a:pt x="1788" y="1650"/>
                      <a:pt x="2124" y="0"/>
                      <a:pt x="2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639;p41">
                <a:extLst>
                  <a:ext uri="{FF2B5EF4-FFF2-40B4-BE49-F238E27FC236}">
                    <a16:creationId xmlns:a16="http://schemas.microsoft.com/office/drawing/2014/main" id="{B098C81F-1352-D5DE-2FAF-5B29DD4E0CB3}"/>
                  </a:ext>
                </a:extLst>
              </p:cNvPr>
              <p:cNvSpPr/>
              <p:nvPr/>
            </p:nvSpPr>
            <p:spPr>
              <a:xfrm flipH="1">
                <a:off x="1621331" y="3095782"/>
                <a:ext cx="77737" cy="754792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17215" extrusionOk="0">
                    <a:moveTo>
                      <a:pt x="1" y="0"/>
                    </a:moveTo>
                    <a:lnTo>
                      <a:pt x="1" y="16909"/>
                    </a:lnTo>
                    <a:cubicBezTo>
                      <a:pt x="1" y="17077"/>
                      <a:pt x="153" y="17214"/>
                      <a:pt x="321" y="17214"/>
                    </a:cubicBezTo>
                    <a:lnTo>
                      <a:pt x="1452" y="17214"/>
                    </a:lnTo>
                    <a:cubicBezTo>
                      <a:pt x="1635" y="17214"/>
                      <a:pt x="1772" y="17077"/>
                      <a:pt x="1772" y="16909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640;p41">
                <a:extLst>
                  <a:ext uri="{FF2B5EF4-FFF2-40B4-BE49-F238E27FC236}">
                    <a16:creationId xmlns:a16="http://schemas.microsoft.com/office/drawing/2014/main" id="{A78A35A6-4A47-0CE8-FCBD-B992DD3A5F7C}"/>
                  </a:ext>
                </a:extLst>
              </p:cNvPr>
              <p:cNvSpPr/>
              <p:nvPr/>
            </p:nvSpPr>
            <p:spPr>
              <a:xfrm flipH="1">
                <a:off x="1447881" y="3106480"/>
                <a:ext cx="424639" cy="64321"/>
              </a:xfrm>
              <a:custGeom>
                <a:avLst/>
                <a:gdLst/>
                <a:ahLst/>
                <a:cxnLst/>
                <a:rect l="l" t="t" r="r" b="b"/>
                <a:pathLst>
                  <a:path w="9685" h="1467" extrusionOk="0">
                    <a:moveTo>
                      <a:pt x="1" y="0"/>
                    </a:moveTo>
                    <a:lnTo>
                      <a:pt x="1" y="260"/>
                    </a:lnTo>
                    <a:cubicBezTo>
                      <a:pt x="1" y="932"/>
                      <a:pt x="535" y="1467"/>
                      <a:pt x="1207" y="1467"/>
                    </a:cubicBezTo>
                    <a:lnTo>
                      <a:pt x="8478" y="1467"/>
                    </a:lnTo>
                    <a:cubicBezTo>
                      <a:pt x="9150" y="1467"/>
                      <a:pt x="9684" y="932"/>
                      <a:pt x="9684" y="260"/>
                    </a:cubicBezTo>
                    <a:lnTo>
                      <a:pt x="96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641;p41">
                <a:extLst>
                  <a:ext uri="{FF2B5EF4-FFF2-40B4-BE49-F238E27FC236}">
                    <a16:creationId xmlns:a16="http://schemas.microsoft.com/office/drawing/2014/main" id="{40B84374-721A-B934-CE69-A82E9680F849}"/>
                  </a:ext>
                </a:extLst>
              </p:cNvPr>
              <p:cNvSpPr/>
              <p:nvPr/>
            </p:nvSpPr>
            <p:spPr>
              <a:xfrm flipH="1">
                <a:off x="1621331" y="3762796"/>
                <a:ext cx="77737" cy="185552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4232" extrusionOk="0">
                    <a:moveTo>
                      <a:pt x="1" y="0"/>
                    </a:moveTo>
                    <a:lnTo>
                      <a:pt x="1" y="3910"/>
                    </a:lnTo>
                    <a:cubicBezTo>
                      <a:pt x="1" y="4094"/>
                      <a:pt x="153" y="4231"/>
                      <a:pt x="321" y="4231"/>
                    </a:cubicBezTo>
                    <a:lnTo>
                      <a:pt x="1452" y="4231"/>
                    </a:lnTo>
                    <a:cubicBezTo>
                      <a:pt x="1635" y="4231"/>
                      <a:pt x="1772" y="4094"/>
                      <a:pt x="1772" y="3910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642;p41">
                <a:extLst>
                  <a:ext uri="{FF2B5EF4-FFF2-40B4-BE49-F238E27FC236}">
                    <a16:creationId xmlns:a16="http://schemas.microsoft.com/office/drawing/2014/main" id="{B60F858B-133E-327B-6B50-FAE902CF5C7C}"/>
                  </a:ext>
                </a:extLst>
              </p:cNvPr>
              <p:cNvSpPr/>
              <p:nvPr/>
            </p:nvSpPr>
            <p:spPr>
              <a:xfrm flipH="1">
                <a:off x="1970250" y="3857896"/>
                <a:ext cx="90452" cy="9045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3" extrusionOk="0">
                    <a:moveTo>
                      <a:pt x="1024" y="0"/>
                    </a:moveTo>
                    <a:cubicBezTo>
                      <a:pt x="459" y="0"/>
                      <a:pt x="0" y="458"/>
                      <a:pt x="0" y="1023"/>
                    </a:cubicBezTo>
                    <a:cubicBezTo>
                      <a:pt x="0" y="1589"/>
                      <a:pt x="459" y="2062"/>
                      <a:pt x="1024" y="2062"/>
                    </a:cubicBezTo>
                    <a:cubicBezTo>
                      <a:pt x="1589" y="2062"/>
                      <a:pt x="2062" y="1589"/>
                      <a:pt x="2062" y="1023"/>
                    </a:cubicBezTo>
                    <a:cubicBezTo>
                      <a:pt x="2062" y="458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643;p41">
                <a:extLst>
                  <a:ext uri="{FF2B5EF4-FFF2-40B4-BE49-F238E27FC236}">
                    <a16:creationId xmlns:a16="http://schemas.microsoft.com/office/drawing/2014/main" id="{6EA607B7-3CBC-8B60-B0DA-BD73CEECFD48}"/>
                  </a:ext>
                </a:extLst>
              </p:cNvPr>
              <p:cNvSpPr/>
              <p:nvPr/>
            </p:nvSpPr>
            <p:spPr>
              <a:xfrm flipH="1">
                <a:off x="1259040" y="3857896"/>
                <a:ext cx="90452" cy="9045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3" extrusionOk="0">
                    <a:moveTo>
                      <a:pt x="1024" y="0"/>
                    </a:moveTo>
                    <a:cubicBezTo>
                      <a:pt x="459" y="0"/>
                      <a:pt x="1" y="458"/>
                      <a:pt x="1" y="1023"/>
                    </a:cubicBezTo>
                    <a:cubicBezTo>
                      <a:pt x="1" y="1589"/>
                      <a:pt x="459" y="2062"/>
                      <a:pt x="1024" y="2062"/>
                    </a:cubicBezTo>
                    <a:cubicBezTo>
                      <a:pt x="1589" y="2062"/>
                      <a:pt x="2063" y="1589"/>
                      <a:pt x="2063" y="1023"/>
                    </a:cubicBezTo>
                    <a:cubicBezTo>
                      <a:pt x="2063" y="458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644;p41">
                <a:extLst>
                  <a:ext uri="{FF2B5EF4-FFF2-40B4-BE49-F238E27FC236}">
                    <a16:creationId xmlns:a16="http://schemas.microsoft.com/office/drawing/2014/main" id="{7971D507-F4DF-54A7-B194-F3550A757169}"/>
                  </a:ext>
                </a:extLst>
              </p:cNvPr>
              <p:cNvSpPr/>
              <p:nvPr/>
            </p:nvSpPr>
            <p:spPr>
              <a:xfrm flipH="1">
                <a:off x="1582485" y="3705184"/>
                <a:ext cx="155431" cy="136007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3102" extrusionOk="0">
                    <a:moveTo>
                      <a:pt x="1" y="1"/>
                    </a:moveTo>
                    <a:lnTo>
                      <a:pt x="1" y="3101"/>
                    </a:lnTo>
                    <a:lnTo>
                      <a:pt x="3544" y="3101"/>
                    </a:lnTo>
                    <a:lnTo>
                      <a:pt x="35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645;p41">
                <a:extLst>
                  <a:ext uri="{FF2B5EF4-FFF2-40B4-BE49-F238E27FC236}">
                    <a16:creationId xmlns:a16="http://schemas.microsoft.com/office/drawing/2014/main" id="{DFEBE2F3-5A7D-3A01-2819-679DA19A765A}"/>
                  </a:ext>
                </a:extLst>
              </p:cNvPr>
              <p:cNvSpPr/>
              <p:nvPr/>
            </p:nvSpPr>
            <p:spPr>
              <a:xfrm flipH="1">
                <a:off x="1259040" y="3809009"/>
                <a:ext cx="801662" cy="63663"/>
              </a:xfrm>
              <a:custGeom>
                <a:avLst/>
                <a:gdLst/>
                <a:ahLst/>
                <a:cxnLst/>
                <a:rect l="l" t="t" r="r" b="b"/>
                <a:pathLst>
                  <a:path w="18284" h="1452" extrusionOk="0">
                    <a:moveTo>
                      <a:pt x="1085" y="0"/>
                    </a:moveTo>
                    <a:cubicBezTo>
                      <a:pt x="489" y="0"/>
                      <a:pt x="0" y="489"/>
                      <a:pt x="0" y="1100"/>
                    </a:cubicBezTo>
                    <a:lnTo>
                      <a:pt x="0" y="1451"/>
                    </a:lnTo>
                    <a:lnTo>
                      <a:pt x="18284" y="1451"/>
                    </a:lnTo>
                    <a:lnTo>
                      <a:pt x="18284" y="1100"/>
                    </a:lnTo>
                    <a:cubicBezTo>
                      <a:pt x="18284" y="489"/>
                      <a:pt x="17780" y="0"/>
                      <a:pt x="171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646;p41">
                <a:extLst>
                  <a:ext uri="{FF2B5EF4-FFF2-40B4-BE49-F238E27FC236}">
                    <a16:creationId xmlns:a16="http://schemas.microsoft.com/office/drawing/2014/main" id="{1997A798-0358-FCCC-535C-98A937209E27}"/>
                  </a:ext>
                </a:extLst>
              </p:cNvPr>
              <p:cNvSpPr/>
              <p:nvPr/>
            </p:nvSpPr>
            <p:spPr>
              <a:xfrm flipH="1">
                <a:off x="1660178" y="3186191"/>
                <a:ext cx="26833" cy="50698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1563" extrusionOk="0">
                    <a:moveTo>
                      <a:pt x="0" y="0"/>
                    </a:moveTo>
                    <a:lnTo>
                      <a:pt x="0" y="11563"/>
                    </a:lnTo>
                    <a:lnTo>
                      <a:pt x="611" y="11563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647;p41">
                <a:extLst>
                  <a:ext uri="{FF2B5EF4-FFF2-40B4-BE49-F238E27FC236}">
                    <a16:creationId xmlns:a16="http://schemas.microsoft.com/office/drawing/2014/main" id="{D146A816-2653-A9B1-CF0B-D8CCC27CA3A6}"/>
                  </a:ext>
                </a:extLst>
              </p:cNvPr>
              <p:cNvSpPr/>
              <p:nvPr/>
            </p:nvSpPr>
            <p:spPr>
              <a:xfrm flipH="1">
                <a:off x="1297185" y="2558637"/>
                <a:ext cx="642987" cy="586120"/>
              </a:xfrm>
              <a:custGeom>
                <a:avLst/>
                <a:gdLst/>
                <a:ahLst/>
                <a:cxnLst/>
                <a:rect l="l" t="t" r="r" b="b"/>
                <a:pathLst>
                  <a:path w="14665" h="13368" extrusionOk="0">
                    <a:moveTo>
                      <a:pt x="13279" y="1"/>
                    </a:moveTo>
                    <a:cubicBezTo>
                      <a:pt x="12878" y="1"/>
                      <a:pt x="12542" y="346"/>
                      <a:pt x="12572" y="765"/>
                    </a:cubicBezTo>
                    <a:cubicBezTo>
                      <a:pt x="12678" y="2857"/>
                      <a:pt x="12235" y="7974"/>
                      <a:pt x="10280" y="9731"/>
                    </a:cubicBezTo>
                    <a:cubicBezTo>
                      <a:pt x="8409" y="11398"/>
                      <a:pt x="3825" y="11577"/>
                      <a:pt x="1943" y="11577"/>
                    </a:cubicBezTo>
                    <a:cubicBezTo>
                      <a:pt x="1428" y="11577"/>
                      <a:pt x="1116" y="11564"/>
                      <a:pt x="1116" y="11564"/>
                    </a:cubicBezTo>
                    <a:lnTo>
                      <a:pt x="1116" y="11564"/>
                    </a:lnTo>
                    <a:cubicBezTo>
                      <a:pt x="1116" y="11564"/>
                      <a:pt x="1" y="12938"/>
                      <a:pt x="2246" y="13244"/>
                    </a:cubicBezTo>
                    <a:cubicBezTo>
                      <a:pt x="2818" y="13322"/>
                      <a:pt x="3657" y="13367"/>
                      <a:pt x="4615" y="13367"/>
                    </a:cubicBezTo>
                    <a:cubicBezTo>
                      <a:pt x="7395" y="13367"/>
                      <a:pt x="11176" y="12987"/>
                      <a:pt x="12312" y="11930"/>
                    </a:cubicBezTo>
                    <a:cubicBezTo>
                      <a:pt x="13778" y="10540"/>
                      <a:pt x="14664" y="6936"/>
                      <a:pt x="14007" y="658"/>
                    </a:cubicBezTo>
                    <a:cubicBezTo>
                      <a:pt x="13961" y="291"/>
                      <a:pt x="13671" y="16"/>
                      <a:pt x="13305" y="1"/>
                    </a:cubicBezTo>
                    <a:cubicBezTo>
                      <a:pt x="13296" y="1"/>
                      <a:pt x="13287" y="1"/>
                      <a:pt x="13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48;p41">
                <a:extLst>
                  <a:ext uri="{FF2B5EF4-FFF2-40B4-BE49-F238E27FC236}">
                    <a16:creationId xmlns:a16="http://schemas.microsoft.com/office/drawing/2014/main" id="{0FA8DA22-29D3-2D3C-0BA4-7217A90995E9}"/>
                  </a:ext>
                </a:extLst>
              </p:cNvPr>
              <p:cNvSpPr/>
              <p:nvPr/>
            </p:nvSpPr>
            <p:spPr>
              <a:xfrm flipH="1">
                <a:off x="1877825" y="3693126"/>
                <a:ext cx="143373" cy="127940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2918" extrusionOk="0">
                    <a:moveTo>
                      <a:pt x="2460" y="1"/>
                    </a:moveTo>
                    <a:lnTo>
                      <a:pt x="3269" y="1833"/>
                    </a:lnTo>
                    <a:lnTo>
                      <a:pt x="810" y="2918"/>
                    </a:lnTo>
                    <a:lnTo>
                      <a:pt x="1" y="1070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49;p41">
                <a:extLst>
                  <a:ext uri="{FF2B5EF4-FFF2-40B4-BE49-F238E27FC236}">
                    <a16:creationId xmlns:a16="http://schemas.microsoft.com/office/drawing/2014/main" id="{9691B62F-36E3-0921-6DD2-4BEFB115380D}"/>
                  </a:ext>
                </a:extLst>
              </p:cNvPr>
              <p:cNvSpPr/>
              <p:nvPr/>
            </p:nvSpPr>
            <p:spPr>
              <a:xfrm flipH="1">
                <a:off x="1356157" y="2798425"/>
                <a:ext cx="921534" cy="956347"/>
              </a:xfrm>
              <a:custGeom>
                <a:avLst/>
                <a:gdLst/>
                <a:ahLst/>
                <a:cxnLst/>
                <a:rect l="l" t="t" r="r" b="b"/>
                <a:pathLst>
                  <a:path w="21018" h="21812" extrusionOk="0">
                    <a:moveTo>
                      <a:pt x="19949" y="0"/>
                    </a:moveTo>
                    <a:cubicBezTo>
                      <a:pt x="19895" y="108"/>
                      <a:pt x="18497" y="140"/>
                      <a:pt x="16665" y="140"/>
                    </a:cubicBezTo>
                    <a:cubicBezTo>
                      <a:pt x="14029" y="140"/>
                      <a:pt x="10495" y="74"/>
                      <a:pt x="8767" y="74"/>
                    </a:cubicBezTo>
                    <a:cubicBezTo>
                      <a:pt x="8289" y="74"/>
                      <a:pt x="7949" y="79"/>
                      <a:pt x="7806" y="92"/>
                    </a:cubicBezTo>
                    <a:cubicBezTo>
                      <a:pt x="7806" y="92"/>
                      <a:pt x="1085" y="3300"/>
                      <a:pt x="123" y="6293"/>
                    </a:cubicBezTo>
                    <a:cubicBezTo>
                      <a:pt x="31" y="6599"/>
                      <a:pt x="1" y="6996"/>
                      <a:pt x="31" y="7469"/>
                    </a:cubicBezTo>
                    <a:cubicBezTo>
                      <a:pt x="306" y="11700"/>
                      <a:pt x="5102" y="21812"/>
                      <a:pt x="5102" y="21812"/>
                    </a:cubicBezTo>
                    <a:lnTo>
                      <a:pt x="5851" y="21476"/>
                    </a:lnTo>
                    <a:lnTo>
                      <a:pt x="8325" y="20407"/>
                    </a:lnTo>
                    <a:lnTo>
                      <a:pt x="8661" y="20254"/>
                    </a:lnTo>
                    <a:cubicBezTo>
                      <a:pt x="8661" y="20254"/>
                      <a:pt x="4858" y="8890"/>
                      <a:pt x="5622" y="8279"/>
                    </a:cubicBezTo>
                    <a:cubicBezTo>
                      <a:pt x="6385" y="7668"/>
                      <a:pt x="15015" y="6141"/>
                      <a:pt x="18024" y="5331"/>
                    </a:cubicBezTo>
                    <a:cubicBezTo>
                      <a:pt x="21018" y="4521"/>
                      <a:pt x="19949" y="1"/>
                      <a:pt x="199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50;p41">
                <a:extLst>
                  <a:ext uri="{FF2B5EF4-FFF2-40B4-BE49-F238E27FC236}">
                    <a16:creationId xmlns:a16="http://schemas.microsoft.com/office/drawing/2014/main" id="{807B4184-B4C9-8BF4-5DA6-C28433BCD5DC}"/>
                  </a:ext>
                </a:extLst>
              </p:cNvPr>
              <p:cNvSpPr/>
              <p:nvPr/>
            </p:nvSpPr>
            <p:spPr>
              <a:xfrm flipH="1">
                <a:off x="2317152" y="3713207"/>
                <a:ext cx="126624" cy="121275"/>
              </a:xfrm>
              <a:custGeom>
                <a:avLst/>
                <a:gdLst/>
                <a:ahLst/>
                <a:cxnLst/>
                <a:rect l="l" t="t" r="r" b="b"/>
                <a:pathLst>
                  <a:path w="2888" h="2766" extrusionOk="0">
                    <a:moveTo>
                      <a:pt x="2704" y="16"/>
                    </a:moveTo>
                    <a:lnTo>
                      <a:pt x="2887" y="2765"/>
                    </a:lnTo>
                    <a:lnTo>
                      <a:pt x="199" y="276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51;p41">
                <a:extLst>
                  <a:ext uri="{FF2B5EF4-FFF2-40B4-BE49-F238E27FC236}">
                    <a16:creationId xmlns:a16="http://schemas.microsoft.com/office/drawing/2014/main" id="{E91EDEAD-5061-4B24-66CF-B1B7B21BE848}"/>
                  </a:ext>
                </a:extLst>
              </p:cNvPr>
              <p:cNvSpPr/>
              <p:nvPr/>
            </p:nvSpPr>
            <p:spPr>
              <a:xfrm flipH="1">
                <a:off x="1935437" y="2798425"/>
                <a:ext cx="632245" cy="956347"/>
              </a:xfrm>
              <a:custGeom>
                <a:avLst/>
                <a:gdLst/>
                <a:ahLst/>
                <a:cxnLst/>
                <a:rect l="l" t="t" r="r" b="b"/>
                <a:pathLst>
                  <a:path w="14420" h="21812" extrusionOk="0">
                    <a:moveTo>
                      <a:pt x="14359" y="0"/>
                    </a:moveTo>
                    <a:lnTo>
                      <a:pt x="14267" y="46"/>
                    </a:lnTo>
                    <a:cubicBezTo>
                      <a:pt x="14267" y="46"/>
                      <a:pt x="3025" y="1619"/>
                      <a:pt x="1192" y="4766"/>
                    </a:cubicBezTo>
                    <a:cubicBezTo>
                      <a:pt x="1" y="6813"/>
                      <a:pt x="2307" y="21797"/>
                      <a:pt x="2307" y="21797"/>
                    </a:cubicBezTo>
                    <a:lnTo>
                      <a:pt x="6279" y="21812"/>
                    </a:lnTo>
                    <a:cubicBezTo>
                      <a:pt x="6279" y="21812"/>
                      <a:pt x="5698" y="9333"/>
                      <a:pt x="5881" y="8630"/>
                    </a:cubicBezTo>
                    <a:cubicBezTo>
                      <a:pt x="6111" y="7836"/>
                      <a:pt x="6492" y="7561"/>
                      <a:pt x="6645" y="7469"/>
                    </a:cubicBezTo>
                    <a:cubicBezTo>
                      <a:pt x="6615" y="6996"/>
                      <a:pt x="6645" y="6599"/>
                      <a:pt x="6737" y="6293"/>
                    </a:cubicBezTo>
                    <a:cubicBezTo>
                      <a:pt x="7699" y="3300"/>
                      <a:pt x="14420" y="92"/>
                      <a:pt x="14420" y="92"/>
                    </a:cubicBezTo>
                    <a:cubicBezTo>
                      <a:pt x="14389" y="77"/>
                      <a:pt x="14374" y="46"/>
                      <a:pt x="143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52;p41">
                <a:extLst>
                  <a:ext uri="{FF2B5EF4-FFF2-40B4-BE49-F238E27FC236}">
                    <a16:creationId xmlns:a16="http://schemas.microsoft.com/office/drawing/2014/main" id="{4065543F-FD5E-993E-EE14-05C71397681D}"/>
                  </a:ext>
                </a:extLst>
              </p:cNvPr>
              <p:cNvSpPr/>
              <p:nvPr/>
            </p:nvSpPr>
            <p:spPr>
              <a:xfrm flipH="1">
                <a:off x="1362164" y="2343007"/>
                <a:ext cx="583358" cy="606815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3840" extrusionOk="0">
                    <a:moveTo>
                      <a:pt x="11029" y="1"/>
                    </a:moveTo>
                    <a:lnTo>
                      <a:pt x="10265" y="108"/>
                    </a:lnTo>
                    <a:cubicBezTo>
                      <a:pt x="10265" y="108"/>
                      <a:pt x="10082" y="2139"/>
                      <a:pt x="9639" y="4171"/>
                    </a:cubicBezTo>
                    <a:lnTo>
                      <a:pt x="245" y="7730"/>
                    </a:lnTo>
                    <a:lnTo>
                      <a:pt x="123" y="8417"/>
                    </a:lnTo>
                    <a:cubicBezTo>
                      <a:pt x="77" y="8402"/>
                      <a:pt x="46" y="8402"/>
                      <a:pt x="1" y="8402"/>
                    </a:cubicBezTo>
                    <a:cubicBezTo>
                      <a:pt x="16" y="8539"/>
                      <a:pt x="16" y="8677"/>
                      <a:pt x="16" y="8814"/>
                    </a:cubicBezTo>
                    <a:cubicBezTo>
                      <a:pt x="31" y="9593"/>
                      <a:pt x="92" y="10158"/>
                      <a:pt x="169" y="10387"/>
                    </a:cubicBezTo>
                    <a:cubicBezTo>
                      <a:pt x="184" y="10433"/>
                      <a:pt x="199" y="10464"/>
                      <a:pt x="230" y="10479"/>
                    </a:cubicBezTo>
                    <a:cubicBezTo>
                      <a:pt x="474" y="10693"/>
                      <a:pt x="3804" y="10280"/>
                      <a:pt x="7393" y="11594"/>
                    </a:cubicBezTo>
                    <a:cubicBezTo>
                      <a:pt x="10304" y="12669"/>
                      <a:pt x="12031" y="13839"/>
                      <a:pt x="12294" y="13839"/>
                    </a:cubicBezTo>
                    <a:cubicBezTo>
                      <a:pt x="12311" y="13839"/>
                      <a:pt x="12322" y="13834"/>
                      <a:pt x="12327" y="13824"/>
                    </a:cubicBezTo>
                    <a:cubicBezTo>
                      <a:pt x="13304" y="11793"/>
                      <a:pt x="11533" y="3819"/>
                      <a:pt x="110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53;p41">
                <a:extLst>
                  <a:ext uri="{FF2B5EF4-FFF2-40B4-BE49-F238E27FC236}">
                    <a16:creationId xmlns:a16="http://schemas.microsoft.com/office/drawing/2014/main" id="{FD1B3A3A-EF12-6730-D3AD-D48BEA5E29A9}"/>
                  </a:ext>
                </a:extLst>
              </p:cNvPr>
              <p:cNvSpPr/>
              <p:nvPr/>
            </p:nvSpPr>
            <p:spPr>
              <a:xfrm flipH="1">
                <a:off x="1488744" y="2347699"/>
                <a:ext cx="456777" cy="386318"/>
              </a:xfrm>
              <a:custGeom>
                <a:avLst/>
                <a:gdLst/>
                <a:ahLst/>
                <a:cxnLst/>
                <a:rect l="l" t="t" r="r" b="b"/>
                <a:pathLst>
                  <a:path w="10418" h="8811" extrusionOk="0">
                    <a:moveTo>
                      <a:pt x="10265" y="1"/>
                    </a:moveTo>
                    <a:cubicBezTo>
                      <a:pt x="10265" y="1"/>
                      <a:pt x="10082" y="2032"/>
                      <a:pt x="9639" y="4064"/>
                    </a:cubicBezTo>
                    <a:lnTo>
                      <a:pt x="245" y="7638"/>
                    </a:lnTo>
                    <a:lnTo>
                      <a:pt x="123" y="8310"/>
                    </a:lnTo>
                    <a:cubicBezTo>
                      <a:pt x="77" y="8310"/>
                      <a:pt x="46" y="8310"/>
                      <a:pt x="1" y="8295"/>
                    </a:cubicBezTo>
                    <a:lnTo>
                      <a:pt x="1" y="8295"/>
                    </a:lnTo>
                    <a:cubicBezTo>
                      <a:pt x="16" y="8447"/>
                      <a:pt x="16" y="8585"/>
                      <a:pt x="16" y="8707"/>
                    </a:cubicBezTo>
                    <a:cubicBezTo>
                      <a:pt x="1227" y="8769"/>
                      <a:pt x="2467" y="8810"/>
                      <a:pt x="3626" y="8810"/>
                    </a:cubicBezTo>
                    <a:cubicBezTo>
                      <a:pt x="5347" y="8810"/>
                      <a:pt x="6887" y="8718"/>
                      <a:pt x="7882" y="8463"/>
                    </a:cubicBezTo>
                    <a:cubicBezTo>
                      <a:pt x="9150" y="8142"/>
                      <a:pt x="9791" y="5759"/>
                      <a:pt x="10036" y="4552"/>
                    </a:cubicBezTo>
                    <a:cubicBezTo>
                      <a:pt x="10418" y="2781"/>
                      <a:pt x="10295" y="352"/>
                      <a:pt x="10280" y="47"/>
                    </a:cubicBezTo>
                    <a:cubicBezTo>
                      <a:pt x="10265" y="16"/>
                      <a:pt x="10265" y="1"/>
                      <a:pt x="102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54;p41">
                <a:extLst>
                  <a:ext uri="{FF2B5EF4-FFF2-40B4-BE49-F238E27FC236}">
                    <a16:creationId xmlns:a16="http://schemas.microsoft.com/office/drawing/2014/main" id="{E2D3D503-6DBF-B83F-25AD-5D0658D95BE4}"/>
                  </a:ext>
                </a:extLst>
              </p:cNvPr>
              <p:cNvSpPr/>
              <p:nvPr/>
            </p:nvSpPr>
            <p:spPr>
              <a:xfrm flipH="1">
                <a:off x="1918030" y="2211779"/>
                <a:ext cx="107859" cy="298716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6813" extrusionOk="0">
                    <a:moveTo>
                      <a:pt x="2460" y="0"/>
                    </a:moveTo>
                    <a:lnTo>
                      <a:pt x="2460" y="0"/>
                    </a:lnTo>
                    <a:cubicBezTo>
                      <a:pt x="2457" y="5"/>
                      <a:pt x="2454" y="11"/>
                      <a:pt x="2451" y="18"/>
                    </a:cubicBezTo>
                    <a:lnTo>
                      <a:pt x="2451" y="18"/>
                    </a:lnTo>
                    <a:cubicBezTo>
                      <a:pt x="2457" y="6"/>
                      <a:pt x="2460" y="0"/>
                      <a:pt x="2460" y="0"/>
                    </a:cubicBezTo>
                    <a:close/>
                    <a:moveTo>
                      <a:pt x="2451" y="18"/>
                    </a:moveTo>
                    <a:cubicBezTo>
                      <a:pt x="2323" y="287"/>
                      <a:pt x="791" y="3504"/>
                      <a:pt x="1" y="5025"/>
                    </a:cubicBezTo>
                    <a:lnTo>
                      <a:pt x="1925" y="6812"/>
                    </a:lnTo>
                    <a:cubicBezTo>
                      <a:pt x="2060" y="3629"/>
                      <a:pt x="2284" y="416"/>
                      <a:pt x="2451" y="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55;p41">
                <a:extLst>
                  <a:ext uri="{FF2B5EF4-FFF2-40B4-BE49-F238E27FC236}">
                    <a16:creationId xmlns:a16="http://schemas.microsoft.com/office/drawing/2014/main" id="{0243F9CD-2888-1E88-11B0-D7AFCEFCDF35}"/>
                  </a:ext>
                </a:extLst>
              </p:cNvPr>
              <p:cNvSpPr/>
              <p:nvPr/>
            </p:nvSpPr>
            <p:spPr>
              <a:xfrm flipH="1">
                <a:off x="1941444" y="2343665"/>
                <a:ext cx="362379" cy="296743"/>
              </a:xfrm>
              <a:custGeom>
                <a:avLst/>
                <a:gdLst/>
                <a:ahLst/>
                <a:cxnLst/>
                <a:rect l="l" t="t" r="r" b="b"/>
                <a:pathLst>
                  <a:path w="8265" h="6768" extrusionOk="0">
                    <a:moveTo>
                      <a:pt x="1025" y="1"/>
                    </a:moveTo>
                    <a:cubicBezTo>
                      <a:pt x="1025" y="1"/>
                      <a:pt x="1024" y="1"/>
                      <a:pt x="1024" y="1"/>
                    </a:cubicBezTo>
                    <a:cubicBezTo>
                      <a:pt x="826" y="261"/>
                      <a:pt x="1" y="1254"/>
                      <a:pt x="1" y="1254"/>
                    </a:cubicBezTo>
                    <a:cubicBezTo>
                      <a:pt x="1" y="1254"/>
                      <a:pt x="2735" y="5332"/>
                      <a:pt x="4537" y="6768"/>
                    </a:cubicBezTo>
                    <a:lnTo>
                      <a:pt x="4553" y="6691"/>
                    </a:lnTo>
                    <a:cubicBezTo>
                      <a:pt x="4553" y="6691"/>
                      <a:pt x="6034" y="6447"/>
                      <a:pt x="7653" y="6172"/>
                    </a:cubicBezTo>
                    <a:cubicBezTo>
                      <a:pt x="7837" y="6141"/>
                      <a:pt x="8020" y="6111"/>
                      <a:pt x="8188" y="6080"/>
                    </a:cubicBezTo>
                    <a:cubicBezTo>
                      <a:pt x="8203" y="5347"/>
                      <a:pt x="8234" y="4568"/>
                      <a:pt x="8264" y="3804"/>
                    </a:cubicBezTo>
                    <a:lnTo>
                      <a:pt x="6340" y="2017"/>
                    </a:lnTo>
                    <a:cubicBezTo>
                      <a:pt x="6034" y="2613"/>
                      <a:pt x="5805" y="3010"/>
                      <a:pt x="5759" y="3025"/>
                    </a:cubicBezTo>
                    <a:cubicBezTo>
                      <a:pt x="5759" y="3025"/>
                      <a:pt x="5758" y="3025"/>
                      <a:pt x="5758" y="3025"/>
                    </a:cubicBezTo>
                    <a:cubicBezTo>
                      <a:pt x="5509" y="3025"/>
                      <a:pt x="1099" y="1"/>
                      <a:pt x="1025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56;p41">
                <a:extLst>
                  <a:ext uri="{FF2B5EF4-FFF2-40B4-BE49-F238E27FC236}">
                    <a16:creationId xmlns:a16="http://schemas.microsoft.com/office/drawing/2014/main" id="{43BD3E9C-B9BC-1E89-7BF5-6E802D774F49}"/>
                  </a:ext>
                </a:extLst>
              </p:cNvPr>
              <p:cNvSpPr/>
              <p:nvPr/>
            </p:nvSpPr>
            <p:spPr>
              <a:xfrm flipH="1">
                <a:off x="2104196" y="2612259"/>
                <a:ext cx="216331" cy="83086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1895" extrusionOk="0">
                    <a:moveTo>
                      <a:pt x="4934" y="565"/>
                    </a:moveTo>
                    <a:lnTo>
                      <a:pt x="4888" y="1894"/>
                    </a:lnTo>
                    <a:lnTo>
                      <a:pt x="0" y="1894"/>
                    </a:lnTo>
                    <a:cubicBezTo>
                      <a:pt x="0" y="1894"/>
                      <a:pt x="489" y="0"/>
                      <a:pt x="1818" y="0"/>
                    </a:cubicBezTo>
                    <a:cubicBezTo>
                      <a:pt x="3131" y="0"/>
                      <a:pt x="3651" y="687"/>
                      <a:pt x="3651" y="687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57;p41">
                <a:extLst>
                  <a:ext uri="{FF2B5EF4-FFF2-40B4-BE49-F238E27FC236}">
                    <a16:creationId xmlns:a16="http://schemas.microsoft.com/office/drawing/2014/main" id="{4C905737-B1CD-64A7-A786-49B0B57B4EB9}"/>
                  </a:ext>
                </a:extLst>
              </p:cNvPr>
              <p:cNvSpPr/>
              <p:nvPr/>
            </p:nvSpPr>
            <p:spPr>
              <a:xfrm flipH="1">
                <a:off x="2258882" y="2282326"/>
                <a:ext cx="187569" cy="116321"/>
              </a:xfrm>
              <a:custGeom>
                <a:avLst/>
                <a:gdLst/>
                <a:ahLst/>
                <a:cxnLst/>
                <a:rect l="l" t="t" r="r" b="b"/>
                <a:pathLst>
                  <a:path w="4278" h="2653" extrusionOk="0">
                    <a:moveTo>
                      <a:pt x="1729" y="1"/>
                    </a:moveTo>
                    <a:cubicBezTo>
                      <a:pt x="1454" y="1"/>
                      <a:pt x="1171" y="92"/>
                      <a:pt x="917" y="346"/>
                    </a:cubicBezTo>
                    <a:cubicBezTo>
                      <a:pt x="1" y="1247"/>
                      <a:pt x="92" y="1476"/>
                      <a:pt x="230" y="1538"/>
                    </a:cubicBezTo>
                    <a:cubicBezTo>
                      <a:pt x="236" y="1542"/>
                      <a:pt x="245" y="1544"/>
                      <a:pt x="256" y="1544"/>
                    </a:cubicBezTo>
                    <a:cubicBezTo>
                      <a:pt x="440" y="1544"/>
                      <a:pt x="1183" y="955"/>
                      <a:pt x="1299" y="911"/>
                    </a:cubicBezTo>
                    <a:lnTo>
                      <a:pt x="1299" y="911"/>
                    </a:lnTo>
                    <a:cubicBezTo>
                      <a:pt x="1268" y="1018"/>
                      <a:pt x="841" y="1904"/>
                      <a:pt x="1528" y="2271"/>
                    </a:cubicBezTo>
                    <a:cubicBezTo>
                      <a:pt x="1753" y="2391"/>
                      <a:pt x="1966" y="2431"/>
                      <a:pt x="2149" y="2431"/>
                    </a:cubicBezTo>
                    <a:cubicBezTo>
                      <a:pt x="2497" y="2431"/>
                      <a:pt x="2735" y="2286"/>
                      <a:pt x="2735" y="2286"/>
                    </a:cubicBezTo>
                    <a:lnTo>
                      <a:pt x="3254" y="2653"/>
                    </a:lnTo>
                    <a:cubicBezTo>
                      <a:pt x="3254" y="2653"/>
                      <a:pt x="4079" y="1660"/>
                      <a:pt x="4277" y="1400"/>
                    </a:cubicBezTo>
                    <a:lnTo>
                      <a:pt x="4247" y="1370"/>
                    </a:lnTo>
                    <a:lnTo>
                      <a:pt x="3101" y="591"/>
                    </a:lnTo>
                    <a:cubicBezTo>
                      <a:pt x="3079" y="591"/>
                      <a:pt x="2428" y="1"/>
                      <a:pt x="1729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58;p41">
                <a:extLst>
                  <a:ext uri="{FF2B5EF4-FFF2-40B4-BE49-F238E27FC236}">
                    <a16:creationId xmlns:a16="http://schemas.microsoft.com/office/drawing/2014/main" id="{B31557A6-82AA-DE4B-0D10-EFC5FF6303E9}"/>
                  </a:ext>
                </a:extLst>
              </p:cNvPr>
              <p:cNvSpPr/>
              <p:nvPr/>
            </p:nvSpPr>
            <p:spPr>
              <a:xfrm flipH="1">
                <a:off x="2287030" y="2353749"/>
                <a:ext cx="96459" cy="5581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1273" extrusionOk="0">
                    <a:moveTo>
                      <a:pt x="611" y="0"/>
                    </a:moveTo>
                    <a:lnTo>
                      <a:pt x="199" y="489"/>
                    </a:lnTo>
                    <a:cubicBezTo>
                      <a:pt x="199" y="489"/>
                      <a:pt x="0" y="856"/>
                      <a:pt x="352" y="1024"/>
                    </a:cubicBezTo>
                    <a:cubicBezTo>
                      <a:pt x="666" y="1160"/>
                      <a:pt x="1238" y="1273"/>
                      <a:pt x="1574" y="1273"/>
                    </a:cubicBezTo>
                    <a:cubicBezTo>
                      <a:pt x="1613" y="1273"/>
                      <a:pt x="1649" y="1271"/>
                      <a:pt x="1680" y="1268"/>
                    </a:cubicBezTo>
                    <a:cubicBezTo>
                      <a:pt x="1971" y="1237"/>
                      <a:pt x="2200" y="840"/>
                      <a:pt x="2200" y="840"/>
                    </a:cubicBezTo>
                    <a:lnTo>
                      <a:pt x="1314" y="0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59;p41">
                <a:extLst>
                  <a:ext uri="{FF2B5EF4-FFF2-40B4-BE49-F238E27FC236}">
                    <a16:creationId xmlns:a16="http://schemas.microsoft.com/office/drawing/2014/main" id="{5B8F9094-360C-DE75-7197-0259A3449515}"/>
                  </a:ext>
                </a:extLst>
              </p:cNvPr>
              <p:cNvSpPr/>
              <p:nvPr/>
            </p:nvSpPr>
            <p:spPr>
              <a:xfrm flipH="1">
                <a:off x="2317590" y="2352960"/>
                <a:ext cx="67916" cy="3029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691" extrusionOk="0">
                    <a:moveTo>
                      <a:pt x="1198" y="1"/>
                    </a:moveTo>
                    <a:cubicBezTo>
                      <a:pt x="1182" y="1"/>
                      <a:pt x="1169" y="6"/>
                      <a:pt x="1161" y="18"/>
                    </a:cubicBezTo>
                    <a:cubicBezTo>
                      <a:pt x="1085" y="110"/>
                      <a:pt x="1268" y="232"/>
                      <a:pt x="1284" y="339"/>
                    </a:cubicBezTo>
                    <a:cubicBezTo>
                      <a:pt x="1284" y="461"/>
                      <a:pt x="947" y="507"/>
                      <a:pt x="703" y="507"/>
                    </a:cubicBezTo>
                    <a:cubicBezTo>
                      <a:pt x="443" y="507"/>
                      <a:pt x="0" y="568"/>
                      <a:pt x="0" y="568"/>
                    </a:cubicBezTo>
                    <a:lnTo>
                      <a:pt x="199" y="690"/>
                    </a:lnTo>
                    <a:cubicBezTo>
                      <a:pt x="221" y="602"/>
                      <a:pt x="349" y="578"/>
                      <a:pt x="511" y="578"/>
                    </a:cubicBezTo>
                    <a:cubicBezTo>
                      <a:pt x="684" y="578"/>
                      <a:pt x="896" y="606"/>
                      <a:pt x="1054" y="614"/>
                    </a:cubicBezTo>
                    <a:cubicBezTo>
                      <a:pt x="1284" y="614"/>
                      <a:pt x="1421" y="553"/>
                      <a:pt x="1482" y="385"/>
                    </a:cubicBezTo>
                    <a:cubicBezTo>
                      <a:pt x="1548" y="239"/>
                      <a:pt x="1304" y="1"/>
                      <a:pt x="11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60;p41">
                <a:extLst>
                  <a:ext uri="{FF2B5EF4-FFF2-40B4-BE49-F238E27FC236}">
                    <a16:creationId xmlns:a16="http://schemas.microsoft.com/office/drawing/2014/main" id="{E655103C-3FCE-253B-EF91-E5E355029459}"/>
                  </a:ext>
                </a:extLst>
              </p:cNvPr>
              <p:cNvSpPr/>
              <p:nvPr/>
            </p:nvSpPr>
            <p:spPr>
              <a:xfrm flipH="1">
                <a:off x="1542980" y="2527858"/>
                <a:ext cx="563277" cy="198267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4522" extrusionOk="0">
                    <a:moveTo>
                      <a:pt x="12831" y="1696"/>
                    </a:moveTo>
                    <a:lnTo>
                      <a:pt x="8050" y="1"/>
                    </a:lnTo>
                    <a:cubicBezTo>
                      <a:pt x="7699" y="642"/>
                      <a:pt x="7332" y="1131"/>
                      <a:pt x="6951" y="1238"/>
                    </a:cubicBezTo>
                    <a:cubicBezTo>
                      <a:pt x="6401" y="1375"/>
                      <a:pt x="5057" y="1635"/>
                      <a:pt x="3697" y="1864"/>
                    </a:cubicBezTo>
                    <a:cubicBezTo>
                      <a:pt x="3514" y="1910"/>
                      <a:pt x="3331" y="1940"/>
                      <a:pt x="3147" y="1971"/>
                    </a:cubicBezTo>
                    <a:cubicBezTo>
                      <a:pt x="1528" y="2246"/>
                      <a:pt x="47" y="2490"/>
                      <a:pt x="47" y="2490"/>
                    </a:cubicBezTo>
                    <a:lnTo>
                      <a:pt x="31" y="2567"/>
                    </a:lnTo>
                    <a:lnTo>
                      <a:pt x="31" y="2612"/>
                    </a:lnTo>
                    <a:lnTo>
                      <a:pt x="1" y="3819"/>
                    </a:lnTo>
                    <a:lnTo>
                      <a:pt x="1" y="4125"/>
                    </a:lnTo>
                    <a:cubicBezTo>
                      <a:pt x="1" y="4125"/>
                      <a:pt x="1620" y="4048"/>
                      <a:pt x="3667" y="4186"/>
                    </a:cubicBezTo>
                    <a:cubicBezTo>
                      <a:pt x="6538" y="4399"/>
                      <a:pt x="10235" y="4522"/>
                      <a:pt x="11456" y="3941"/>
                    </a:cubicBezTo>
                    <a:cubicBezTo>
                      <a:pt x="12022" y="3666"/>
                      <a:pt x="12480" y="2780"/>
                      <a:pt x="12846" y="1681"/>
                    </a:cubicBezTo>
                    <a:cubicBezTo>
                      <a:pt x="12831" y="1681"/>
                      <a:pt x="12831" y="1681"/>
                      <a:pt x="12831" y="1696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61;p41">
                <a:extLst>
                  <a:ext uri="{FF2B5EF4-FFF2-40B4-BE49-F238E27FC236}">
                    <a16:creationId xmlns:a16="http://schemas.microsoft.com/office/drawing/2014/main" id="{F37B0936-7CEA-6D7D-1FC0-9562F1872477}"/>
                  </a:ext>
                </a:extLst>
              </p:cNvPr>
              <p:cNvSpPr/>
              <p:nvPr/>
            </p:nvSpPr>
            <p:spPr>
              <a:xfrm flipH="1">
                <a:off x="1543638" y="2527858"/>
                <a:ext cx="217033" cy="101852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2323" extrusionOk="0">
                    <a:moveTo>
                      <a:pt x="168" y="1"/>
                    </a:moveTo>
                    <a:lnTo>
                      <a:pt x="0" y="306"/>
                    </a:lnTo>
                    <a:lnTo>
                      <a:pt x="4735" y="2322"/>
                    </a:lnTo>
                    <a:lnTo>
                      <a:pt x="4949" y="1696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62;p41">
                <a:extLst>
                  <a:ext uri="{FF2B5EF4-FFF2-40B4-BE49-F238E27FC236}">
                    <a16:creationId xmlns:a16="http://schemas.microsoft.com/office/drawing/2014/main" id="{C6846AFD-BD00-45FF-EEBE-9807FB9537FA}"/>
                  </a:ext>
                </a:extLst>
              </p:cNvPr>
              <p:cNvSpPr/>
              <p:nvPr/>
            </p:nvSpPr>
            <p:spPr>
              <a:xfrm flipH="1">
                <a:off x="1461955" y="2128035"/>
                <a:ext cx="482207" cy="481550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10983" extrusionOk="0">
                    <a:moveTo>
                      <a:pt x="7485" y="1"/>
                    </a:moveTo>
                    <a:cubicBezTo>
                      <a:pt x="7469" y="215"/>
                      <a:pt x="7164" y="2475"/>
                      <a:pt x="4842" y="2475"/>
                    </a:cubicBezTo>
                    <a:cubicBezTo>
                      <a:pt x="2414" y="2475"/>
                      <a:pt x="2811" y="62"/>
                      <a:pt x="2811" y="62"/>
                    </a:cubicBezTo>
                    <a:lnTo>
                      <a:pt x="2811" y="47"/>
                    </a:lnTo>
                    <a:cubicBezTo>
                      <a:pt x="1635" y="291"/>
                      <a:pt x="886" y="1406"/>
                      <a:pt x="611" y="1910"/>
                    </a:cubicBezTo>
                    <a:cubicBezTo>
                      <a:pt x="443" y="2216"/>
                      <a:pt x="199" y="5484"/>
                      <a:pt x="61" y="8722"/>
                    </a:cubicBezTo>
                    <a:cubicBezTo>
                      <a:pt x="31" y="9486"/>
                      <a:pt x="15" y="10265"/>
                      <a:pt x="0" y="10983"/>
                    </a:cubicBezTo>
                    <a:cubicBezTo>
                      <a:pt x="1360" y="10754"/>
                      <a:pt x="2704" y="10494"/>
                      <a:pt x="3254" y="10357"/>
                    </a:cubicBezTo>
                    <a:cubicBezTo>
                      <a:pt x="3635" y="10250"/>
                      <a:pt x="4002" y="9761"/>
                      <a:pt x="4353" y="9120"/>
                    </a:cubicBezTo>
                    <a:lnTo>
                      <a:pt x="9134" y="10800"/>
                    </a:lnTo>
                    <a:lnTo>
                      <a:pt x="9149" y="10800"/>
                    </a:lnTo>
                    <a:cubicBezTo>
                      <a:pt x="9928" y="8402"/>
                      <a:pt x="10234" y="5011"/>
                      <a:pt x="10234" y="5011"/>
                    </a:cubicBezTo>
                    <a:lnTo>
                      <a:pt x="10998" y="4904"/>
                    </a:lnTo>
                    <a:cubicBezTo>
                      <a:pt x="10891" y="4217"/>
                      <a:pt x="10830" y="3606"/>
                      <a:pt x="10769" y="3132"/>
                    </a:cubicBezTo>
                    <a:cubicBezTo>
                      <a:pt x="10524" y="734"/>
                      <a:pt x="8691" y="123"/>
                      <a:pt x="74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63;p41">
                <a:extLst>
                  <a:ext uri="{FF2B5EF4-FFF2-40B4-BE49-F238E27FC236}">
                    <a16:creationId xmlns:a16="http://schemas.microsoft.com/office/drawing/2014/main" id="{328E86AB-4393-6B16-605D-A3E1F76B532B}"/>
                  </a:ext>
                </a:extLst>
              </p:cNvPr>
              <p:cNvSpPr/>
              <p:nvPr/>
            </p:nvSpPr>
            <p:spPr>
              <a:xfrm flipH="1">
                <a:off x="1672235" y="2305520"/>
                <a:ext cx="83744" cy="210982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4812" extrusionOk="0">
                    <a:moveTo>
                      <a:pt x="1910" y="0"/>
                    </a:moveTo>
                    <a:lnTo>
                      <a:pt x="0" y="4629"/>
                    </a:lnTo>
                    <a:lnTo>
                      <a:pt x="504" y="4812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64;p41">
                <a:extLst>
                  <a:ext uri="{FF2B5EF4-FFF2-40B4-BE49-F238E27FC236}">
                    <a16:creationId xmlns:a16="http://schemas.microsoft.com/office/drawing/2014/main" id="{AEF9B97F-DF1A-06D9-8416-D6ECABB12DE8}"/>
                  </a:ext>
                </a:extLst>
              </p:cNvPr>
              <p:cNvSpPr/>
              <p:nvPr/>
            </p:nvSpPr>
            <p:spPr>
              <a:xfrm flipH="1">
                <a:off x="1598576" y="2128035"/>
                <a:ext cx="330197" cy="195593"/>
              </a:xfrm>
              <a:custGeom>
                <a:avLst/>
                <a:gdLst/>
                <a:ahLst/>
                <a:cxnLst/>
                <a:rect l="l" t="t" r="r" b="b"/>
                <a:pathLst>
                  <a:path w="7531" h="4461" extrusionOk="0">
                    <a:moveTo>
                      <a:pt x="2765" y="1"/>
                    </a:moveTo>
                    <a:cubicBezTo>
                      <a:pt x="1421" y="1"/>
                      <a:pt x="306" y="1009"/>
                      <a:pt x="153" y="2323"/>
                    </a:cubicBezTo>
                    <a:cubicBezTo>
                      <a:pt x="138" y="2475"/>
                      <a:pt x="123" y="2628"/>
                      <a:pt x="107" y="2750"/>
                    </a:cubicBezTo>
                    <a:cubicBezTo>
                      <a:pt x="0" y="3743"/>
                      <a:pt x="3987" y="4461"/>
                      <a:pt x="3987" y="4461"/>
                    </a:cubicBezTo>
                    <a:lnTo>
                      <a:pt x="6034" y="4339"/>
                    </a:lnTo>
                    <a:lnTo>
                      <a:pt x="7286" y="1910"/>
                    </a:lnTo>
                    <a:lnTo>
                      <a:pt x="7531" y="917"/>
                    </a:lnTo>
                    <a:lnTo>
                      <a:pt x="7134" y="1"/>
                    </a:lnTo>
                    <a:lnTo>
                      <a:pt x="6095" y="1"/>
                    </a:lnTo>
                    <a:cubicBezTo>
                      <a:pt x="6095" y="1"/>
                      <a:pt x="4613" y="1620"/>
                      <a:pt x="3666" y="1620"/>
                    </a:cubicBezTo>
                    <a:cubicBezTo>
                      <a:pt x="2704" y="1620"/>
                      <a:pt x="3223" y="1"/>
                      <a:pt x="32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65;p41">
                <a:extLst>
                  <a:ext uri="{FF2B5EF4-FFF2-40B4-BE49-F238E27FC236}">
                    <a16:creationId xmlns:a16="http://schemas.microsoft.com/office/drawing/2014/main" id="{B71FADF4-B33C-BAE4-182C-3BECFB3B25AD}"/>
                  </a:ext>
                </a:extLst>
              </p:cNvPr>
              <p:cNvSpPr/>
              <p:nvPr/>
            </p:nvSpPr>
            <p:spPr>
              <a:xfrm flipH="1">
                <a:off x="1822931" y="3851188"/>
                <a:ext cx="343569" cy="96459"/>
              </a:xfrm>
              <a:custGeom>
                <a:avLst/>
                <a:gdLst/>
                <a:ahLst/>
                <a:cxnLst/>
                <a:rect l="l" t="t" r="r" b="b"/>
                <a:pathLst>
                  <a:path w="7836" h="2200" extrusionOk="0">
                    <a:moveTo>
                      <a:pt x="7698" y="0"/>
                    </a:moveTo>
                    <a:cubicBezTo>
                      <a:pt x="7698" y="0"/>
                      <a:pt x="733" y="1222"/>
                      <a:pt x="0" y="1421"/>
                    </a:cubicBezTo>
                    <a:cubicBezTo>
                      <a:pt x="96" y="1871"/>
                      <a:pt x="374" y="2199"/>
                      <a:pt x="780" y="2199"/>
                    </a:cubicBezTo>
                    <a:cubicBezTo>
                      <a:pt x="829" y="2199"/>
                      <a:pt x="879" y="2194"/>
                      <a:pt x="932" y="2184"/>
                    </a:cubicBezTo>
                    <a:lnTo>
                      <a:pt x="7561" y="947"/>
                    </a:lnTo>
                    <a:cubicBezTo>
                      <a:pt x="7729" y="917"/>
                      <a:pt x="7836" y="764"/>
                      <a:pt x="7805" y="596"/>
                    </a:cubicBezTo>
                    <a:lnTo>
                      <a:pt x="7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66;p41">
                <a:extLst>
                  <a:ext uri="{FF2B5EF4-FFF2-40B4-BE49-F238E27FC236}">
                    <a16:creationId xmlns:a16="http://schemas.microsoft.com/office/drawing/2014/main" id="{A14ABE8D-FA35-703F-B0AB-548738EB83A0}"/>
                  </a:ext>
                </a:extLst>
              </p:cNvPr>
              <p:cNvSpPr/>
              <p:nvPr/>
            </p:nvSpPr>
            <p:spPr>
              <a:xfrm flipH="1">
                <a:off x="1828937" y="3766348"/>
                <a:ext cx="337563" cy="147144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3356" extrusionOk="0">
                    <a:moveTo>
                      <a:pt x="6611" y="0"/>
                    </a:moveTo>
                    <a:cubicBezTo>
                      <a:pt x="6582" y="0"/>
                      <a:pt x="6551" y="9"/>
                      <a:pt x="6522" y="26"/>
                    </a:cubicBezTo>
                    <a:cubicBezTo>
                      <a:pt x="5816" y="460"/>
                      <a:pt x="5249" y="599"/>
                      <a:pt x="4813" y="599"/>
                    </a:cubicBezTo>
                    <a:cubicBezTo>
                      <a:pt x="4267" y="599"/>
                      <a:pt x="3926" y="382"/>
                      <a:pt x="3773" y="255"/>
                    </a:cubicBezTo>
                    <a:cubicBezTo>
                      <a:pt x="3742" y="232"/>
                      <a:pt x="3708" y="221"/>
                      <a:pt x="3674" y="221"/>
                    </a:cubicBezTo>
                    <a:cubicBezTo>
                      <a:pt x="3639" y="221"/>
                      <a:pt x="3605" y="232"/>
                      <a:pt x="3574" y="255"/>
                    </a:cubicBezTo>
                    <a:cubicBezTo>
                      <a:pt x="3513" y="316"/>
                      <a:pt x="3422" y="408"/>
                      <a:pt x="3299" y="500"/>
                    </a:cubicBezTo>
                    <a:cubicBezTo>
                      <a:pt x="3238" y="561"/>
                      <a:pt x="3177" y="622"/>
                      <a:pt x="3101" y="683"/>
                    </a:cubicBezTo>
                    <a:cubicBezTo>
                      <a:pt x="2994" y="774"/>
                      <a:pt x="2887" y="881"/>
                      <a:pt x="2765" y="988"/>
                    </a:cubicBezTo>
                    <a:cubicBezTo>
                      <a:pt x="2704" y="1049"/>
                      <a:pt x="2643" y="1110"/>
                      <a:pt x="2566" y="1172"/>
                    </a:cubicBezTo>
                    <a:cubicBezTo>
                      <a:pt x="2444" y="1279"/>
                      <a:pt x="2322" y="1401"/>
                      <a:pt x="2184" y="1508"/>
                    </a:cubicBezTo>
                    <a:cubicBezTo>
                      <a:pt x="2108" y="1569"/>
                      <a:pt x="2047" y="1630"/>
                      <a:pt x="1971" y="1691"/>
                    </a:cubicBezTo>
                    <a:cubicBezTo>
                      <a:pt x="1130" y="2439"/>
                      <a:pt x="245" y="3203"/>
                      <a:pt x="0" y="3356"/>
                    </a:cubicBezTo>
                    <a:cubicBezTo>
                      <a:pt x="733" y="3157"/>
                      <a:pt x="7698" y="1935"/>
                      <a:pt x="7698" y="1935"/>
                    </a:cubicBezTo>
                    <a:lnTo>
                      <a:pt x="6736" y="72"/>
                    </a:lnTo>
                    <a:cubicBezTo>
                      <a:pt x="6707" y="24"/>
                      <a:pt x="6661" y="0"/>
                      <a:pt x="66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67;p41">
                <a:extLst>
                  <a:ext uri="{FF2B5EF4-FFF2-40B4-BE49-F238E27FC236}">
                    <a16:creationId xmlns:a16="http://schemas.microsoft.com/office/drawing/2014/main" id="{2FC6C4A7-C5EA-4D6A-6B39-0AC8E30ED9BB}"/>
                  </a:ext>
                </a:extLst>
              </p:cNvPr>
              <p:cNvSpPr/>
              <p:nvPr/>
            </p:nvSpPr>
            <p:spPr>
              <a:xfrm flipH="1">
                <a:off x="2279664" y="3902749"/>
                <a:ext cx="344271" cy="47616"/>
              </a:xfrm>
              <a:custGeom>
                <a:avLst/>
                <a:gdLst/>
                <a:ahLst/>
                <a:cxnLst/>
                <a:rect l="l" t="t" r="r" b="b"/>
                <a:pathLst>
                  <a:path w="7852" h="1086" extrusionOk="0">
                    <a:moveTo>
                      <a:pt x="7837" y="0"/>
                    </a:moveTo>
                    <a:cubicBezTo>
                      <a:pt x="7837" y="0"/>
                      <a:pt x="765" y="92"/>
                      <a:pt x="1" y="184"/>
                    </a:cubicBezTo>
                    <a:cubicBezTo>
                      <a:pt x="16" y="679"/>
                      <a:pt x="296" y="1085"/>
                      <a:pt x="783" y="1085"/>
                    </a:cubicBezTo>
                    <a:cubicBezTo>
                      <a:pt x="792" y="1085"/>
                      <a:pt x="801" y="1085"/>
                      <a:pt x="810" y="1085"/>
                    </a:cubicBezTo>
                    <a:lnTo>
                      <a:pt x="7546" y="917"/>
                    </a:lnTo>
                    <a:cubicBezTo>
                      <a:pt x="7714" y="917"/>
                      <a:pt x="7852" y="779"/>
                      <a:pt x="7852" y="596"/>
                    </a:cubicBezTo>
                    <a:lnTo>
                      <a:pt x="7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68;p41">
                <a:extLst>
                  <a:ext uri="{FF2B5EF4-FFF2-40B4-BE49-F238E27FC236}">
                    <a16:creationId xmlns:a16="http://schemas.microsoft.com/office/drawing/2014/main" id="{D0686AE3-6B20-3FD3-E8C5-90BA0D89F2C5}"/>
                  </a:ext>
                </a:extLst>
              </p:cNvPr>
              <p:cNvSpPr/>
              <p:nvPr/>
            </p:nvSpPr>
            <p:spPr>
              <a:xfrm flipH="1">
                <a:off x="2280979" y="3800459"/>
                <a:ext cx="342956" cy="110358"/>
              </a:xfrm>
              <a:custGeom>
                <a:avLst/>
                <a:gdLst/>
                <a:ahLst/>
                <a:cxnLst/>
                <a:rect l="l" t="t" r="r" b="b"/>
                <a:pathLst>
                  <a:path w="7822" h="2517" extrusionOk="0">
                    <a:moveTo>
                      <a:pt x="4100" y="0"/>
                    </a:moveTo>
                    <a:cubicBezTo>
                      <a:pt x="4071" y="0"/>
                      <a:pt x="4042" y="9"/>
                      <a:pt x="4018" y="27"/>
                    </a:cubicBezTo>
                    <a:cubicBezTo>
                      <a:pt x="3957" y="73"/>
                      <a:pt x="3850" y="134"/>
                      <a:pt x="3712" y="226"/>
                    </a:cubicBezTo>
                    <a:cubicBezTo>
                      <a:pt x="3651" y="271"/>
                      <a:pt x="3575" y="317"/>
                      <a:pt x="3483" y="378"/>
                    </a:cubicBezTo>
                    <a:cubicBezTo>
                      <a:pt x="3376" y="455"/>
                      <a:pt x="3239" y="531"/>
                      <a:pt x="3102" y="623"/>
                    </a:cubicBezTo>
                    <a:cubicBezTo>
                      <a:pt x="3040" y="669"/>
                      <a:pt x="2964" y="714"/>
                      <a:pt x="2888" y="760"/>
                    </a:cubicBezTo>
                    <a:cubicBezTo>
                      <a:pt x="2750" y="852"/>
                      <a:pt x="2597" y="943"/>
                      <a:pt x="2445" y="1035"/>
                    </a:cubicBezTo>
                    <a:cubicBezTo>
                      <a:pt x="2368" y="1096"/>
                      <a:pt x="2292" y="1142"/>
                      <a:pt x="2216" y="1188"/>
                    </a:cubicBezTo>
                    <a:cubicBezTo>
                      <a:pt x="1269" y="1784"/>
                      <a:pt x="261" y="2410"/>
                      <a:pt x="1" y="2517"/>
                    </a:cubicBezTo>
                    <a:cubicBezTo>
                      <a:pt x="749" y="2425"/>
                      <a:pt x="7821" y="2333"/>
                      <a:pt x="7821" y="2333"/>
                    </a:cubicBezTo>
                    <a:lnTo>
                      <a:pt x="7164" y="348"/>
                    </a:lnTo>
                    <a:cubicBezTo>
                      <a:pt x="7152" y="288"/>
                      <a:pt x="7084" y="247"/>
                      <a:pt x="7018" y="247"/>
                    </a:cubicBezTo>
                    <a:cubicBezTo>
                      <a:pt x="7000" y="247"/>
                      <a:pt x="6982" y="250"/>
                      <a:pt x="6966" y="256"/>
                    </a:cubicBezTo>
                    <a:cubicBezTo>
                      <a:pt x="6392" y="495"/>
                      <a:pt x="5922" y="581"/>
                      <a:pt x="5541" y="581"/>
                    </a:cubicBezTo>
                    <a:cubicBezTo>
                      <a:pt x="4775" y="581"/>
                      <a:pt x="4370" y="231"/>
                      <a:pt x="4217" y="58"/>
                    </a:cubicBezTo>
                    <a:cubicBezTo>
                      <a:pt x="4189" y="21"/>
                      <a:pt x="4144" y="0"/>
                      <a:pt x="41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69;p41">
                <a:extLst>
                  <a:ext uri="{FF2B5EF4-FFF2-40B4-BE49-F238E27FC236}">
                    <a16:creationId xmlns:a16="http://schemas.microsoft.com/office/drawing/2014/main" id="{8C20D531-0DCE-261D-5BA6-17AB0B0E72CD}"/>
                  </a:ext>
                </a:extLst>
              </p:cNvPr>
              <p:cNvSpPr/>
              <p:nvPr/>
            </p:nvSpPr>
            <p:spPr>
              <a:xfrm flipH="1">
                <a:off x="2384804" y="2288113"/>
                <a:ext cx="606771" cy="420605"/>
              </a:xfrm>
              <a:custGeom>
                <a:avLst/>
                <a:gdLst/>
                <a:ahLst/>
                <a:cxnLst/>
                <a:rect l="l" t="t" r="r" b="b"/>
                <a:pathLst>
                  <a:path w="13839" h="9593" extrusionOk="0">
                    <a:moveTo>
                      <a:pt x="0" y="0"/>
                    </a:moveTo>
                    <a:lnTo>
                      <a:pt x="3605" y="9593"/>
                    </a:lnTo>
                    <a:lnTo>
                      <a:pt x="13839" y="9593"/>
                    </a:lnTo>
                    <a:lnTo>
                      <a:pt x="102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70;p41">
                <a:extLst>
                  <a:ext uri="{FF2B5EF4-FFF2-40B4-BE49-F238E27FC236}">
                    <a16:creationId xmlns:a16="http://schemas.microsoft.com/office/drawing/2014/main" id="{7C9C1B3F-40E7-A2EC-1375-562FA38DBD6C}"/>
                  </a:ext>
                </a:extLst>
              </p:cNvPr>
              <p:cNvSpPr/>
              <p:nvPr/>
            </p:nvSpPr>
            <p:spPr>
              <a:xfrm flipH="1">
                <a:off x="2356656" y="2288113"/>
                <a:ext cx="185552" cy="420605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9593" extrusionOk="0">
                    <a:moveTo>
                      <a:pt x="0" y="0"/>
                    </a:moveTo>
                    <a:lnTo>
                      <a:pt x="3590" y="9593"/>
                    </a:lnTo>
                    <a:lnTo>
                      <a:pt x="4231" y="9593"/>
                    </a:lnTo>
                    <a:lnTo>
                      <a:pt x="3895" y="8707"/>
                    </a:lnTo>
                    <a:lnTo>
                      <a:pt x="565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71;p41">
                <a:extLst>
                  <a:ext uri="{FF2B5EF4-FFF2-40B4-BE49-F238E27FC236}">
                    <a16:creationId xmlns:a16="http://schemas.microsoft.com/office/drawing/2014/main" id="{24C2132F-19A7-1CCD-2789-BD1E8B94678D}"/>
                  </a:ext>
                </a:extLst>
              </p:cNvPr>
              <p:cNvSpPr/>
              <p:nvPr/>
            </p:nvSpPr>
            <p:spPr>
              <a:xfrm flipH="1">
                <a:off x="2068682" y="2682543"/>
                <a:ext cx="303451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6921" h="597" extrusionOk="0">
                    <a:moveTo>
                      <a:pt x="1" y="1"/>
                    </a:moveTo>
                    <a:lnTo>
                      <a:pt x="154" y="597"/>
                    </a:lnTo>
                    <a:lnTo>
                      <a:pt x="6920" y="597"/>
                    </a:lnTo>
                    <a:lnTo>
                      <a:pt x="69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72;p41">
                <a:extLst>
                  <a:ext uri="{FF2B5EF4-FFF2-40B4-BE49-F238E27FC236}">
                    <a16:creationId xmlns:a16="http://schemas.microsoft.com/office/drawing/2014/main" id="{D4C0E0B8-120E-C588-AEC6-B057809D98E8}"/>
                  </a:ext>
                </a:extLst>
              </p:cNvPr>
              <p:cNvSpPr/>
              <p:nvPr/>
            </p:nvSpPr>
            <p:spPr>
              <a:xfrm flipH="1">
                <a:off x="1100979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34" y="26776"/>
                    </a:lnTo>
                    <a:lnTo>
                      <a:pt x="16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73;p41">
                <a:extLst>
                  <a:ext uri="{FF2B5EF4-FFF2-40B4-BE49-F238E27FC236}">
                    <a16:creationId xmlns:a16="http://schemas.microsoft.com/office/drawing/2014/main" id="{E81D004E-29DE-D66F-2878-B737C8E2CA56}"/>
                  </a:ext>
                </a:extLst>
              </p:cNvPr>
              <p:cNvSpPr/>
              <p:nvPr/>
            </p:nvSpPr>
            <p:spPr>
              <a:xfrm flipH="1">
                <a:off x="1489402" y="2789043"/>
                <a:ext cx="71029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19" y="26776"/>
                    </a:lnTo>
                    <a:lnTo>
                      <a:pt x="16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74;p41">
                <a:extLst>
                  <a:ext uri="{FF2B5EF4-FFF2-40B4-BE49-F238E27FC236}">
                    <a16:creationId xmlns:a16="http://schemas.microsoft.com/office/drawing/2014/main" id="{EB1670B8-87A8-8A1C-6F70-FD5D9ABB5813}"/>
                  </a:ext>
                </a:extLst>
              </p:cNvPr>
              <p:cNvSpPr/>
              <p:nvPr/>
            </p:nvSpPr>
            <p:spPr>
              <a:xfrm flipH="1">
                <a:off x="2731706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35" y="2677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75;p41">
                <a:extLst>
                  <a:ext uri="{FF2B5EF4-FFF2-40B4-BE49-F238E27FC236}">
                    <a16:creationId xmlns:a16="http://schemas.microsoft.com/office/drawing/2014/main" id="{B8215E31-1773-FE45-04CA-A500CA152E26}"/>
                  </a:ext>
                </a:extLst>
              </p:cNvPr>
              <p:cNvSpPr/>
              <p:nvPr/>
            </p:nvSpPr>
            <p:spPr>
              <a:xfrm flipH="1">
                <a:off x="3119471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1" y="0"/>
                    </a:moveTo>
                    <a:lnTo>
                      <a:pt x="1" y="26776"/>
                    </a:lnTo>
                    <a:lnTo>
                      <a:pt x="1635" y="2677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76;p41">
                <a:extLst>
                  <a:ext uri="{FF2B5EF4-FFF2-40B4-BE49-F238E27FC236}">
                    <a16:creationId xmlns:a16="http://schemas.microsoft.com/office/drawing/2014/main" id="{6DCB6975-6C14-D268-C3F9-645D9DE270BE}"/>
                  </a:ext>
                </a:extLst>
              </p:cNvPr>
              <p:cNvSpPr/>
              <p:nvPr/>
            </p:nvSpPr>
            <p:spPr>
              <a:xfrm flipH="1">
                <a:off x="995181" y="2708675"/>
                <a:ext cx="2299100" cy="85103"/>
              </a:xfrm>
              <a:custGeom>
                <a:avLst/>
                <a:gdLst/>
                <a:ahLst/>
                <a:cxnLst/>
                <a:rect l="l" t="t" r="r" b="b"/>
                <a:pathLst>
                  <a:path w="52437" h="1941" extrusionOk="0">
                    <a:moveTo>
                      <a:pt x="795" y="1"/>
                    </a:moveTo>
                    <a:cubicBezTo>
                      <a:pt x="352" y="1"/>
                      <a:pt x="0" y="367"/>
                      <a:pt x="0" y="795"/>
                    </a:cubicBezTo>
                    <a:lnTo>
                      <a:pt x="0" y="1146"/>
                    </a:lnTo>
                    <a:cubicBezTo>
                      <a:pt x="0" y="1589"/>
                      <a:pt x="352" y="1940"/>
                      <a:pt x="795" y="1940"/>
                    </a:cubicBezTo>
                    <a:lnTo>
                      <a:pt x="51642" y="1940"/>
                    </a:lnTo>
                    <a:cubicBezTo>
                      <a:pt x="52085" y="1940"/>
                      <a:pt x="52437" y="1589"/>
                      <a:pt x="52437" y="1146"/>
                    </a:cubicBezTo>
                    <a:lnTo>
                      <a:pt x="52437" y="795"/>
                    </a:lnTo>
                    <a:cubicBezTo>
                      <a:pt x="52437" y="367"/>
                      <a:pt x="52085" y="1"/>
                      <a:pt x="516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77;p41">
                <a:extLst>
                  <a:ext uri="{FF2B5EF4-FFF2-40B4-BE49-F238E27FC236}">
                    <a16:creationId xmlns:a16="http://schemas.microsoft.com/office/drawing/2014/main" id="{2C2487A2-2FBF-DD2D-D5DA-84D8AE2734B5}"/>
                  </a:ext>
                </a:extLst>
              </p:cNvPr>
              <p:cNvSpPr/>
              <p:nvPr/>
            </p:nvSpPr>
            <p:spPr>
              <a:xfrm flipH="1">
                <a:off x="2819440" y="2332309"/>
                <a:ext cx="97117" cy="20783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474" extrusionOk="0">
                    <a:moveTo>
                      <a:pt x="0" y="0"/>
                    </a:moveTo>
                    <a:lnTo>
                      <a:pt x="168" y="474"/>
                    </a:lnTo>
                    <a:lnTo>
                      <a:pt x="2215" y="474"/>
                    </a:lnTo>
                    <a:lnTo>
                      <a:pt x="20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78;p41">
                <a:extLst>
                  <a:ext uri="{FF2B5EF4-FFF2-40B4-BE49-F238E27FC236}">
                    <a16:creationId xmlns:a16="http://schemas.microsoft.com/office/drawing/2014/main" id="{879DFD6D-936E-84AC-2744-7A5381F789FF}"/>
                  </a:ext>
                </a:extLst>
              </p:cNvPr>
              <p:cNvSpPr/>
              <p:nvPr/>
            </p:nvSpPr>
            <p:spPr>
              <a:xfrm flipH="1">
                <a:off x="1941444" y="2432100"/>
                <a:ext cx="90452" cy="10584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414" extrusionOk="0">
                    <a:moveTo>
                      <a:pt x="153" y="0"/>
                    </a:moveTo>
                    <a:lnTo>
                      <a:pt x="0" y="275"/>
                    </a:lnTo>
                    <a:lnTo>
                      <a:pt x="2062" y="2414"/>
                    </a:lnTo>
                    <a:lnTo>
                      <a:pt x="2062" y="1787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79;p41">
                <a:extLst>
                  <a:ext uri="{FF2B5EF4-FFF2-40B4-BE49-F238E27FC236}">
                    <a16:creationId xmlns:a16="http://schemas.microsoft.com/office/drawing/2014/main" id="{AB557742-CE8C-D0AC-A8AE-7CA39BDAE55C}"/>
                  </a:ext>
                </a:extLst>
              </p:cNvPr>
              <p:cNvSpPr/>
              <p:nvPr/>
            </p:nvSpPr>
            <p:spPr>
              <a:xfrm flipH="1">
                <a:off x="713214" y="3014055"/>
                <a:ext cx="226416" cy="533813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12175" extrusionOk="0">
                    <a:moveTo>
                      <a:pt x="4308" y="7332"/>
                    </a:moveTo>
                    <a:cubicBezTo>
                      <a:pt x="3987" y="8921"/>
                      <a:pt x="4079" y="11639"/>
                      <a:pt x="1986" y="12067"/>
                    </a:cubicBezTo>
                    <a:cubicBezTo>
                      <a:pt x="1406" y="12174"/>
                      <a:pt x="871" y="11792"/>
                      <a:pt x="535" y="11334"/>
                    </a:cubicBezTo>
                    <a:cubicBezTo>
                      <a:pt x="107" y="10754"/>
                      <a:pt x="1" y="9501"/>
                      <a:pt x="16" y="8783"/>
                    </a:cubicBezTo>
                    <a:cubicBezTo>
                      <a:pt x="16" y="8218"/>
                      <a:pt x="214" y="7592"/>
                      <a:pt x="275" y="7027"/>
                    </a:cubicBezTo>
                    <a:cubicBezTo>
                      <a:pt x="337" y="6416"/>
                      <a:pt x="398" y="5789"/>
                      <a:pt x="459" y="5179"/>
                    </a:cubicBezTo>
                    <a:cubicBezTo>
                      <a:pt x="718" y="2964"/>
                      <a:pt x="1879" y="1100"/>
                      <a:pt x="3834" y="1"/>
                    </a:cubicBezTo>
                    <a:cubicBezTo>
                      <a:pt x="3987" y="718"/>
                      <a:pt x="4338" y="1345"/>
                      <a:pt x="4644" y="2032"/>
                    </a:cubicBezTo>
                    <a:cubicBezTo>
                      <a:pt x="4781" y="2353"/>
                      <a:pt x="4904" y="2689"/>
                      <a:pt x="4995" y="3025"/>
                    </a:cubicBezTo>
                    <a:cubicBezTo>
                      <a:pt x="5163" y="3621"/>
                      <a:pt x="4965" y="4216"/>
                      <a:pt x="4812" y="4781"/>
                    </a:cubicBezTo>
                    <a:cubicBezTo>
                      <a:pt x="4598" y="5621"/>
                      <a:pt x="4491" y="6492"/>
                      <a:pt x="4308" y="733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80;p41">
                <a:extLst>
                  <a:ext uri="{FF2B5EF4-FFF2-40B4-BE49-F238E27FC236}">
                    <a16:creationId xmlns:a16="http://schemas.microsoft.com/office/drawing/2014/main" id="{7866DBE8-26A7-EB96-08B9-6C3815D57124}"/>
                  </a:ext>
                </a:extLst>
              </p:cNvPr>
              <p:cNvSpPr/>
              <p:nvPr/>
            </p:nvSpPr>
            <p:spPr>
              <a:xfrm flipH="1">
                <a:off x="736846" y="3048561"/>
                <a:ext cx="186034" cy="567968"/>
              </a:xfrm>
              <a:custGeom>
                <a:avLst/>
                <a:gdLst/>
                <a:ahLst/>
                <a:cxnLst/>
                <a:rect l="l" t="t" r="r" b="b"/>
                <a:pathLst>
                  <a:path w="4243" h="12954" extrusionOk="0">
                    <a:moveTo>
                      <a:pt x="3746" y="1299"/>
                    </a:moveTo>
                    <a:cubicBezTo>
                      <a:pt x="3744" y="1299"/>
                      <a:pt x="3743" y="1301"/>
                      <a:pt x="3743" y="1306"/>
                    </a:cubicBezTo>
                    <a:cubicBezTo>
                      <a:pt x="3753" y="1306"/>
                      <a:pt x="3749" y="1299"/>
                      <a:pt x="3746" y="1299"/>
                    </a:cubicBezTo>
                    <a:close/>
                    <a:moveTo>
                      <a:pt x="3168" y="0"/>
                    </a:moveTo>
                    <a:cubicBezTo>
                      <a:pt x="3154" y="0"/>
                      <a:pt x="3139" y="8"/>
                      <a:pt x="3132" y="23"/>
                    </a:cubicBezTo>
                    <a:cubicBezTo>
                      <a:pt x="3101" y="390"/>
                      <a:pt x="3055" y="741"/>
                      <a:pt x="2994" y="1108"/>
                    </a:cubicBezTo>
                    <a:cubicBezTo>
                      <a:pt x="2811" y="878"/>
                      <a:pt x="2628" y="649"/>
                      <a:pt x="2521" y="390"/>
                    </a:cubicBezTo>
                    <a:cubicBezTo>
                      <a:pt x="2521" y="382"/>
                      <a:pt x="2513" y="378"/>
                      <a:pt x="2505" y="378"/>
                    </a:cubicBezTo>
                    <a:cubicBezTo>
                      <a:pt x="2498" y="378"/>
                      <a:pt x="2490" y="382"/>
                      <a:pt x="2490" y="390"/>
                    </a:cubicBezTo>
                    <a:cubicBezTo>
                      <a:pt x="2551" y="558"/>
                      <a:pt x="2643" y="695"/>
                      <a:pt x="2719" y="833"/>
                    </a:cubicBezTo>
                    <a:cubicBezTo>
                      <a:pt x="2796" y="955"/>
                      <a:pt x="2872" y="1108"/>
                      <a:pt x="2964" y="1230"/>
                    </a:cubicBezTo>
                    <a:cubicBezTo>
                      <a:pt x="2933" y="1413"/>
                      <a:pt x="2887" y="1612"/>
                      <a:pt x="2857" y="1795"/>
                    </a:cubicBezTo>
                    <a:cubicBezTo>
                      <a:pt x="2643" y="1764"/>
                      <a:pt x="2460" y="1719"/>
                      <a:pt x="2276" y="1566"/>
                    </a:cubicBezTo>
                    <a:cubicBezTo>
                      <a:pt x="2062" y="1383"/>
                      <a:pt x="1955" y="1138"/>
                      <a:pt x="1925" y="848"/>
                    </a:cubicBezTo>
                    <a:cubicBezTo>
                      <a:pt x="1925" y="833"/>
                      <a:pt x="1910" y="825"/>
                      <a:pt x="1896" y="825"/>
                    </a:cubicBezTo>
                    <a:cubicBezTo>
                      <a:pt x="1883" y="825"/>
                      <a:pt x="1871" y="833"/>
                      <a:pt x="1879" y="848"/>
                    </a:cubicBezTo>
                    <a:cubicBezTo>
                      <a:pt x="1894" y="1108"/>
                      <a:pt x="2001" y="1352"/>
                      <a:pt x="2185" y="1551"/>
                    </a:cubicBezTo>
                    <a:cubicBezTo>
                      <a:pt x="2368" y="1749"/>
                      <a:pt x="2582" y="1825"/>
                      <a:pt x="2841" y="1871"/>
                    </a:cubicBezTo>
                    <a:cubicBezTo>
                      <a:pt x="2796" y="2085"/>
                      <a:pt x="2750" y="2314"/>
                      <a:pt x="2704" y="2528"/>
                    </a:cubicBezTo>
                    <a:cubicBezTo>
                      <a:pt x="2505" y="2406"/>
                      <a:pt x="2337" y="2268"/>
                      <a:pt x="2154" y="2131"/>
                    </a:cubicBezTo>
                    <a:cubicBezTo>
                      <a:pt x="1879" y="1902"/>
                      <a:pt x="1726" y="1642"/>
                      <a:pt x="1482" y="1398"/>
                    </a:cubicBezTo>
                    <a:cubicBezTo>
                      <a:pt x="1473" y="1389"/>
                      <a:pt x="1464" y="1385"/>
                      <a:pt x="1456" y="1385"/>
                    </a:cubicBezTo>
                    <a:cubicBezTo>
                      <a:pt x="1437" y="1385"/>
                      <a:pt x="1425" y="1407"/>
                      <a:pt x="1436" y="1428"/>
                    </a:cubicBezTo>
                    <a:cubicBezTo>
                      <a:pt x="1665" y="1673"/>
                      <a:pt x="1818" y="1932"/>
                      <a:pt x="2078" y="2146"/>
                    </a:cubicBezTo>
                    <a:cubicBezTo>
                      <a:pt x="2261" y="2299"/>
                      <a:pt x="2460" y="2498"/>
                      <a:pt x="2673" y="2604"/>
                    </a:cubicBezTo>
                    <a:cubicBezTo>
                      <a:pt x="2673" y="2620"/>
                      <a:pt x="2673" y="2635"/>
                      <a:pt x="2673" y="2635"/>
                    </a:cubicBezTo>
                    <a:cubicBezTo>
                      <a:pt x="2673" y="2635"/>
                      <a:pt x="2673" y="2635"/>
                      <a:pt x="2658" y="2650"/>
                    </a:cubicBezTo>
                    <a:cubicBezTo>
                      <a:pt x="2643" y="2666"/>
                      <a:pt x="2643" y="2681"/>
                      <a:pt x="2658" y="2696"/>
                    </a:cubicBezTo>
                    <a:lnTo>
                      <a:pt x="2521" y="3322"/>
                    </a:lnTo>
                    <a:cubicBezTo>
                      <a:pt x="2521" y="3338"/>
                      <a:pt x="2521" y="3353"/>
                      <a:pt x="2521" y="3368"/>
                    </a:cubicBezTo>
                    <a:cubicBezTo>
                      <a:pt x="2032" y="3139"/>
                      <a:pt x="1299" y="2757"/>
                      <a:pt x="1222" y="2177"/>
                    </a:cubicBezTo>
                    <a:cubicBezTo>
                      <a:pt x="1222" y="2159"/>
                      <a:pt x="1210" y="2150"/>
                      <a:pt x="1197" y="2150"/>
                    </a:cubicBezTo>
                    <a:cubicBezTo>
                      <a:pt x="1176" y="2150"/>
                      <a:pt x="1152" y="2170"/>
                      <a:pt x="1161" y="2207"/>
                    </a:cubicBezTo>
                    <a:cubicBezTo>
                      <a:pt x="1299" y="2849"/>
                      <a:pt x="2001" y="3124"/>
                      <a:pt x="2490" y="3475"/>
                    </a:cubicBezTo>
                    <a:cubicBezTo>
                      <a:pt x="2444" y="3719"/>
                      <a:pt x="2398" y="3949"/>
                      <a:pt x="2353" y="4193"/>
                    </a:cubicBezTo>
                    <a:cubicBezTo>
                      <a:pt x="2047" y="4086"/>
                      <a:pt x="1742" y="3949"/>
                      <a:pt x="1482" y="3735"/>
                    </a:cubicBezTo>
                    <a:cubicBezTo>
                      <a:pt x="1238" y="3551"/>
                      <a:pt x="902" y="3322"/>
                      <a:pt x="779" y="3017"/>
                    </a:cubicBezTo>
                    <a:cubicBezTo>
                      <a:pt x="779" y="3017"/>
                      <a:pt x="764" y="3017"/>
                      <a:pt x="779" y="3032"/>
                    </a:cubicBezTo>
                    <a:cubicBezTo>
                      <a:pt x="871" y="3322"/>
                      <a:pt x="1176" y="3521"/>
                      <a:pt x="1406" y="3719"/>
                    </a:cubicBezTo>
                    <a:cubicBezTo>
                      <a:pt x="1681" y="3979"/>
                      <a:pt x="1971" y="4193"/>
                      <a:pt x="2337" y="4300"/>
                    </a:cubicBezTo>
                    <a:cubicBezTo>
                      <a:pt x="2337" y="4315"/>
                      <a:pt x="2337" y="4315"/>
                      <a:pt x="2337" y="4330"/>
                    </a:cubicBezTo>
                    <a:cubicBezTo>
                      <a:pt x="2307" y="4483"/>
                      <a:pt x="2291" y="4636"/>
                      <a:pt x="2261" y="4789"/>
                    </a:cubicBezTo>
                    <a:cubicBezTo>
                      <a:pt x="1665" y="4743"/>
                      <a:pt x="840" y="4285"/>
                      <a:pt x="535" y="3842"/>
                    </a:cubicBezTo>
                    <a:lnTo>
                      <a:pt x="535" y="3842"/>
                    </a:lnTo>
                    <a:cubicBezTo>
                      <a:pt x="734" y="4193"/>
                      <a:pt x="1054" y="4392"/>
                      <a:pt x="1406" y="4560"/>
                    </a:cubicBezTo>
                    <a:cubicBezTo>
                      <a:pt x="1665" y="4697"/>
                      <a:pt x="1955" y="4850"/>
                      <a:pt x="2246" y="4865"/>
                    </a:cubicBezTo>
                    <a:cubicBezTo>
                      <a:pt x="2215" y="5140"/>
                      <a:pt x="2169" y="5430"/>
                      <a:pt x="2123" y="5705"/>
                    </a:cubicBezTo>
                    <a:cubicBezTo>
                      <a:pt x="1864" y="5613"/>
                      <a:pt x="1589" y="5568"/>
                      <a:pt x="1344" y="5461"/>
                    </a:cubicBezTo>
                    <a:cubicBezTo>
                      <a:pt x="963" y="5308"/>
                      <a:pt x="672" y="5048"/>
                      <a:pt x="443" y="4712"/>
                    </a:cubicBezTo>
                    <a:cubicBezTo>
                      <a:pt x="437" y="4701"/>
                      <a:pt x="429" y="4696"/>
                      <a:pt x="423" y="4696"/>
                    </a:cubicBezTo>
                    <a:cubicBezTo>
                      <a:pt x="411" y="4696"/>
                      <a:pt x="403" y="4709"/>
                      <a:pt x="413" y="4728"/>
                    </a:cubicBezTo>
                    <a:cubicBezTo>
                      <a:pt x="825" y="5369"/>
                      <a:pt x="1421" y="5568"/>
                      <a:pt x="2108" y="5812"/>
                    </a:cubicBezTo>
                    <a:cubicBezTo>
                      <a:pt x="2078" y="6041"/>
                      <a:pt x="2032" y="6270"/>
                      <a:pt x="2001" y="6499"/>
                    </a:cubicBezTo>
                    <a:cubicBezTo>
                      <a:pt x="1436" y="6392"/>
                      <a:pt x="703" y="6056"/>
                      <a:pt x="413" y="5552"/>
                    </a:cubicBezTo>
                    <a:cubicBezTo>
                      <a:pt x="408" y="5543"/>
                      <a:pt x="400" y="5540"/>
                      <a:pt x="391" y="5540"/>
                    </a:cubicBezTo>
                    <a:cubicBezTo>
                      <a:pt x="368" y="5540"/>
                      <a:pt x="341" y="5561"/>
                      <a:pt x="352" y="5583"/>
                    </a:cubicBezTo>
                    <a:cubicBezTo>
                      <a:pt x="535" y="5904"/>
                      <a:pt x="856" y="6102"/>
                      <a:pt x="1161" y="6270"/>
                    </a:cubicBezTo>
                    <a:cubicBezTo>
                      <a:pt x="1390" y="6377"/>
                      <a:pt x="1711" y="6576"/>
                      <a:pt x="1986" y="6591"/>
                    </a:cubicBezTo>
                    <a:cubicBezTo>
                      <a:pt x="1986" y="6606"/>
                      <a:pt x="1986" y="6606"/>
                      <a:pt x="1986" y="6622"/>
                    </a:cubicBezTo>
                    <a:cubicBezTo>
                      <a:pt x="1925" y="6942"/>
                      <a:pt x="1864" y="7278"/>
                      <a:pt x="1787" y="7599"/>
                    </a:cubicBezTo>
                    <a:cubicBezTo>
                      <a:pt x="1161" y="7446"/>
                      <a:pt x="749" y="6973"/>
                      <a:pt x="291" y="6530"/>
                    </a:cubicBezTo>
                    <a:cubicBezTo>
                      <a:pt x="280" y="6523"/>
                      <a:pt x="270" y="6520"/>
                      <a:pt x="260" y="6520"/>
                    </a:cubicBezTo>
                    <a:cubicBezTo>
                      <a:pt x="228" y="6520"/>
                      <a:pt x="206" y="6556"/>
                      <a:pt x="229" y="6591"/>
                    </a:cubicBezTo>
                    <a:cubicBezTo>
                      <a:pt x="703" y="7049"/>
                      <a:pt x="1115" y="7538"/>
                      <a:pt x="1772" y="7706"/>
                    </a:cubicBezTo>
                    <a:cubicBezTo>
                      <a:pt x="1711" y="7966"/>
                      <a:pt x="1650" y="8241"/>
                      <a:pt x="1589" y="8500"/>
                    </a:cubicBezTo>
                    <a:cubicBezTo>
                      <a:pt x="1039" y="8348"/>
                      <a:pt x="504" y="7966"/>
                      <a:pt x="153" y="7523"/>
                    </a:cubicBezTo>
                    <a:cubicBezTo>
                      <a:pt x="150" y="7516"/>
                      <a:pt x="144" y="7513"/>
                      <a:pt x="139" y="7513"/>
                    </a:cubicBezTo>
                    <a:cubicBezTo>
                      <a:pt x="121" y="7513"/>
                      <a:pt x="99" y="7545"/>
                      <a:pt x="123" y="7569"/>
                    </a:cubicBezTo>
                    <a:cubicBezTo>
                      <a:pt x="474" y="8042"/>
                      <a:pt x="1008" y="8409"/>
                      <a:pt x="1558" y="8607"/>
                    </a:cubicBezTo>
                    <a:cubicBezTo>
                      <a:pt x="1482" y="8882"/>
                      <a:pt x="1421" y="9172"/>
                      <a:pt x="1344" y="9463"/>
                    </a:cubicBezTo>
                    <a:cubicBezTo>
                      <a:pt x="795" y="9371"/>
                      <a:pt x="367" y="9035"/>
                      <a:pt x="16" y="8592"/>
                    </a:cubicBezTo>
                    <a:cubicBezTo>
                      <a:pt x="16" y="8587"/>
                      <a:pt x="14" y="8586"/>
                      <a:pt x="12" y="8586"/>
                    </a:cubicBezTo>
                    <a:cubicBezTo>
                      <a:pt x="8" y="8586"/>
                      <a:pt x="0" y="8596"/>
                      <a:pt x="0" y="8607"/>
                    </a:cubicBezTo>
                    <a:cubicBezTo>
                      <a:pt x="306" y="9020"/>
                      <a:pt x="764" y="9508"/>
                      <a:pt x="1314" y="9569"/>
                    </a:cubicBezTo>
                    <a:cubicBezTo>
                      <a:pt x="1299" y="9661"/>
                      <a:pt x="1268" y="9753"/>
                      <a:pt x="1238" y="9829"/>
                    </a:cubicBezTo>
                    <a:cubicBezTo>
                      <a:pt x="1238" y="9890"/>
                      <a:pt x="1222" y="9951"/>
                      <a:pt x="1207" y="9997"/>
                    </a:cubicBezTo>
                    <a:cubicBezTo>
                      <a:pt x="779" y="9875"/>
                      <a:pt x="397" y="9722"/>
                      <a:pt x="46" y="9447"/>
                    </a:cubicBezTo>
                    <a:cubicBezTo>
                      <a:pt x="46" y="9443"/>
                      <a:pt x="45" y="9441"/>
                      <a:pt x="43" y="9441"/>
                    </a:cubicBezTo>
                    <a:cubicBezTo>
                      <a:pt x="39" y="9441"/>
                      <a:pt x="31" y="9452"/>
                      <a:pt x="31" y="9463"/>
                    </a:cubicBezTo>
                    <a:cubicBezTo>
                      <a:pt x="367" y="9753"/>
                      <a:pt x="764" y="9951"/>
                      <a:pt x="1176" y="10089"/>
                    </a:cubicBezTo>
                    <a:cubicBezTo>
                      <a:pt x="1131" y="10257"/>
                      <a:pt x="1085" y="10440"/>
                      <a:pt x="1039" y="10608"/>
                    </a:cubicBezTo>
                    <a:cubicBezTo>
                      <a:pt x="932" y="10562"/>
                      <a:pt x="825" y="10516"/>
                      <a:pt x="718" y="10471"/>
                    </a:cubicBezTo>
                    <a:cubicBezTo>
                      <a:pt x="504" y="10410"/>
                      <a:pt x="367" y="10272"/>
                      <a:pt x="199" y="10165"/>
                    </a:cubicBezTo>
                    <a:cubicBezTo>
                      <a:pt x="168" y="10165"/>
                      <a:pt x="153" y="10180"/>
                      <a:pt x="168" y="10196"/>
                    </a:cubicBezTo>
                    <a:cubicBezTo>
                      <a:pt x="336" y="10303"/>
                      <a:pt x="443" y="10425"/>
                      <a:pt x="627" y="10501"/>
                    </a:cubicBezTo>
                    <a:cubicBezTo>
                      <a:pt x="764" y="10547"/>
                      <a:pt x="886" y="10608"/>
                      <a:pt x="1024" y="10669"/>
                    </a:cubicBezTo>
                    <a:cubicBezTo>
                      <a:pt x="825" y="11387"/>
                      <a:pt x="657" y="12136"/>
                      <a:pt x="749" y="12823"/>
                    </a:cubicBezTo>
                    <a:cubicBezTo>
                      <a:pt x="757" y="12907"/>
                      <a:pt x="839" y="12954"/>
                      <a:pt x="919" y="12954"/>
                    </a:cubicBezTo>
                    <a:cubicBezTo>
                      <a:pt x="985" y="12954"/>
                      <a:pt x="1049" y="12922"/>
                      <a:pt x="1070" y="12853"/>
                    </a:cubicBezTo>
                    <a:cubicBezTo>
                      <a:pt x="1192" y="12365"/>
                      <a:pt x="1192" y="11830"/>
                      <a:pt x="1238" y="11326"/>
                    </a:cubicBezTo>
                    <a:cubicBezTo>
                      <a:pt x="1253" y="11189"/>
                      <a:pt x="1268" y="11066"/>
                      <a:pt x="1283" y="10929"/>
                    </a:cubicBezTo>
                    <a:cubicBezTo>
                      <a:pt x="1543" y="10929"/>
                      <a:pt x="1803" y="10791"/>
                      <a:pt x="2017" y="10684"/>
                    </a:cubicBezTo>
                    <a:cubicBezTo>
                      <a:pt x="2383" y="10486"/>
                      <a:pt x="2673" y="10211"/>
                      <a:pt x="2964" y="9921"/>
                    </a:cubicBezTo>
                    <a:cubicBezTo>
                      <a:pt x="2979" y="9905"/>
                      <a:pt x="2948" y="9890"/>
                      <a:pt x="2933" y="9890"/>
                    </a:cubicBezTo>
                    <a:cubicBezTo>
                      <a:pt x="2643" y="10135"/>
                      <a:pt x="2353" y="10364"/>
                      <a:pt x="2017" y="10532"/>
                    </a:cubicBezTo>
                    <a:cubicBezTo>
                      <a:pt x="1818" y="10623"/>
                      <a:pt x="1543" y="10761"/>
                      <a:pt x="1314" y="10791"/>
                    </a:cubicBezTo>
                    <a:cubicBezTo>
                      <a:pt x="1329" y="10639"/>
                      <a:pt x="1360" y="10471"/>
                      <a:pt x="1375" y="10318"/>
                    </a:cubicBezTo>
                    <a:cubicBezTo>
                      <a:pt x="1650" y="10287"/>
                      <a:pt x="1879" y="10104"/>
                      <a:pt x="2108" y="9982"/>
                    </a:cubicBezTo>
                    <a:cubicBezTo>
                      <a:pt x="2475" y="9753"/>
                      <a:pt x="2811" y="9463"/>
                      <a:pt x="3147" y="9188"/>
                    </a:cubicBezTo>
                    <a:cubicBezTo>
                      <a:pt x="3147" y="9188"/>
                      <a:pt x="3147" y="9181"/>
                      <a:pt x="3142" y="9181"/>
                    </a:cubicBezTo>
                    <a:cubicBezTo>
                      <a:pt x="3140" y="9181"/>
                      <a:pt x="3137" y="9183"/>
                      <a:pt x="3132" y="9188"/>
                    </a:cubicBezTo>
                    <a:cubicBezTo>
                      <a:pt x="2628" y="9554"/>
                      <a:pt x="2047" y="10089"/>
                      <a:pt x="1406" y="10196"/>
                    </a:cubicBezTo>
                    <a:cubicBezTo>
                      <a:pt x="1436" y="9997"/>
                      <a:pt x="1467" y="9799"/>
                      <a:pt x="1513" y="9600"/>
                    </a:cubicBezTo>
                    <a:cubicBezTo>
                      <a:pt x="1513" y="9600"/>
                      <a:pt x="1513" y="9585"/>
                      <a:pt x="1528" y="9585"/>
                    </a:cubicBezTo>
                    <a:cubicBezTo>
                      <a:pt x="2276" y="9386"/>
                      <a:pt x="2780" y="8790"/>
                      <a:pt x="3361" y="8317"/>
                    </a:cubicBezTo>
                    <a:cubicBezTo>
                      <a:pt x="3361" y="8317"/>
                      <a:pt x="3361" y="8302"/>
                      <a:pt x="3345" y="8302"/>
                    </a:cubicBezTo>
                    <a:cubicBezTo>
                      <a:pt x="2780" y="8745"/>
                      <a:pt x="2246" y="9249"/>
                      <a:pt x="1543" y="9463"/>
                    </a:cubicBezTo>
                    <a:cubicBezTo>
                      <a:pt x="1604" y="9188"/>
                      <a:pt x="1665" y="8897"/>
                      <a:pt x="1726" y="8622"/>
                    </a:cubicBezTo>
                    <a:cubicBezTo>
                      <a:pt x="2414" y="8363"/>
                      <a:pt x="2964" y="7966"/>
                      <a:pt x="3437" y="7416"/>
                    </a:cubicBezTo>
                    <a:cubicBezTo>
                      <a:pt x="3437" y="7405"/>
                      <a:pt x="3429" y="7394"/>
                      <a:pt x="3425" y="7394"/>
                    </a:cubicBezTo>
                    <a:cubicBezTo>
                      <a:pt x="3423" y="7394"/>
                      <a:pt x="3422" y="7396"/>
                      <a:pt x="3422" y="7401"/>
                    </a:cubicBezTo>
                    <a:cubicBezTo>
                      <a:pt x="2933" y="7920"/>
                      <a:pt x="2383" y="8210"/>
                      <a:pt x="1757" y="8500"/>
                    </a:cubicBezTo>
                    <a:cubicBezTo>
                      <a:pt x="1818" y="8225"/>
                      <a:pt x="1894" y="7950"/>
                      <a:pt x="1940" y="7660"/>
                    </a:cubicBezTo>
                    <a:cubicBezTo>
                      <a:pt x="2246" y="7523"/>
                      <a:pt x="2551" y="7431"/>
                      <a:pt x="2826" y="7248"/>
                    </a:cubicBezTo>
                    <a:cubicBezTo>
                      <a:pt x="3086" y="7049"/>
                      <a:pt x="3330" y="6835"/>
                      <a:pt x="3498" y="6545"/>
                    </a:cubicBezTo>
                    <a:cubicBezTo>
                      <a:pt x="3513" y="6530"/>
                      <a:pt x="3498" y="6530"/>
                      <a:pt x="3483" y="6530"/>
                    </a:cubicBezTo>
                    <a:cubicBezTo>
                      <a:pt x="3101" y="7080"/>
                      <a:pt x="2521" y="7248"/>
                      <a:pt x="1971" y="7538"/>
                    </a:cubicBezTo>
                    <a:cubicBezTo>
                      <a:pt x="2032" y="7278"/>
                      <a:pt x="2078" y="7019"/>
                      <a:pt x="2123" y="6759"/>
                    </a:cubicBezTo>
                    <a:cubicBezTo>
                      <a:pt x="2734" y="6423"/>
                      <a:pt x="3407" y="6102"/>
                      <a:pt x="3758" y="5445"/>
                    </a:cubicBezTo>
                    <a:lnTo>
                      <a:pt x="3758" y="5445"/>
                    </a:lnTo>
                    <a:cubicBezTo>
                      <a:pt x="3376" y="6041"/>
                      <a:pt x="2734" y="6301"/>
                      <a:pt x="2139" y="6637"/>
                    </a:cubicBezTo>
                    <a:cubicBezTo>
                      <a:pt x="2154" y="6591"/>
                      <a:pt x="2154" y="6530"/>
                      <a:pt x="2169" y="6484"/>
                    </a:cubicBezTo>
                    <a:cubicBezTo>
                      <a:pt x="2200" y="6255"/>
                      <a:pt x="2246" y="6011"/>
                      <a:pt x="2276" y="5766"/>
                    </a:cubicBezTo>
                    <a:cubicBezTo>
                      <a:pt x="2628" y="5613"/>
                      <a:pt x="2964" y="5415"/>
                      <a:pt x="3284" y="5216"/>
                    </a:cubicBezTo>
                    <a:cubicBezTo>
                      <a:pt x="3513" y="5064"/>
                      <a:pt x="3758" y="4911"/>
                      <a:pt x="3911" y="4682"/>
                    </a:cubicBezTo>
                    <a:cubicBezTo>
                      <a:pt x="3911" y="4671"/>
                      <a:pt x="3903" y="4660"/>
                      <a:pt x="3893" y="4660"/>
                    </a:cubicBezTo>
                    <a:cubicBezTo>
                      <a:pt x="3889" y="4660"/>
                      <a:pt x="3884" y="4662"/>
                      <a:pt x="3880" y="4666"/>
                    </a:cubicBezTo>
                    <a:cubicBezTo>
                      <a:pt x="3559" y="5140"/>
                      <a:pt x="2826" y="5415"/>
                      <a:pt x="2291" y="5659"/>
                    </a:cubicBezTo>
                    <a:cubicBezTo>
                      <a:pt x="2322" y="5415"/>
                      <a:pt x="2353" y="5170"/>
                      <a:pt x="2398" y="4926"/>
                    </a:cubicBezTo>
                    <a:cubicBezTo>
                      <a:pt x="2994" y="4560"/>
                      <a:pt x="3681" y="4361"/>
                      <a:pt x="4063" y="3719"/>
                    </a:cubicBezTo>
                    <a:cubicBezTo>
                      <a:pt x="4063" y="3697"/>
                      <a:pt x="4047" y="3683"/>
                      <a:pt x="4038" y="3683"/>
                    </a:cubicBezTo>
                    <a:cubicBezTo>
                      <a:pt x="4035" y="3683"/>
                      <a:pt x="4033" y="3685"/>
                      <a:pt x="4033" y="3689"/>
                    </a:cubicBezTo>
                    <a:cubicBezTo>
                      <a:pt x="3651" y="4285"/>
                      <a:pt x="2979" y="4468"/>
                      <a:pt x="2414" y="4804"/>
                    </a:cubicBezTo>
                    <a:cubicBezTo>
                      <a:pt x="2429" y="4651"/>
                      <a:pt x="2460" y="4498"/>
                      <a:pt x="2475" y="4346"/>
                    </a:cubicBezTo>
                    <a:cubicBezTo>
                      <a:pt x="3116" y="4117"/>
                      <a:pt x="3865" y="3582"/>
                      <a:pt x="4201" y="3002"/>
                    </a:cubicBezTo>
                    <a:cubicBezTo>
                      <a:pt x="4220" y="2972"/>
                      <a:pt x="4208" y="2955"/>
                      <a:pt x="4189" y="2955"/>
                    </a:cubicBezTo>
                    <a:cubicBezTo>
                      <a:pt x="4179" y="2955"/>
                      <a:pt x="4166" y="2960"/>
                      <a:pt x="4155" y="2971"/>
                    </a:cubicBezTo>
                    <a:cubicBezTo>
                      <a:pt x="3819" y="3475"/>
                      <a:pt x="3116" y="4025"/>
                      <a:pt x="2505" y="4224"/>
                    </a:cubicBezTo>
                    <a:cubicBezTo>
                      <a:pt x="2536" y="3979"/>
                      <a:pt x="2582" y="3735"/>
                      <a:pt x="2628" y="3490"/>
                    </a:cubicBezTo>
                    <a:cubicBezTo>
                      <a:pt x="2628" y="3490"/>
                      <a:pt x="2628" y="3475"/>
                      <a:pt x="2628" y="3475"/>
                    </a:cubicBezTo>
                    <a:cubicBezTo>
                      <a:pt x="2918" y="3383"/>
                      <a:pt x="3208" y="3185"/>
                      <a:pt x="3452" y="3032"/>
                    </a:cubicBezTo>
                    <a:cubicBezTo>
                      <a:pt x="3758" y="2849"/>
                      <a:pt x="4033" y="2635"/>
                      <a:pt x="4231" y="2330"/>
                    </a:cubicBezTo>
                    <a:cubicBezTo>
                      <a:pt x="4242" y="2308"/>
                      <a:pt x="4215" y="2286"/>
                      <a:pt x="4192" y="2286"/>
                    </a:cubicBezTo>
                    <a:cubicBezTo>
                      <a:pt x="4183" y="2286"/>
                      <a:pt x="4175" y="2290"/>
                      <a:pt x="4170" y="2299"/>
                    </a:cubicBezTo>
                    <a:cubicBezTo>
                      <a:pt x="3895" y="2803"/>
                      <a:pt x="3208" y="3139"/>
                      <a:pt x="2643" y="3338"/>
                    </a:cubicBezTo>
                    <a:cubicBezTo>
                      <a:pt x="2673" y="3246"/>
                      <a:pt x="2689" y="3154"/>
                      <a:pt x="2704" y="3078"/>
                    </a:cubicBezTo>
                    <a:lnTo>
                      <a:pt x="2780" y="2666"/>
                    </a:lnTo>
                    <a:cubicBezTo>
                      <a:pt x="3009" y="2513"/>
                      <a:pt x="3300" y="2436"/>
                      <a:pt x="3529" y="2268"/>
                    </a:cubicBezTo>
                    <a:cubicBezTo>
                      <a:pt x="3727" y="2131"/>
                      <a:pt x="3911" y="1948"/>
                      <a:pt x="4079" y="1780"/>
                    </a:cubicBezTo>
                    <a:cubicBezTo>
                      <a:pt x="4090" y="1757"/>
                      <a:pt x="4076" y="1743"/>
                      <a:pt x="4062" y="1743"/>
                    </a:cubicBezTo>
                    <a:cubicBezTo>
                      <a:pt x="4057" y="1743"/>
                      <a:pt x="4052" y="1745"/>
                      <a:pt x="4048" y="1749"/>
                    </a:cubicBezTo>
                    <a:cubicBezTo>
                      <a:pt x="3819" y="1963"/>
                      <a:pt x="3575" y="2177"/>
                      <a:pt x="3300" y="2330"/>
                    </a:cubicBezTo>
                    <a:cubicBezTo>
                      <a:pt x="3132" y="2406"/>
                      <a:pt x="2964" y="2452"/>
                      <a:pt x="2811" y="2543"/>
                    </a:cubicBezTo>
                    <a:cubicBezTo>
                      <a:pt x="2841" y="2330"/>
                      <a:pt x="2887" y="2116"/>
                      <a:pt x="2933" y="1902"/>
                    </a:cubicBezTo>
                    <a:cubicBezTo>
                      <a:pt x="2933" y="1902"/>
                      <a:pt x="2948" y="1887"/>
                      <a:pt x="2948" y="1887"/>
                    </a:cubicBezTo>
                    <a:cubicBezTo>
                      <a:pt x="2948" y="1887"/>
                      <a:pt x="2948" y="1902"/>
                      <a:pt x="2948" y="1902"/>
                    </a:cubicBezTo>
                    <a:cubicBezTo>
                      <a:pt x="2964" y="1902"/>
                      <a:pt x="2979" y="1887"/>
                      <a:pt x="2994" y="1887"/>
                    </a:cubicBezTo>
                    <a:cubicBezTo>
                      <a:pt x="3300" y="1810"/>
                      <a:pt x="3544" y="1535"/>
                      <a:pt x="3743" y="1306"/>
                    </a:cubicBezTo>
                    <a:lnTo>
                      <a:pt x="3743" y="1306"/>
                    </a:lnTo>
                    <a:cubicBezTo>
                      <a:pt x="3529" y="1505"/>
                      <a:pt x="3269" y="1734"/>
                      <a:pt x="2979" y="1810"/>
                    </a:cubicBezTo>
                    <a:lnTo>
                      <a:pt x="2948" y="1810"/>
                    </a:lnTo>
                    <a:cubicBezTo>
                      <a:pt x="2979" y="1627"/>
                      <a:pt x="3009" y="1459"/>
                      <a:pt x="3040" y="1276"/>
                    </a:cubicBezTo>
                    <a:cubicBezTo>
                      <a:pt x="3070" y="1276"/>
                      <a:pt x="3086" y="1245"/>
                      <a:pt x="3086" y="1230"/>
                    </a:cubicBezTo>
                    <a:cubicBezTo>
                      <a:pt x="3254" y="1123"/>
                      <a:pt x="3391" y="970"/>
                      <a:pt x="3544" y="833"/>
                    </a:cubicBezTo>
                    <a:cubicBezTo>
                      <a:pt x="3544" y="833"/>
                      <a:pt x="3529" y="817"/>
                      <a:pt x="3529" y="817"/>
                    </a:cubicBezTo>
                    <a:cubicBezTo>
                      <a:pt x="3376" y="940"/>
                      <a:pt x="3223" y="1046"/>
                      <a:pt x="3070" y="1138"/>
                    </a:cubicBezTo>
                    <a:cubicBezTo>
                      <a:pt x="3132" y="772"/>
                      <a:pt x="3162" y="405"/>
                      <a:pt x="3193" y="23"/>
                    </a:cubicBezTo>
                    <a:cubicBezTo>
                      <a:pt x="3193" y="8"/>
                      <a:pt x="3181" y="0"/>
                      <a:pt x="31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81;p41">
                <a:extLst>
                  <a:ext uri="{FF2B5EF4-FFF2-40B4-BE49-F238E27FC236}">
                    <a16:creationId xmlns:a16="http://schemas.microsoft.com/office/drawing/2014/main" id="{371529EE-05CD-BC4C-36D9-4CDE8D6FADFC}"/>
                  </a:ext>
                </a:extLst>
              </p:cNvPr>
              <p:cNvSpPr/>
              <p:nvPr/>
            </p:nvSpPr>
            <p:spPr>
              <a:xfrm flipH="1">
                <a:off x="971724" y="3032821"/>
                <a:ext cx="294068" cy="529078"/>
              </a:xfrm>
              <a:custGeom>
                <a:avLst/>
                <a:gdLst/>
                <a:ahLst/>
                <a:cxnLst/>
                <a:rect l="l" t="t" r="r" b="b"/>
                <a:pathLst>
                  <a:path w="6707" h="12067" extrusionOk="0">
                    <a:moveTo>
                      <a:pt x="5103" y="6446"/>
                    </a:moveTo>
                    <a:cubicBezTo>
                      <a:pt x="5469" y="8034"/>
                      <a:pt x="6706" y="10448"/>
                      <a:pt x="4980" y="11716"/>
                    </a:cubicBezTo>
                    <a:cubicBezTo>
                      <a:pt x="4507" y="12067"/>
                      <a:pt x="3850" y="11945"/>
                      <a:pt x="3361" y="11670"/>
                    </a:cubicBezTo>
                    <a:cubicBezTo>
                      <a:pt x="2720" y="11318"/>
                      <a:pt x="2109" y="10234"/>
                      <a:pt x="1803" y="9577"/>
                    </a:cubicBezTo>
                    <a:cubicBezTo>
                      <a:pt x="1574" y="9073"/>
                      <a:pt x="1483" y="8416"/>
                      <a:pt x="1299" y="7882"/>
                    </a:cubicBezTo>
                    <a:cubicBezTo>
                      <a:pt x="1101" y="7286"/>
                      <a:pt x="887" y="6706"/>
                      <a:pt x="704" y="6125"/>
                    </a:cubicBezTo>
                    <a:cubicBezTo>
                      <a:pt x="1" y="4002"/>
                      <a:pt x="261" y="1833"/>
                      <a:pt x="1574" y="0"/>
                    </a:cubicBezTo>
                    <a:cubicBezTo>
                      <a:pt x="2017" y="596"/>
                      <a:pt x="2582" y="1008"/>
                      <a:pt x="3163" y="1512"/>
                    </a:cubicBezTo>
                    <a:cubicBezTo>
                      <a:pt x="3422" y="1742"/>
                      <a:pt x="3667" y="1986"/>
                      <a:pt x="3896" y="2261"/>
                    </a:cubicBezTo>
                    <a:cubicBezTo>
                      <a:pt x="4293" y="2719"/>
                      <a:pt x="4369" y="3345"/>
                      <a:pt x="4476" y="3926"/>
                    </a:cubicBezTo>
                    <a:cubicBezTo>
                      <a:pt x="4644" y="4766"/>
                      <a:pt x="4889" y="5606"/>
                      <a:pt x="5103" y="64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82;p41">
                <a:extLst>
                  <a:ext uri="{FF2B5EF4-FFF2-40B4-BE49-F238E27FC236}">
                    <a16:creationId xmlns:a16="http://schemas.microsoft.com/office/drawing/2014/main" id="{43F4E038-C9EF-C710-F07A-6AB7E34FE456}"/>
                  </a:ext>
                </a:extLst>
              </p:cNvPr>
              <p:cNvSpPr/>
              <p:nvPr/>
            </p:nvSpPr>
            <p:spPr>
              <a:xfrm flipH="1">
                <a:off x="1017936" y="3069300"/>
                <a:ext cx="219532" cy="557533"/>
              </a:xfrm>
              <a:custGeom>
                <a:avLst/>
                <a:gdLst/>
                <a:ahLst/>
                <a:cxnLst/>
                <a:rect l="l" t="t" r="r" b="b"/>
                <a:pathLst>
                  <a:path w="5007" h="12716" extrusionOk="0">
                    <a:moveTo>
                      <a:pt x="100" y="3744"/>
                    </a:moveTo>
                    <a:cubicBezTo>
                      <a:pt x="97" y="3744"/>
                      <a:pt x="93" y="3751"/>
                      <a:pt x="103" y="3751"/>
                    </a:cubicBezTo>
                    <a:cubicBezTo>
                      <a:pt x="103" y="3745"/>
                      <a:pt x="102" y="3744"/>
                      <a:pt x="100" y="3744"/>
                    </a:cubicBezTo>
                    <a:close/>
                    <a:moveTo>
                      <a:pt x="995" y="0"/>
                    </a:moveTo>
                    <a:cubicBezTo>
                      <a:pt x="979" y="0"/>
                      <a:pt x="964" y="20"/>
                      <a:pt x="974" y="39"/>
                    </a:cubicBezTo>
                    <a:cubicBezTo>
                      <a:pt x="1096" y="375"/>
                      <a:pt x="1203" y="726"/>
                      <a:pt x="1295" y="1078"/>
                    </a:cubicBezTo>
                    <a:cubicBezTo>
                      <a:pt x="1035" y="940"/>
                      <a:pt x="775" y="818"/>
                      <a:pt x="562" y="619"/>
                    </a:cubicBezTo>
                    <a:cubicBezTo>
                      <a:pt x="562" y="615"/>
                      <a:pt x="560" y="613"/>
                      <a:pt x="558" y="613"/>
                    </a:cubicBezTo>
                    <a:cubicBezTo>
                      <a:pt x="554" y="613"/>
                      <a:pt x="546" y="624"/>
                      <a:pt x="546" y="635"/>
                    </a:cubicBezTo>
                    <a:cubicBezTo>
                      <a:pt x="669" y="757"/>
                      <a:pt x="806" y="848"/>
                      <a:pt x="943" y="940"/>
                    </a:cubicBezTo>
                    <a:cubicBezTo>
                      <a:pt x="1066" y="1016"/>
                      <a:pt x="1188" y="1139"/>
                      <a:pt x="1325" y="1200"/>
                    </a:cubicBezTo>
                    <a:cubicBezTo>
                      <a:pt x="1371" y="1383"/>
                      <a:pt x="1417" y="1566"/>
                      <a:pt x="1463" y="1765"/>
                    </a:cubicBezTo>
                    <a:cubicBezTo>
                      <a:pt x="1333" y="1795"/>
                      <a:pt x="1203" y="1825"/>
                      <a:pt x="1069" y="1825"/>
                    </a:cubicBezTo>
                    <a:cubicBezTo>
                      <a:pt x="998" y="1825"/>
                      <a:pt x="926" y="1817"/>
                      <a:pt x="852" y="1795"/>
                    </a:cubicBezTo>
                    <a:cubicBezTo>
                      <a:pt x="577" y="1719"/>
                      <a:pt x="363" y="1536"/>
                      <a:pt x="226" y="1291"/>
                    </a:cubicBezTo>
                    <a:cubicBezTo>
                      <a:pt x="221" y="1282"/>
                      <a:pt x="214" y="1279"/>
                      <a:pt x="207" y="1279"/>
                    </a:cubicBezTo>
                    <a:cubicBezTo>
                      <a:pt x="189" y="1279"/>
                      <a:pt x="169" y="1300"/>
                      <a:pt x="180" y="1322"/>
                    </a:cubicBezTo>
                    <a:cubicBezTo>
                      <a:pt x="317" y="1536"/>
                      <a:pt x="516" y="1719"/>
                      <a:pt x="745" y="1826"/>
                    </a:cubicBezTo>
                    <a:cubicBezTo>
                      <a:pt x="862" y="1874"/>
                      <a:pt x="974" y="1891"/>
                      <a:pt x="1083" y="1891"/>
                    </a:cubicBezTo>
                    <a:cubicBezTo>
                      <a:pt x="1215" y="1891"/>
                      <a:pt x="1344" y="1866"/>
                      <a:pt x="1478" y="1841"/>
                    </a:cubicBezTo>
                    <a:cubicBezTo>
                      <a:pt x="1539" y="2055"/>
                      <a:pt x="1585" y="2269"/>
                      <a:pt x="1631" y="2483"/>
                    </a:cubicBezTo>
                    <a:cubicBezTo>
                      <a:pt x="1417" y="2467"/>
                      <a:pt x="1188" y="2406"/>
                      <a:pt x="974" y="2361"/>
                    </a:cubicBezTo>
                    <a:cubicBezTo>
                      <a:pt x="638" y="2269"/>
                      <a:pt x="378" y="2101"/>
                      <a:pt x="58" y="1979"/>
                    </a:cubicBezTo>
                    <a:cubicBezTo>
                      <a:pt x="51" y="1977"/>
                      <a:pt x="45" y="1976"/>
                      <a:pt x="40" y="1976"/>
                    </a:cubicBezTo>
                    <a:cubicBezTo>
                      <a:pt x="8" y="1976"/>
                      <a:pt x="1" y="2011"/>
                      <a:pt x="27" y="2025"/>
                    </a:cubicBezTo>
                    <a:cubicBezTo>
                      <a:pt x="333" y="2147"/>
                      <a:pt x="577" y="2315"/>
                      <a:pt x="898" y="2406"/>
                    </a:cubicBezTo>
                    <a:cubicBezTo>
                      <a:pt x="1142" y="2467"/>
                      <a:pt x="1402" y="2559"/>
                      <a:pt x="1646" y="2574"/>
                    </a:cubicBezTo>
                    <a:cubicBezTo>
                      <a:pt x="1646" y="2574"/>
                      <a:pt x="1661" y="2590"/>
                      <a:pt x="1661" y="2605"/>
                    </a:cubicBezTo>
                    <a:cubicBezTo>
                      <a:pt x="1661" y="2605"/>
                      <a:pt x="1661" y="2605"/>
                      <a:pt x="1661" y="2620"/>
                    </a:cubicBezTo>
                    <a:cubicBezTo>
                      <a:pt x="1646" y="2635"/>
                      <a:pt x="1661" y="2651"/>
                      <a:pt x="1677" y="2666"/>
                    </a:cubicBezTo>
                    <a:cubicBezTo>
                      <a:pt x="1722" y="2865"/>
                      <a:pt x="1768" y="3078"/>
                      <a:pt x="1814" y="3292"/>
                    </a:cubicBezTo>
                    <a:cubicBezTo>
                      <a:pt x="1814" y="3308"/>
                      <a:pt x="1814" y="3308"/>
                      <a:pt x="1829" y="3323"/>
                    </a:cubicBezTo>
                    <a:cubicBezTo>
                      <a:pt x="1777" y="3324"/>
                      <a:pt x="1721" y="3325"/>
                      <a:pt x="1664" y="3325"/>
                    </a:cubicBezTo>
                    <a:cubicBezTo>
                      <a:pt x="1126" y="3325"/>
                      <a:pt x="427" y="3245"/>
                      <a:pt x="164" y="2804"/>
                    </a:cubicBezTo>
                    <a:cubicBezTo>
                      <a:pt x="156" y="2790"/>
                      <a:pt x="143" y="2785"/>
                      <a:pt x="130" y="2785"/>
                    </a:cubicBezTo>
                    <a:cubicBezTo>
                      <a:pt x="100" y="2785"/>
                      <a:pt x="71" y="2817"/>
                      <a:pt x="103" y="2849"/>
                    </a:cubicBezTo>
                    <a:cubicBezTo>
                      <a:pt x="501" y="3369"/>
                      <a:pt x="1264" y="3323"/>
                      <a:pt x="1845" y="3445"/>
                    </a:cubicBezTo>
                    <a:cubicBezTo>
                      <a:pt x="1906" y="3674"/>
                      <a:pt x="1967" y="3903"/>
                      <a:pt x="2028" y="4148"/>
                    </a:cubicBezTo>
                    <a:cubicBezTo>
                      <a:pt x="1898" y="4159"/>
                      <a:pt x="1770" y="4167"/>
                      <a:pt x="1642" y="4167"/>
                    </a:cubicBezTo>
                    <a:cubicBezTo>
                      <a:pt x="1441" y="4167"/>
                      <a:pt x="1241" y="4149"/>
                      <a:pt x="1035" y="4102"/>
                    </a:cubicBezTo>
                    <a:cubicBezTo>
                      <a:pt x="745" y="4025"/>
                      <a:pt x="333" y="3964"/>
                      <a:pt x="103" y="3751"/>
                    </a:cubicBezTo>
                    <a:lnTo>
                      <a:pt x="103" y="3751"/>
                    </a:lnTo>
                    <a:cubicBezTo>
                      <a:pt x="317" y="3980"/>
                      <a:pt x="684" y="4041"/>
                      <a:pt x="974" y="4117"/>
                    </a:cubicBezTo>
                    <a:cubicBezTo>
                      <a:pt x="1240" y="4210"/>
                      <a:pt x="1516" y="4276"/>
                      <a:pt x="1793" y="4276"/>
                    </a:cubicBezTo>
                    <a:cubicBezTo>
                      <a:pt x="1881" y="4276"/>
                      <a:pt x="1970" y="4269"/>
                      <a:pt x="2059" y="4255"/>
                    </a:cubicBezTo>
                    <a:cubicBezTo>
                      <a:pt x="2059" y="4255"/>
                      <a:pt x="2059" y="4270"/>
                      <a:pt x="2074" y="4285"/>
                    </a:cubicBezTo>
                    <a:cubicBezTo>
                      <a:pt x="2120" y="4423"/>
                      <a:pt x="2150" y="4575"/>
                      <a:pt x="2196" y="4728"/>
                    </a:cubicBezTo>
                    <a:cubicBezTo>
                      <a:pt x="1978" y="4807"/>
                      <a:pt x="1698" y="4845"/>
                      <a:pt x="1410" y="4845"/>
                    </a:cubicBezTo>
                    <a:cubicBezTo>
                      <a:pt x="970" y="4845"/>
                      <a:pt x="511" y="4757"/>
                      <a:pt x="226" y="4591"/>
                    </a:cubicBezTo>
                    <a:lnTo>
                      <a:pt x="226" y="4591"/>
                    </a:lnTo>
                    <a:cubicBezTo>
                      <a:pt x="562" y="4820"/>
                      <a:pt x="928" y="4866"/>
                      <a:pt x="1325" y="4881"/>
                    </a:cubicBezTo>
                    <a:cubicBezTo>
                      <a:pt x="1431" y="4881"/>
                      <a:pt x="1540" y="4885"/>
                      <a:pt x="1651" y="4885"/>
                    </a:cubicBezTo>
                    <a:cubicBezTo>
                      <a:pt x="1845" y="4885"/>
                      <a:pt x="2042" y="4872"/>
                      <a:pt x="2227" y="4804"/>
                    </a:cubicBezTo>
                    <a:cubicBezTo>
                      <a:pt x="2303" y="5079"/>
                      <a:pt x="2379" y="5339"/>
                      <a:pt x="2456" y="5614"/>
                    </a:cubicBezTo>
                    <a:cubicBezTo>
                      <a:pt x="2181" y="5644"/>
                      <a:pt x="1921" y="5706"/>
                      <a:pt x="1646" y="5721"/>
                    </a:cubicBezTo>
                    <a:cubicBezTo>
                      <a:pt x="1604" y="5724"/>
                      <a:pt x="1562" y="5726"/>
                      <a:pt x="1521" y="5726"/>
                    </a:cubicBezTo>
                    <a:cubicBezTo>
                      <a:pt x="1159" y="5726"/>
                      <a:pt x="831" y="5607"/>
                      <a:pt x="516" y="5415"/>
                    </a:cubicBezTo>
                    <a:cubicBezTo>
                      <a:pt x="513" y="5412"/>
                      <a:pt x="509" y="5411"/>
                      <a:pt x="506" y="5411"/>
                    </a:cubicBezTo>
                    <a:cubicBezTo>
                      <a:pt x="491" y="5411"/>
                      <a:pt x="476" y="5434"/>
                      <a:pt x="501" y="5446"/>
                    </a:cubicBezTo>
                    <a:cubicBezTo>
                      <a:pt x="892" y="5707"/>
                      <a:pt x="1278" y="5780"/>
                      <a:pt x="1683" y="5780"/>
                    </a:cubicBezTo>
                    <a:cubicBezTo>
                      <a:pt x="1941" y="5780"/>
                      <a:pt x="2207" y="5751"/>
                      <a:pt x="2486" y="5721"/>
                    </a:cubicBezTo>
                    <a:cubicBezTo>
                      <a:pt x="2563" y="5950"/>
                      <a:pt x="2624" y="6164"/>
                      <a:pt x="2685" y="6393"/>
                    </a:cubicBezTo>
                    <a:cubicBezTo>
                      <a:pt x="2461" y="6447"/>
                      <a:pt x="2199" y="6480"/>
                      <a:pt x="1936" y="6480"/>
                    </a:cubicBezTo>
                    <a:cubicBezTo>
                      <a:pt x="1534" y="6480"/>
                      <a:pt x="1129" y="6403"/>
                      <a:pt x="852" y="6210"/>
                    </a:cubicBezTo>
                    <a:cubicBezTo>
                      <a:pt x="841" y="6203"/>
                      <a:pt x="831" y="6200"/>
                      <a:pt x="823" y="6200"/>
                    </a:cubicBezTo>
                    <a:cubicBezTo>
                      <a:pt x="795" y="6200"/>
                      <a:pt x="783" y="6232"/>
                      <a:pt x="806" y="6255"/>
                    </a:cubicBezTo>
                    <a:cubicBezTo>
                      <a:pt x="1112" y="6469"/>
                      <a:pt x="1478" y="6515"/>
                      <a:pt x="1829" y="6530"/>
                    </a:cubicBezTo>
                    <a:cubicBezTo>
                      <a:pt x="1959" y="6530"/>
                      <a:pt x="2116" y="6542"/>
                      <a:pt x="2272" y="6542"/>
                    </a:cubicBezTo>
                    <a:cubicBezTo>
                      <a:pt x="2429" y="6542"/>
                      <a:pt x="2585" y="6530"/>
                      <a:pt x="2715" y="6485"/>
                    </a:cubicBezTo>
                    <a:lnTo>
                      <a:pt x="2715" y="6500"/>
                    </a:lnTo>
                    <a:cubicBezTo>
                      <a:pt x="2807" y="6821"/>
                      <a:pt x="2883" y="7157"/>
                      <a:pt x="2960" y="7477"/>
                    </a:cubicBezTo>
                    <a:cubicBezTo>
                      <a:pt x="2841" y="7500"/>
                      <a:pt x="2725" y="7510"/>
                      <a:pt x="2610" y="7510"/>
                    </a:cubicBezTo>
                    <a:cubicBezTo>
                      <a:pt x="2107" y="7510"/>
                      <a:pt x="1640" y="7316"/>
                      <a:pt x="1142" y="7141"/>
                    </a:cubicBezTo>
                    <a:cubicBezTo>
                      <a:pt x="1137" y="7140"/>
                      <a:pt x="1132" y="7139"/>
                      <a:pt x="1128" y="7139"/>
                    </a:cubicBezTo>
                    <a:cubicBezTo>
                      <a:pt x="1093" y="7139"/>
                      <a:pt x="1084" y="7189"/>
                      <a:pt x="1112" y="7202"/>
                    </a:cubicBezTo>
                    <a:cubicBezTo>
                      <a:pt x="1627" y="7391"/>
                      <a:pt x="2111" y="7600"/>
                      <a:pt x="2633" y="7600"/>
                    </a:cubicBezTo>
                    <a:cubicBezTo>
                      <a:pt x="2745" y="7600"/>
                      <a:pt x="2859" y="7591"/>
                      <a:pt x="2975" y="7569"/>
                    </a:cubicBezTo>
                    <a:cubicBezTo>
                      <a:pt x="3036" y="7844"/>
                      <a:pt x="3097" y="8104"/>
                      <a:pt x="3143" y="8379"/>
                    </a:cubicBezTo>
                    <a:cubicBezTo>
                      <a:pt x="3020" y="8399"/>
                      <a:pt x="2893" y="8409"/>
                      <a:pt x="2764" y="8409"/>
                    </a:cubicBezTo>
                    <a:cubicBezTo>
                      <a:pt x="2314" y="8409"/>
                      <a:pt x="1839" y="8290"/>
                      <a:pt x="1448" y="8088"/>
                    </a:cubicBezTo>
                    <a:cubicBezTo>
                      <a:pt x="1444" y="8087"/>
                      <a:pt x="1441" y="8086"/>
                      <a:pt x="1438" y="8086"/>
                    </a:cubicBezTo>
                    <a:cubicBezTo>
                      <a:pt x="1411" y="8086"/>
                      <a:pt x="1390" y="8136"/>
                      <a:pt x="1417" y="8149"/>
                    </a:cubicBezTo>
                    <a:cubicBezTo>
                      <a:pt x="1872" y="8383"/>
                      <a:pt x="2393" y="8496"/>
                      <a:pt x="2906" y="8496"/>
                    </a:cubicBezTo>
                    <a:cubicBezTo>
                      <a:pt x="2995" y="8496"/>
                      <a:pt x="3085" y="8492"/>
                      <a:pt x="3174" y="8485"/>
                    </a:cubicBezTo>
                    <a:cubicBezTo>
                      <a:pt x="3219" y="8776"/>
                      <a:pt x="3280" y="9051"/>
                      <a:pt x="3326" y="9341"/>
                    </a:cubicBezTo>
                    <a:cubicBezTo>
                      <a:pt x="3165" y="9392"/>
                      <a:pt x="3003" y="9415"/>
                      <a:pt x="2842" y="9415"/>
                    </a:cubicBezTo>
                    <a:cubicBezTo>
                      <a:pt x="2472" y="9415"/>
                      <a:pt x="2109" y="9293"/>
                      <a:pt x="1768" y="9112"/>
                    </a:cubicBezTo>
                    <a:cubicBezTo>
                      <a:pt x="1753" y="9112"/>
                      <a:pt x="1738" y="9127"/>
                      <a:pt x="1753" y="9142"/>
                    </a:cubicBezTo>
                    <a:cubicBezTo>
                      <a:pt x="2097" y="9326"/>
                      <a:pt x="2537" y="9518"/>
                      <a:pt x="2954" y="9518"/>
                    </a:cubicBezTo>
                    <a:cubicBezTo>
                      <a:pt x="3092" y="9518"/>
                      <a:pt x="3228" y="9497"/>
                      <a:pt x="3357" y="9448"/>
                    </a:cubicBezTo>
                    <a:cubicBezTo>
                      <a:pt x="3372" y="9539"/>
                      <a:pt x="3387" y="9646"/>
                      <a:pt x="3403" y="9738"/>
                    </a:cubicBezTo>
                    <a:cubicBezTo>
                      <a:pt x="3418" y="9784"/>
                      <a:pt x="3418" y="9845"/>
                      <a:pt x="3433" y="9906"/>
                    </a:cubicBezTo>
                    <a:cubicBezTo>
                      <a:pt x="3210" y="9938"/>
                      <a:pt x="2991" y="9961"/>
                      <a:pt x="2769" y="9961"/>
                    </a:cubicBezTo>
                    <a:cubicBezTo>
                      <a:pt x="2566" y="9961"/>
                      <a:pt x="2362" y="9942"/>
                      <a:pt x="2150" y="9891"/>
                    </a:cubicBezTo>
                    <a:cubicBezTo>
                      <a:pt x="2150" y="9888"/>
                      <a:pt x="2150" y="9886"/>
                      <a:pt x="2149" y="9886"/>
                    </a:cubicBezTo>
                    <a:cubicBezTo>
                      <a:pt x="2145" y="9886"/>
                      <a:pt x="2138" y="9906"/>
                      <a:pt x="2150" y="9906"/>
                    </a:cubicBezTo>
                    <a:cubicBezTo>
                      <a:pt x="2419" y="9983"/>
                      <a:pt x="2693" y="10017"/>
                      <a:pt x="2966" y="10017"/>
                    </a:cubicBezTo>
                    <a:cubicBezTo>
                      <a:pt x="3128" y="10017"/>
                      <a:pt x="3289" y="10005"/>
                      <a:pt x="3448" y="9982"/>
                    </a:cubicBezTo>
                    <a:cubicBezTo>
                      <a:pt x="3479" y="10166"/>
                      <a:pt x="3510" y="10349"/>
                      <a:pt x="3540" y="10517"/>
                    </a:cubicBezTo>
                    <a:cubicBezTo>
                      <a:pt x="3433" y="10517"/>
                      <a:pt x="3311" y="10517"/>
                      <a:pt x="3189" y="10532"/>
                    </a:cubicBezTo>
                    <a:cubicBezTo>
                      <a:pt x="3147" y="10538"/>
                      <a:pt x="3107" y="10541"/>
                      <a:pt x="3068" y="10541"/>
                    </a:cubicBezTo>
                    <a:cubicBezTo>
                      <a:pt x="2908" y="10541"/>
                      <a:pt x="2765" y="10499"/>
                      <a:pt x="2593" y="10486"/>
                    </a:cubicBezTo>
                    <a:cubicBezTo>
                      <a:pt x="2578" y="10486"/>
                      <a:pt x="2563" y="10502"/>
                      <a:pt x="2593" y="10517"/>
                    </a:cubicBezTo>
                    <a:cubicBezTo>
                      <a:pt x="2760" y="10531"/>
                      <a:pt x="2901" y="10595"/>
                      <a:pt x="3075" y="10595"/>
                    </a:cubicBezTo>
                    <a:cubicBezTo>
                      <a:pt x="3092" y="10595"/>
                      <a:pt x="3110" y="10595"/>
                      <a:pt x="3128" y="10593"/>
                    </a:cubicBezTo>
                    <a:lnTo>
                      <a:pt x="3555" y="10593"/>
                    </a:lnTo>
                    <a:cubicBezTo>
                      <a:pt x="3678" y="11311"/>
                      <a:pt x="3846" y="12075"/>
                      <a:pt x="4212" y="12655"/>
                    </a:cubicBezTo>
                    <a:cubicBezTo>
                      <a:pt x="4244" y="12697"/>
                      <a:pt x="4293" y="12716"/>
                      <a:pt x="4344" y="12716"/>
                    </a:cubicBezTo>
                    <a:cubicBezTo>
                      <a:pt x="4439" y="12716"/>
                      <a:pt x="4538" y="12649"/>
                      <a:pt x="4518" y="12548"/>
                    </a:cubicBezTo>
                    <a:cubicBezTo>
                      <a:pt x="4426" y="12044"/>
                      <a:pt x="4197" y="11571"/>
                      <a:pt x="4029" y="11082"/>
                    </a:cubicBezTo>
                    <a:cubicBezTo>
                      <a:pt x="3983" y="10960"/>
                      <a:pt x="3953" y="10838"/>
                      <a:pt x="3907" y="10700"/>
                    </a:cubicBezTo>
                    <a:cubicBezTo>
                      <a:pt x="4136" y="10593"/>
                      <a:pt x="4304" y="10364"/>
                      <a:pt x="4457" y="10166"/>
                    </a:cubicBezTo>
                    <a:cubicBezTo>
                      <a:pt x="4701" y="9845"/>
                      <a:pt x="4854" y="9478"/>
                      <a:pt x="5006" y="9081"/>
                    </a:cubicBezTo>
                    <a:cubicBezTo>
                      <a:pt x="5006" y="9072"/>
                      <a:pt x="4996" y="9064"/>
                      <a:pt x="4985" y="9064"/>
                    </a:cubicBezTo>
                    <a:cubicBezTo>
                      <a:pt x="4976" y="9064"/>
                      <a:pt x="4967" y="9068"/>
                      <a:pt x="4961" y="9081"/>
                    </a:cubicBezTo>
                    <a:cubicBezTo>
                      <a:pt x="4808" y="9417"/>
                      <a:pt x="4640" y="9753"/>
                      <a:pt x="4395" y="10043"/>
                    </a:cubicBezTo>
                    <a:cubicBezTo>
                      <a:pt x="4258" y="10196"/>
                      <a:pt x="4059" y="10441"/>
                      <a:pt x="3861" y="10578"/>
                    </a:cubicBezTo>
                    <a:cubicBezTo>
                      <a:pt x="3815" y="10425"/>
                      <a:pt x="3769" y="10257"/>
                      <a:pt x="3723" y="10105"/>
                    </a:cubicBezTo>
                    <a:cubicBezTo>
                      <a:pt x="3953" y="9967"/>
                      <a:pt x="4105" y="9707"/>
                      <a:pt x="4243" y="9494"/>
                    </a:cubicBezTo>
                    <a:cubicBezTo>
                      <a:pt x="4487" y="9142"/>
                      <a:pt x="4655" y="8745"/>
                      <a:pt x="4854" y="8348"/>
                    </a:cubicBezTo>
                    <a:cubicBezTo>
                      <a:pt x="4854" y="8348"/>
                      <a:pt x="4847" y="8341"/>
                      <a:pt x="4842" y="8341"/>
                    </a:cubicBezTo>
                    <a:cubicBezTo>
                      <a:pt x="4840" y="8341"/>
                      <a:pt x="4838" y="8343"/>
                      <a:pt x="4838" y="8348"/>
                    </a:cubicBezTo>
                    <a:cubicBezTo>
                      <a:pt x="4533" y="8898"/>
                      <a:pt x="4243" y="9616"/>
                      <a:pt x="3693" y="9998"/>
                    </a:cubicBezTo>
                    <a:cubicBezTo>
                      <a:pt x="3647" y="9799"/>
                      <a:pt x="3601" y="9616"/>
                      <a:pt x="3555" y="9417"/>
                    </a:cubicBezTo>
                    <a:cubicBezTo>
                      <a:pt x="3555" y="9402"/>
                      <a:pt x="3540" y="9387"/>
                      <a:pt x="3540" y="9387"/>
                    </a:cubicBezTo>
                    <a:cubicBezTo>
                      <a:pt x="4151" y="8898"/>
                      <a:pt x="4350" y="8149"/>
                      <a:pt x="4670" y="7462"/>
                    </a:cubicBezTo>
                    <a:cubicBezTo>
                      <a:pt x="4681" y="7462"/>
                      <a:pt x="4677" y="7455"/>
                      <a:pt x="4669" y="7455"/>
                    </a:cubicBezTo>
                    <a:cubicBezTo>
                      <a:pt x="4665" y="7455"/>
                      <a:pt x="4660" y="7457"/>
                      <a:pt x="4655" y="7462"/>
                    </a:cubicBezTo>
                    <a:cubicBezTo>
                      <a:pt x="4334" y="8104"/>
                      <a:pt x="4059" y="8776"/>
                      <a:pt x="3510" y="9264"/>
                    </a:cubicBezTo>
                    <a:cubicBezTo>
                      <a:pt x="3448" y="8990"/>
                      <a:pt x="3387" y="8699"/>
                      <a:pt x="3326" y="8424"/>
                    </a:cubicBezTo>
                    <a:cubicBezTo>
                      <a:pt x="3846" y="7905"/>
                      <a:pt x="4166" y="7325"/>
                      <a:pt x="4365" y="6622"/>
                    </a:cubicBezTo>
                    <a:cubicBezTo>
                      <a:pt x="4365" y="6611"/>
                      <a:pt x="4357" y="6600"/>
                      <a:pt x="4353" y="6600"/>
                    </a:cubicBezTo>
                    <a:cubicBezTo>
                      <a:pt x="4351" y="6600"/>
                      <a:pt x="4350" y="6602"/>
                      <a:pt x="4350" y="6607"/>
                    </a:cubicBezTo>
                    <a:cubicBezTo>
                      <a:pt x="4121" y="7279"/>
                      <a:pt x="3754" y="7783"/>
                      <a:pt x="3311" y="8302"/>
                    </a:cubicBezTo>
                    <a:cubicBezTo>
                      <a:pt x="3250" y="8027"/>
                      <a:pt x="3189" y="7752"/>
                      <a:pt x="3112" y="7477"/>
                    </a:cubicBezTo>
                    <a:cubicBezTo>
                      <a:pt x="3326" y="7218"/>
                      <a:pt x="3571" y="7004"/>
                      <a:pt x="3739" y="6729"/>
                    </a:cubicBezTo>
                    <a:cubicBezTo>
                      <a:pt x="3891" y="6439"/>
                      <a:pt x="4029" y="6133"/>
                      <a:pt x="4059" y="5813"/>
                    </a:cubicBezTo>
                    <a:cubicBezTo>
                      <a:pt x="4059" y="5802"/>
                      <a:pt x="4052" y="5791"/>
                      <a:pt x="4042" y="5791"/>
                    </a:cubicBezTo>
                    <a:cubicBezTo>
                      <a:pt x="4038" y="5791"/>
                      <a:pt x="4033" y="5793"/>
                      <a:pt x="4029" y="5797"/>
                    </a:cubicBezTo>
                    <a:cubicBezTo>
                      <a:pt x="3922" y="6454"/>
                      <a:pt x="3464" y="6851"/>
                      <a:pt x="3097" y="7355"/>
                    </a:cubicBezTo>
                    <a:cubicBezTo>
                      <a:pt x="3036" y="7096"/>
                      <a:pt x="2960" y="6836"/>
                      <a:pt x="2899" y="6576"/>
                    </a:cubicBezTo>
                    <a:cubicBezTo>
                      <a:pt x="3311" y="6011"/>
                      <a:pt x="3784" y="5446"/>
                      <a:pt x="3830" y="4697"/>
                    </a:cubicBezTo>
                    <a:lnTo>
                      <a:pt x="3815" y="4697"/>
                    </a:lnTo>
                    <a:cubicBezTo>
                      <a:pt x="3739" y="5400"/>
                      <a:pt x="3250" y="5904"/>
                      <a:pt x="2853" y="6454"/>
                    </a:cubicBezTo>
                    <a:cubicBezTo>
                      <a:pt x="2853" y="6408"/>
                      <a:pt x="2837" y="6362"/>
                      <a:pt x="2822" y="6317"/>
                    </a:cubicBezTo>
                    <a:cubicBezTo>
                      <a:pt x="2746" y="6072"/>
                      <a:pt x="2685" y="5843"/>
                      <a:pt x="2608" y="5614"/>
                    </a:cubicBezTo>
                    <a:cubicBezTo>
                      <a:pt x="2868" y="5324"/>
                      <a:pt x="3097" y="5003"/>
                      <a:pt x="3296" y="4682"/>
                    </a:cubicBezTo>
                    <a:cubicBezTo>
                      <a:pt x="3433" y="4453"/>
                      <a:pt x="3601" y="4224"/>
                      <a:pt x="3632" y="3949"/>
                    </a:cubicBezTo>
                    <a:cubicBezTo>
                      <a:pt x="3632" y="3938"/>
                      <a:pt x="3624" y="3927"/>
                      <a:pt x="3614" y="3927"/>
                    </a:cubicBezTo>
                    <a:cubicBezTo>
                      <a:pt x="3610" y="3927"/>
                      <a:pt x="3606" y="3929"/>
                      <a:pt x="3601" y="3934"/>
                    </a:cubicBezTo>
                    <a:cubicBezTo>
                      <a:pt x="3510" y="4514"/>
                      <a:pt x="2960" y="5064"/>
                      <a:pt x="2578" y="5507"/>
                    </a:cubicBezTo>
                    <a:cubicBezTo>
                      <a:pt x="2501" y="5278"/>
                      <a:pt x="2440" y="5034"/>
                      <a:pt x="2364" y="4789"/>
                    </a:cubicBezTo>
                    <a:cubicBezTo>
                      <a:pt x="2746" y="4224"/>
                      <a:pt x="3296" y="3735"/>
                      <a:pt x="3357" y="3002"/>
                    </a:cubicBezTo>
                    <a:cubicBezTo>
                      <a:pt x="3357" y="2987"/>
                      <a:pt x="3349" y="2979"/>
                      <a:pt x="3342" y="2979"/>
                    </a:cubicBezTo>
                    <a:cubicBezTo>
                      <a:pt x="3334" y="2979"/>
                      <a:pt x="3326" y="2987"/>
                      <a:pt x="3326" y="3002"/>
                    </a:cubicBezTo>
                    <a:cubicBezTo>
                      <a:pt x="3235" y="3689"/>
                      <a:pt x="2700" y="4132"/>
                      <a:pt x="2333" y="4682"/>
                    </a:cubicBezTo>
                    <a:lnTo>
                      <a:pt x="2196" y="4239"/>
                    </a:lnTo>
                    <a:cubicBezTo>
                      <a:pt x="2685" y="3766"/>
                      <a:pt x="3128" y="2956"/>
                      <a:pt x="3189" y="2284"/>
                    </a:cubicBezTo>
                    <a:cubicBezTo>
                      <a:pt x="3197" y="2267"/>
                      <a:pt x="3183" y="2255"/>
                      <a:pt x="3168" y="2255"/>
                    </a:cubicBezTo>
                    <a:cubicBezTo>
                      <a:pt x="3155" y="2255"/>
                      <a:pt x="3143" y="2263"/>
                      <a:pt x="3143" y="2284"/>
                    </a:cubicBezTo>
                    <a:cubicBezTo>
                      <a:pt x="3036" y="2880"/>
                      <a:pt x="2639" y="3689"/>
                      <a:pt x="2165" y="4132"/>
                    </a:cubicBezTo>
                    <a:cubicBezTo>
                      <a:pt x="2104" y="3888"/>
                      <a:pt x="2028" y="3644"/>
                      <a:pt x="1967" y="3414"/>
                    </a:cubicBezTo>
                    <a:cubicBezTo>
                      <a:pt x="1967" y="3399"/>
                      <a:pt x="1967" y="3399"/>
                      <a:pt x="1967" y="3384"/>
                    </a:cubicBezTo>
                    <a:cubicBezTo>
                      <a:pt x="2196" y="3185"/>
                      <a:pt x="2364" y="2880"/>
                      <a:pt x="2532" y="2635"/>
                    </a:cubicBezTo>
                    <a:cubicBezTo>
                      <a:pt x="2715" y="2345"/>
                      <a:pt x="2883" y="2025"/>
                      <a:pt x="2929" y="1673"/>
                    </a:cubicBezTo>
                    <a:cubicBezTo>
                      <a:pt x="2929" y="1648"/>
                      <a:pt x="2911" y="1637"/>
                      <a:pt x="2894" y="1637"/>
                    </a:cubicBezTo>
                    <a:cubicBezTo>
                      <a:pt x="2880" y="1637"/>
                      <a:pt x="2868" y="1644"/>
                      <a:pt x="2868" y="1658"/>
                    </a:cubicBezTo>
                    <a:cubicBezTo>
                      <a:pt x="2822" y="2254"/>
                      <a:pt x="2349" y="2849"/>
                      <a:pt x="1921" y="3262"/>
                    </a:cubicBezTo>
                    <a:cubicBezTo>
                      <a:pt x="1906" y="3170"/>
                      <a:pt x="1875" y="3078"/>
                      <a:pt x="1860" y="2987"/>
                    </a:cubicBezTo>
                    <a:cubicBezTo>
                      <a:pt x="1829" y="2865"/>
                      <a:pt x="1799" y="2727"/>
                      <a:pt x="1768" y="2590"/>
                    </a:cubicBezTo>
                    <a:cubicBezTo>
                      <a:pt x="1906" y="2345"/>
                      <a:pt x="2135" y="2162"/>
                      <a:pt x="2272" y="1918"/>
                    </a:cubicBezTo>
                    <a:cubicBezTo>
                      <a:pt x="2395" y="1688"/>
                      <a:pt x="2486" y="1459"/>
                      <a:pt x="2563" y="1230"/>
                    </a:cubicBezTo>
                    <a:cubicBezTo>
                      <a:pt x="2572" y="1211"/>
                      <a:pt x="2558" y="1198"/>
                      <a:pt x="2546" y="1198"/>
                    </a:cubicBezTo>
                    <a:cubicBezTo>
                      <a:pt x="2539" y="1198"/>
                      <a:pt x="2532" y="1203"/>
                      <a:pt x="2532" y="1215"/>
                    </a:cubicBezTo>
                    <a:cubicBezTo>
                      <a:pt x="2410" y="1505"/>
                      <a:pt x="2288" y="1795"/>
                      <a:pt x="2089" y="2055"/>
                    </a:cubicBezTo>
                    <a:cubicBezTo>
                      <a:pt x="1982" y="2208"/>
                      <a:pt x="1845" y="2315"/>
                      <a:pt x="1738" y="2467"/>
                    </a:cubicBezTo>
                    <a:cubicBezTo>
                      <a:pt x="1692" y="2254"/>
                      <a:pt x="1631" y="2040"/>
                      <a:pt x="1585" y="1826"/>
                    </a:cubicBezTo>
                    <a:lnTo>
                      <a:pt x="1585" y="1811"/>
                    </a:lnTo>
                    <a:lnTo>
                      <a:pt x="1600" y="1811"/>
                    </a:lnTo>
                    <a:cubicBezTo>
                      <a:pt x="1616" y="1811"/>
                      <a:pt x="1616" y="1795"/>
                      <a:pt x="1616" y="1780"/>
                    </a:cubicBezTo>
                    <a:cubicBezTo>
                      <a:pt x="1875" y="1582"/>
                      <a:pt x="1982" y="1246"/>
                      <a:pt x="2074" y="940"/>
                    </a:cubicBezTo>
                    <a:cubicBezTo>
                      <a:pt x="2074" y="940"/>
                      <a:pt x="2067" y="933"/>
                      <a:pt x="2062" y="933"/>
                    </a:cubicBezTo>
                    <a:cubicBezTo>
                      <a:pt x="2060" y="933"/>
                      <a:pt x="2059" y="935"/>
                      <a:pt x="2059" y="940"/>
                    </a:cubicBezTo>
                    <a:cubicBezTo>
                      <a:pt x="1936" y="1215"/>
                      <a:pt x="1814" y="1520"/>
                      <a:pt x="1585" y="1734"/>
                    </a:cubicBezTo>
                    <a:lnTo>
                      <a:pt x="1554" y="1734"/>
                    </a:lnTo>
                    <a:cubicBezTo>
                      <a:pt x="1509" y="1566"/>
                      <a:pt x="1463" y="1383"/>
                      <a:pt x="1417" y="1215"/>
                    </a:cubicBezTo>
                    <a:cubicBezTo>
                      <a:pt x="1432" y="1200"/>
                      <a:pt x="1448" y="1169"/>
                      <a:pt x="1432" y="1154"/>
                    </a:cubicBezTo>
                    <a:cubicBezTo>
                      <a:pt x="1539" y="986"/>
                      <a:pt x="1616" y="787"/>
                      <a:pt x="1677" y="604"/>
                    </a:cubicBezTo>
                    <a:cubicBezTo>
                      <a:pt x="1692" y="589"/>
                      <a:pt x="1661" y="589"/>
                      <a:pt x="1661" y="589"/>
                    </a:cubicBezTo>
                    <a:cubicBezTo>
                      <a:pt x="1585" y="772"/>
                      <a:pt x="1493" y="925"/>
                      <a:pt x="1386" y="1078"/>
                    </a:cubicBezTo>
                    <a:cubicBezTo>
                      <a:pt x="1280" y="726"/>
                      <a:pt x="1157" y="360"/>
                      <a:pt x="1020" y="24"/>
                    </a:cubicBezTo>
                    <a:cubicBezTo>
                      <a:pt x="1014" y="7"/>
                      <a:pt x="1005" y="0"/>
                      <a:pt x="9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83;p41">
                <a:extLst>
                  <a:ext uri="{FF2B5EF4-FFF2-40B4-BE49-F238E27FC236}">
                    <a16:creationId xmlns:a16="http://schemas.microsoft.com/office/drawing/2014/main" id="{A862DB1D-D164-19A4-90D4-080636100188}"/>
                  </a:ext>
                </a:extLst>
              </p:cNvPr>
              <p:cNvSpPr/>
              <p:nvPr/>
            </p:nvSpPr>
            <p:spPr>
              <a:xfrm flipH="1">
                <a:off x="837777" y="2882125"/>
                <a:ext cx="292052" cy="673108"/>
              </a:xfrm>
              <a:custGeom>
                <a:avLst/>
                <a:gdLst/>
                <a:ahLst/>
                <a:cxnLst/>
                <a:rect l="l" t="t" r="r" b="b"/>
                <a:pathLst>
                  <a:path w="6661" h="15352" extrusionOk="0">
                    <a:moveTo>
                      <a:pt x="5637" y="8661"/>
                    </a:moveTo>
                    <a:cubicBezTo>
                      <a:pt x="5728" y="10677"/>
                      <a:pt x="6660" y="13885"/>
                      <a:pt x="4277" y="15046"/>
                    </a:cubicBezTo>
                    <a:cubicBezTo>
                      <a:pt x="3621" y="15351"/>
                      <a:pt x="2857" y="15046"/>
                      <a:pt x="2322" y="14603"/>
                    </a:cubicBezTo>
                    <a:cubicBezTo>
                      <a:pt x="1620" y="14038"/>
                      <a:pt x="1131" y="12571"/>
                      <a:pt x="917" y="11716"/>
                    </a:cubicBezTo>
                    <a:cubicBezTo>
                      <a:pt x="749" y="11029"/>
                      <a:pt x="795" y="10219"/>
                      <a:pt x="688" y="9516"/>
                    </a:cubicBezTo>
                    <a:cubicBezTo>
                      <a:pt x="581" y="8753"/>
                      <a:pt x="474" y="8004"/>
                      <a:pt x="367" y="7241"/>
                    </a:cubicBezTo>
                    <a:cubicBezTo>
                      <a:pt x="1" y="4506"/>
                      <a:pt x="825" y="1925"/>
                      <a:pt x="2842" y="1"/>
                    </a:cubicBezTo>
                    <a:cubicBezTo>
                      <a:pt x="3254" y="825"/>
                      <a:pt x="3850" y="1467"/>
                      <a:pt x="4430" y="2215"/>
                    </a:cubicBezTo>
                    <a:cubicBezTo>
                      <a:pt x="4690" y="2551"/>
                      <a:pt x="4934" y="2918"/>
                      <a:pt x="5148" y="3285"/>
                    </a:cubicBezTo>
                    <a:cubicBezTo>
                      <a:pt x="5530" y="3957"/>
                      <a:pt x="5469" y="4720"/>
                      <a:pt x="5469" y="5453"/>
                    </a:cubicBezTo>
                    <a:cubicBezTo>
                      <a:pt x="5469" y="6507"/>
                      <a:pt x="5591" y="7592"/>
                      <a:pt x="5637" y="866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84;p41">
                <a:extLst>
                  <a:ext uri="{FF2B5EF4-FFF2-40B4-BE49-F238E27FC236}">
                    <a16:creationId xmlns:a16="http://schemas.microsoft.com/office/drawing/2014/main" id="{2646E723-CB49-4986-7212-079E706FF621}"/>
                  </a:ext>
                </a:extLst>
              </p:cNvPr>
              <p:cNvSpPr/>
              <p:nvPr/>
            </p:nvSpPr>
            <p:spPr>
              <a:xfrm flipH="1">
                <a:off x="888199" y="2927812"/>
                <a:ext cx="208790" cy="71169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16232" extrusionOk="0">
                    <a:moveTo>
                      <a:pt x="1996" y="0"/>
                    </a:moveTo>
                    <a:cubicBezTo>
                      <a:pt x="1976" y="0"/>
                      <a:pt x="1955" y="16"/>
                      <a:pt x="1955" y="43"/>
                    </a:cubicBezTo>
                    <a:cubicBezTo>
                      <a:pt x="2032" y="486"/>
                      <a:pt x="2077" y="929"/>
                      <a:pt x="2108" y="1372"/>
                    </a:cubicBezTo>
                    <a:cubicBezTo>
                      <a:pt x="1833" y="1158"/>
                      <a:pt x="1543" y="929"/>
                      <a:pt x="1329" y="654"/>
                    </a:cubicBezTo>
                    <a:cubicBezTo>
                      <a:pt x="1324" y="650"/>
                      <a:pt x="1320" y="648"/>
                      <a:pt x="1316" y="648"/>
                    </a:cubicBezTo>
                    <a:cubicBezTo>
                      <a:pt x="1306" y="648"/>
                      <a:pt x="1298" y="658"/>
                      <a:pt x="1298" y="669"/>
                    </a:cubicBezTo>
                    <a:cubicBezTo>
                      <a:pt x="1421" y="853"/>
                      <a:pt x="1558" y="990"/>
                      <a:pt x="1711" y="1127"/>
                    </a:cubicBezTo>
                    <a:cubicBezTo>
                      <a:pt x="1848" y="1265"/>
                      <a:pt x="1970" y="1418"/>
                      <a:pt x="2123" y="1525"/>
                    </a:cubicBezTo>
                    <a:cubicBezTo>
                      <a:pt x="2138" y="1769"/>
                      <a:pt x="2154" y="2013"/>
                      <a:pt x="2169" y="2243"/>
                    </a:cubicBezTo>
                    <a:cubicBezTo>
                      <a:pt x="2066" y="2254"/>
                      <a:pt x="1970" y="2263"/>
                      <a:pt x="1876" y="2263"/>
                    </a:cubicBezTo>
                    <a:cubicBezTo>
                      <a:pt x="1719" y="2263"/>
                      <a:pt x="1568" y="2237"/>
                      <a:pt x="1405" y="2151"/>
                    </a:cubicBezTo>
                    <a:cubicBezTo>
                      <a:pt x="1100" y="1998"/>
                      <a:pt x="871" y="1723"/>
                      <a:pt x="764" y="1402"/>
                    </a:cubicBezTo>
                    <a:cubicBezTo>
                      <a:pt x="757" y="1383"/>
                      <a:pt x="743" y="1375"/>
                      <a:pt x="729" y="1375"/>
                    </a:cubicBezTo>
                    <a:cubicBezTo>
                      <a:pt x="711" y="1375"/>
                      <a:pt x="694" y="1391"/>
                      <a:pt x="703" y="1418"/>
                    </a:cubicBezTo>
                    <a:cubicBezTo>
                      <a:pt x="810" y="1723"/>
                      <a:pt x="1008" y="1983"/>
                      <a:pt x="1283" y="2166"/>
                    </a:cubicBezTo>
                    <a:cubicBezTo>
                      <a:pt x="1509" y="2317"/>
                      <a:pt x="1745" y="2354"/>
                      <a:pt x="2000" y="2354"/>
                    </a:cubicBezTo>
                    <a:cubicBezTo>
                      <a:pt x="2056" y="2354"/>
                      <a:pt x="2112" y="2352"/>
                      <a:pt x="2169" y="2349"/>
                    </a:cubicBezTo>
                    <a:cubicBezTo>
                      <a:pt x="2184" y="2624"/>
                      <a:pt x="2184" y="2899"/>
                      <a:pt x="2200" y="3174"/>
                    </a:cubicBezTo>
                    <a:cubicBezTo>
                      <a:pt x="1940" y="3098"/>
                      <a:pt x="1680" y="2976"/>
                      <a:pt x="1436" y="2869"/>
                    </a:cubicBezTo>
                    <a:cubicBezTo>
                      <a:pt x="1023" y="2685"/>
                      <a:pt x="749" y="2411"/>
                      <a:pt x="397" y="2181"/>
                    </a:cubicBezTo>
                    <a:cubicBezTo>
                      <a:pt x="392" y="2180"/>
                      <a:pt x="387" y="2179"/>
                      <a:pt x="383" y="2179"/>
                    </a:cubicBezTo>
                    <a:cubicBezTo>
                      <a:pt x="345" y="2179"/>
                      <a:pt x="324" y="2229"/>
                      <a:pt x="351" y="2243"/>
                    </a:cubicBezTo>
                    <a:cubicBezTo>
                      <a:pt x="703" y="2456"/>
                      <a:pt x="962" y="2731"/>
                      <a:pt x="1329" y="2899"/>
                    </a:cubicBezTo>
                    <a:cubicBezTo>
                      <a:pt x="1604" y="3037"/>
                      <a:pt x="1894" y="3205"/>
                      <a:pt x="2200" y="3281"/>
                    </a:cubicBezTo>
                    <a:cubicBezTo>
                      <a:pt x="2200" y="3296"/>
                      <a:pt x="2200" y="3312"/>
                      <a:pt x="2200" y="3327"/>
                    </a:cubicBezTo>
                    <a:cubicBezTo>
                      <a:pt x="2184" y="3358"/>
                      <a:pt x="2184" y="3373"/>
                      <a:pt x="2200" y="3388"/>
                    </a:cubicBezTo>
                    <a:cubicBezTo>
                      <a:pt x="2215" y="3663"/>
                      <a:pt x="2215" y="3923"/>
                      <a:pt x="2230" y="4182"/>
                    </a:cubicBezTo>
                    <a:cubicBezTo>
                      <a:pt x="2230" y="4198"/>
                      <a:pt x="2230" y="4213"/>
                      <a:pt x="2230" y="4243"/>
                    </a:cubicBezTo>
                    <a:cubicBezTo>
                      <a:pt x="1573" y="4121"/>
                      <a:pt x="580" y="3877"/>
                      <a:pt x="336" y="3205"/>
                    </a:cubicBezTo>
                    <a:cubicBezTo>
                      <a:pt x="326" y="3184"/>
                      <a:pt x="309" y="3176"/>
                      <a:pt x="292" y="3176"/>
                    </a:cubicBezTo>
                    <a:cubicBezTo>
                      <a:pt x="258" y="3176"/>
                      <a:pt x="224" y="3210"/>
                      <a:pt x="244" y="3251"/>
                    </a:cubicBezTo>
                    <a:cubicBezTo>
                      <a:pt x="611" y="3984"/>
                      <a:pt x="1543" y="4106"/>
                      <a:pt x="2245" y="4381"/>
                    </a:cubicBezTo>
                    <a:cubicBezTo>
                      <a:pt x="2261" y="4671"/>
                      <a:pt x="2276" y="4977"/>
                      <a:pt x="2291" y="5282"/>
                    </a:cubicBezTo>
                    <a:cubicBezTo>
                      <a:pt x="1879" y="5236"/>
                      <a:pt x="1482" y="5175"/>
                      <a:pt x="1100" y="4992"/>
                    </a:cubicBezTo>
                    <a:cubicBezTo>
                      <a:pt x="749" y="4839"/>
                      <a:pt x="275" y="4671"/>
                      <a:pt x="46" y="4350"/>
                    </a:cubicBezTo>
                    <a:cubicBezTo>
                      <a:pt x="46" y="4345"/>
                      <a:pt x="44" y="4344"/>
                      <a:pt x="42" y="4344"/>
                    </a:cubicBezTo>
                    <a:cubicBezTo>
                      <a:pt x="37" y="4344"/>
                      <a:pt x="31" y="4350"/>
                      <a:pt x="31" y="4350"/>
                    </a:cubicBezTo>
                    <a:cubicBezTo>
                      <a:pt x="244" y="4686"/>
                      <a:pt x="672" y="4824"/>
                      <a:pt x="1008" y="5007"/>
                    </a:cubicBezTo>
                    <a:cubicBezTo>
                      <a:pt x="1421" y="5221"/>
                      <a:pt x="1833" y="5404"/>
                      <a:pt x="2306" y="5404"/>
                    </a:cubicBezTo>
                    <a:cubicBezTo>
                      <a:pt x="2306" y="5420"/>
                      <a:pt x="2306" y="5435"/>
                      <a:pt x="2306" y="5450"/>
                    </a:cubicBezTo>
                    <a:cubicBezTo>
                      <a:pt x="2322" y="5633"/>
                      <a:pt x="2352" y="5832"/>
                      <a:pt x="2368" y="6015"/>
                    </a:cubicBezTo>
                    <a:cubicBezTo>
                      <a:pt x="2253" y="6034"/>
                      <a:pt x="2129" y="6043"/>
                      <a:pt x="2000" y="6043"/>
                    </a:cubicBezTo>
                    <a:cubicBezTo>
                      <a:pt x="1297" y="6043"/>
                      <a:pt x="426" y="5778"/>
                      <a:pt x="0" y="5404"/>
                    </a:cubicBezTo>
                    <a:lnTo>
                      <a:pt x="0" y="5404"/>
                    </a:lnTo>
                    <a:cubicBezTo>
                      <a:pt x="351" y="5756"/>
                      <a:pt x="779" y="5908"/>
                      <a:pt x="1268" y="6000"/>
                    </a:cubicBezTo>
                    <a:cubicBezTo>
                      <a:pt x="1546" y="6061"/>
                      <a:pt x="1844" y="6140"/>
                      <a:pt x="2138" y="6140"/>
                    </a:cubicBezTo>
                    <a:cubicBezTo>
                      <a:pt x="2215" y="6140"/>
                      <a:pt x="2292" y="6135"/>
                      <a:pt x="2368" y="6122"/>
                    </a:cubicBezTo>
                    <a:cubicBezTo>
                      <a:pt x="2413" y="6458"/>
                      <a:pt x="2444" y="6809"/>
                      <a:pt x="2474" y="7161"/>
                    </a:cubicBezTo>
                    <a:cubicBezTo>
                      <a:pt x="2138" y="7130"/>
                      <a:pt x="1802" y="7161"/>
                      <a:pt x="1466" y="7115"/>
                    </a:cubicBezTo>
                    <a:cubicBezTo>
                      <a:pt x="962" y="7039"/>
                      <a:pt x="535" y="6809"/>
                      <a:pt x="153" y="6473"/>
                    </a:cubicBezTo>
                    <a:cubicBezTo>
                      <a:pt x="148" y="6465"/>
                      <a:pt x="143" y="6461"/>
                      <a:pt x="137" y="6461"/>
                    </a:cubicBezTo>
                    <a:cubicBezTo>
                      <a:pt x="124" y="6461"/>
                      <a:pt x="111" y="6482"/>
                      <a:pt x="122" y="6504"/>
                    </a:cubicBezTo>
                    <a:cubicBezTo>
                      <a:pt x="810" y="7161"/>
                      <a:pt x="1589" y="7207"/>
                      <a:pt x="2490" y="7298"/>
                    </a:cubicBezTo>
                    <a:cubicBezTo>
                      <a:pt x="2520" y="7588"/>
                      <a:pt x="2551" y="7863"/>
                      <a:pt x="2566" y="8154"/>
                    </a:cubicBezTo>
                    <a:cubicBezTo>
                      <a:pt x="2500" y="8158"/>
                      <a:pt x="2431" y="8160"/>
                      <a:pt x="2360" y="8160"/>
                    </a:cubicBezTo>
                    <a:cubicBezTo>
                      <a:pt x="1671" y="8160"/>
                      <a:pt x="825" y="7954"/>
                      <a:pt x="382" y="7497"/>
                    </a:cubicBezTo>
                    <a:cubicBezTo>
                      <a:pt x="373" y="7491"/>
                      <a:pt x="364" y="7488"/>
                      <a:pt x="355" y="7488"/>
                    </a:cubicBezTo>
                    <a:cubicBezTo>
                      <a:pt x="317" y="7488"/>
                      <a:pt x="284" y="7533"/>
                      <a:pt x="321" y="7558"/>
                    </a:cubicBezTo>
                    <a:cubicBezTo>
                      <a:pt x="626" y="7879"/>
                      <a:pt x="1069" y="8031"/>
                      <a:pt x="1497" y="8123"/>
                    </a:cubicBezTo>
                    <a:cubicBezTo>
                      <a:pt x="1749" y="8173"/>
                      <a:pt x="2095" y="8276"/>
                      <a:pt x="2396" y="8276"/>
                    </a:cubicBezTo>
                    <a:cubicBezTo>
                      <a:pt x="2460" y="8276"/>
                      <a:pt x="2523" y="8271"/>
                      <a:pt x="2581" y="8261"/>
                    </a:cubicBezTo>
                    <a:cubicBezTo>
                      <a:pt x="2581" y="8276"/>
                      <a:pt x="2581" y="8291"/>
                      <a:pt x="2581" y="8291"/>
                    </a:cubicBezTo>
                    <a:cubicBezTo>
                      <a:pt x="2612" y="8703"/>
                      <a:pt x="2643" y="9131"/>
                      <a:pt x="2658" y="9544"/>
                    </a:cubicBezTo>
                    <a:cubicBezTo>
                      <a:pt x="1848" y="9544"/>
                      <a:pt x="1207" y="9101"/>
                      <a:pt x="519" y="8719"/>
                    </a:cubicBezTo>
                    <a:cubicBezTo>
                      <a:pt x="512" y="8714"/>
                      <a:pt x="505" y="8712"/>
                      <a:pt x="498" y="8712"/>
                    </a:cubicBezTo>
                    <a:cubicBezTo>
                      <a:pt x="461" y="8712"/>
                      <a:pt x="435" y="8770"/>
                      <a:pt x="474" y="8795"/>
                    </a:cubicBezTo>
                    <a:cubicBezTo>
                      <a:pt x="1176" y="9208"/>
                      <a:pt x="1818" y="9650"/>
                      <a:pt x="2658" y="9666"/>
                    </a:cubicBezTo>
                    <a:cubicBezTo>
                      <a:pt x="2673" y="10002"/>
                      <a:pt x="2673" y="10338"/>
                      <a:pt x="2673" y="10674"/>
                    </a:cubicBezTo>
                    <a:cubicBezTo>
                      <a:pt x="1986" y="10659"/>
                      <a:pt x="1222" y="10368"/>
                      <a:pt x="672" y="9941"/>
                    </a:cubicBezTo>
                    <a:cubicBezTo>
                      <a:pt x="663" y="9935"/>
                      <a:pt x="655" y="9932"/>
                      <a:pt x="648" y="9932"/>
                    </a:cubicBezTo>
                    <a:cubicBezTo>
                      <a:pt x="617" y="9932"/>
                      <a:pt x="602" y="9977"/>
                      <a:pt x="626" y="10002"/>
                    </a:cubicBezTo>
                    <a:cubicBezTo>
                      <a:pt x="1207" y="10475"/>
                      <a:pt x="1955" y="10750"/>
                      <a:pt x="2673" y="10811"/>
                    </a:cubicBezTo>
                    <a:cubicBezTo>
                      <a:pt x="2673" y="11178"/>
                      <a:pt x="2673" y="11544"/>
                      <a:pt x="2673" y="11896"/>
                    </a:cubicBezTo>
                    <a:cubicBezTo>
                      <a:pt x="2599" y="11904"/>
                      <a:pt x="2526" y="11908"/>
                      <a:pt x="2453" y="11908"/>
                    </a:cubicBezTo>
                    <a:cubicBezTo>
                      <a:pt x="1855" y="11908"/>
                      <a:pt x="1315" y="11636"/>
                      <a:pt x="825" y="11254"/>
                    </a:cubicBezTo>
                    <a:cubicBezTo>
                      <a:pt x="810" y="11254"/>
                      <a:pt x="794" y="11270"/>
                      <a:pt x="810" y="11285"/>
                    </a:cubicBezTo>
                    <a:cubicBezTo>
                      <a:pt x="1248" y="11655"/>
                      <a:pt x="1859" y="12049"/>
                      <a:pt x="2465" y="12049"/>
                    </a:cubicBezTo>
                    <a:cubicBezTo>
                      <a:pt x="2535" y="12049"/>
                      <a:pt x="2604" y="12044"/>
                      <a:pt x="2673" y="12033"/>
                    </a:cubicBezTo>
                    <a:cubicBezTo>
                      <a:pt x="2673" y="12155"/>
                      <a:pt x="2673" y="12262"/>
                      <a:pt x="2673" y="12385"/>
                    </a:cubicBezTo>
                    <a:cubicBezTo>
                      <a:pt x="2673" y="12446"/>
                      <a:pt x="2673" y="12522"/>
                      <a:pt x="2673" y="12598"/>
                    </a:cubicBezTo>
                    <a:cubicBezTo>
                      <a:pt x="2138" y="12568"/>
                      <a:pt x="1619" y="12507"/>
                      <a:pt x="1130" y="12278"/>
                    </a:cubicBezTo>
                    <a:cubicBezTo>
                      <a:pt x="1115" y="12278"/>
                      <a:pt x="1100" y="12293"/>
                      <a:pt x="1115" y="12293"/>
                    </a:cubicBezTo>
                    <a:cubicBezTo>
                      <a:pt x="1604" y="12553"/>
                      <a:pt x="2123" y="12675"/>
                      <a:pt x="2673" y="12705"/>
                    </a:cubicBezTo>
                    <a:cubicBezTo>
                      <a:pt x="2673" y="12919"/>
                      <a:pt x="2658" y="13148"/>
                      <a:pt x="2658" y="13377"/>
                    </a:cubicBezTo>
                    <a:cubicBezTo>
                      <a:pt x="2520" y="13347"/>
                      <a:pt x="2383" y="13316"/>
                      <a:pt x="2230" y="13316"/>
                    </a:cubicBezTo>
                    <a:cubicBezTo>
                      <a:pt x="1970" y="13301"/>
                      <a:pt x="1772" y="13179"/>
                      <a:pt x="1512" y="13102"/>
                    </a:cubicBezTo>
                    <a:cubicBezTo>
                      <a:pt x="1497" y="13102"/>
                      <a:pt x="1482" y="13133"/>
                      <a:pt x="1497" y="13133"/>
                    </a:cubicBezTo>
                    <a:cubicBezTo>
                      <a:pt x="1726" y="13209"/>
                      <a:pt x="1894" y="13347"/>
                      <a:pt x="2138" y="13362"/>
                    </a:cubicBezTo>
                    <a:cubicBezTo>
                      <a:pt x="2306" y="13393"/>
                      <a:pt x="2474" y="13423"/>
                      <a:pt x="2658" y="13454"/>
                    </a:cubicBezTo>
                    <a:cubicBezTo>
                      <a:pt x="2643" y="14370"/>
                      <a:pt x="2673" y="15317"/>
                      <a:pt x="2979" y="16111"/>
                    </a:cubicBezTo>
                    <a:cubicBezTo>
                      <a:pt x="3012" y="16193"/>
                      <a:pt x="3094" y="16232"/>
                      <a:pt x="3175" y="16232"/>
                    </a:cubicBezTo>
                    <a:cubicBezTo>
                      <a:pt x="3276" y="16232"/>
                      <a:pt x="3376" y="16170"/>
                      <a:pt x="3376" y="16050"/>
                    </a:cubicBezTo>
                    <a:cubicBezTo>
                      <a:pt x="3360" y="15424"/>
                      <a:pt x="3192" y="14798"/>
                      <a:pt x="3116" y="14172"/>
                    </a:cubicBezTo>
                    <a:cubicBezTo>
                      <a:pt x="3085" y="14004"/>
                      <a:pt x="3070" y="13851"/>
                      <a:pt x="3055" y="13683"/>
                    </a:cubicBezTo>
                    <a:cubicBezTo>
                      <a:pt x="3345" y="13606"/>
                      <a:pt x="3620" y="13347"/>
                      <a:pt x="3849" y="13164"/>
                    </a:cubicBezTo>
                    <a:cubicBezTo>
                      <a:pt x="4231" y="12812"/>
                      <a:pt x="4491" y="12400"/>
                      <a:pt x="4750" y="11972"/>
                    </a:cubicBezTo>
                    <a:cubicBezTo>
                      <a:pt x="4762" y="11950"/>
                      <a:pt x="4748" y="11936"/>
                      <a:pt x="4734" y="11936"/>
                    </a:cubicBezTo>
                    <a:cubicBezTo>
                      <a:pt x="4729" y="11936"/>
                      <a:pt x="4724" y="11938"/>
                      <a:pt x="4720" y="11942"/>
                    </a:cubicBezTo>
                    <a:cubicBezTo>
                      <a:pt x="4445" y="12323"/>
                      <a:pt x="4155" y="12690"/>
                      <a:pt x="3788" y="12980"/>
                    </a:cubicBezTo>
                    <a:cubicBezTo>
                      <a:pt x="3590" y="13148"/>
                      <a:pt x="3299" y="13408"/>
                      <a:pt x="3024" y="13515"/>
                    </a:cubicBezTo>
                    <a:cubicBezTo>
                      <a:pt x="3009" y="13316"/>
                      <a:pt x="2994" y="13118"/>
                      <a:pt x="2979" y="12919"/>
                    </a:cubicBezTo>
                    <a:cubicBezTo>
                      <a:pt x="3284" y="12797"/>
                      <a:pt x="3513" y="12522"/>
                      <a:pt x="3742" y="12293"/>
                    </a:cubicBezTo>
                    <a:cubicBezTo>
                      <a:pt x="4124" y="11911"/>
                      <a:pt x="4430" y="11468"/>
                      <a:pt x="4735" y="11025"/>
                    </a:cubicBezTo>
                    <a:lnTo>
                      <a:pt x="4735" y="11025"/>
                    </a:lnTo>
                    <a:cubicBezTo>
                      <a:pt x="4231" y="11621"/>
                      <a:pt x="3712" y="12430"/>
                      <a:pt x="2963" y="12766"/>
                    </a:cubicBezTo>
                    <a:cubicBezTo>
                      <a:pt x="2948" y="12522"/>
                      <a:pt x="2933" y="12278"/>
                      <a:pt x="2917" y="12033"/>
                    </a:cubicBezTo>
                    <a:cubicBezTo>
                      <a:pt x="2917" y="12018"/>
                      <a:pt x="2917" y="12003"/>
                      <a:pt x="2917" y="11987"/>
                    </a:cubicBezTo>
                    <a:cubicBezTo>
                      <a:pt x="3758" y="11529"/>
                      <a:pt x="4185" y="10674"/>
                      <a:pt x="4735" y="9925"/>
                    </a:cubicBezTo>
                    <a:cubicBezTo>
                      <a:pt x="4746" y="9915"/>
                      <a:pt x="4741" y="9904"/>
                      <a:pt x="4732" y="9904"/>
                    </a:cubicBezTo>
                    <a:cubicBezTo>
                      <a:pt x="4729" y="9904"/>
                      <a:pt x="4724" y="9906"/>
                      <a:pt x="4720" y="9910"/>
                    </a:cubicBezTo>
                    <a:cubicBezTo>
                      <a:pt x="4170" y="10613"/>
                      <a:pt x="3681" y="11376"/>
                      <a:pt x="2902" y="11835"/>
                    </a:cubicBezTo>
                    <a:cubicBezTo>
                      <a:pt x="2902" y="11483"/>
                      <a:pt x="2887" y="11132"/>
                      <a:pt x="2872" y="10781"/>
                    </a:cubicBezTo>
                    <a:cubicBezTo>
                      <a:pt x="3620" y="10261"/>
                      <a:pt x="4155" y="9620"/>
                      <a:pt x="4552" y="8810"/>
                    </a:cubicBezTo>
                    <a:cubicBezTo>
                      <a:pt x="4552" y="8795"/>
                      <a:pt x="4537" y="8795"/>
                      <a:pt x="4537" y="8795"/>
                    </a:cubicBezTo>
                    <a:cubicBezTo>
                      <a:pt x="4094" y="9559"/>
                      <a:pt x="3528" y="10078"/>
                      <a:pt x="2872" y="10628"/>
                    </a:cubicBezTo>
                    <a:cubicBezTo>
                      <a:pt x="2856" y="10277"/>
                      <a:pt x="2856" y="9910"/>
                      <a:pt x="2841" y="9559"/>
                    </a:cubicBezTo>
                    <a:cubicBezTo>
                      <a:pt x="3147" y="9299"/>
                      <a:pt x="3498" y="9101"/>
                      <a:pt x="3758" y="8795"/>
                    </a:cubicBezTo>
                    <a:cubicBezTo>
                      <a:pt x="4032" y="8490"/>
                      <a:pt x="4246" y="8138"/>
                      <a:pt x="4368" y="7756"/>
                    </a:cubicBezTo>
                    <a:cubicBezTo>
                      <a:pt x="4379" y="7746"/>
                      <a:pt x="4367" y="7735"/>
                      <a:pt x="4354" y="7735"/>
                    </a:cubicBezTo>
                    <a:cubicBezTo>
                      <a:pt x="4348" y="7735"/>
                      <a:pt x="4342" y="7737"/>
                      <a:pt x="4338" y="7741"/>
                    </a:cubicBezTo>
                    <a:cubicBezTo>
                      <a:pt x="4048" y="8520"/>
                      <a:pt x="3406" y="8902"/>
                      <a:pt x="2826" y="9406"/>
                    </a:cubicBezTo>
                    <a:cubicBezTo>
                      <a:pt x="2826" y="9085"/>
                      <a:pt x="2795" y="8749"/>
                      <a:pt x="2780" y="8429"/>
                    </a:cubicBezTo>
                    <a:cubicBezTo>
                      <a:pt x="3406" y="7833"/>
                      <a:pt x="4124" y="7252"/>
                      <a:pt x="4353" y="6367"/>
                    </a:cubicBezTo>
                    <a:cubicBezTo>
                      <a:pt x="4353" y="6351"/>
                      <a:pt x="4338" y="6351"/>
                      <a:pt x="4338" y="6351"/>
                    </a:cubicBezTo>
                    <a:cubicBezTo>
                      <a:pt x="4063" y="7191"/>
                      <a:pt x="3376" y="7695"/>
                      <a:pt x="2765" y="8261"/>
                    </a:cubicBezTo>
                    <a:cubicBezTo>
                      <a:pt x="2749" y="8199"/>
                      <a:pt x="2749" y="8154"/>
                      <a:pt x="2749" y="8093"/>
                    </a:cubicBezTo>
                    <a:cubicBezTo>
                      <a:pt x="2719" y="7787"/>
                      <a:pt x="2688" y="7482"/>
                      <a:pt x="2658" y="7176"/>
                    </a:cubicBezTo>
                    <a:cubicBezTo>
                      <a:pt x="3040" y="6901"/>
                      <a:pt x="3391" y="6565"/>
                      <a:pt x="3712" y="6214"/>
                    </a:cubicBezTo>
                    <a:cubicBezTo>
                      <a:pt x="3926" y="5969"/>
                      <a:pt x="4185" y="5725"/>
                      <a:pt x="4292" y="5389"/>
                    </a:cubicBezTo>
                    <a:cubicBezTo>
                      <a:pt x="4292" y="5380"/>
                      <a:pt x="4282" y="5371"/>
                      <a:pt x="4273" y="5371"/>
                    </a:cubicBezTo>
                    <a:cubicBezTo>
                      <a:pt x="4267" y="5371"/>
                      <a:pt x="4262" y="5376"/>
                      <a:pt x="4262" y="5389"/>
                    </a:cubicBezTo>
                    <a:cubicBezTo>
                      <a:pt x="4002" y="6046"/>
                      <a:pt x="3223" y="6596"/>
                      <a:pt x="2643" y="7054"/>
                    </a:cubicBezTo>
                    <a:cubicBezTo>
                      <a:pt x="2612" y="6748"/>
                      <a:pt x="2581" y="6443"/>
                      <a:pt x="2551" y="6137"/>
                    </a:cubicBezTo>
                    <a:cubicBezTo>
                      <a:pt x="3147" y="5526"/>
                      <a:pt x="3926" y="5068"/>
                      <a:pt x="4170" y="4182"/>
                    </a:cubicBezTo>
                    <a:cubicBezTo>
                      <a:pt x="4179" y="4163"/>
                      <a:pt x="4165" y="4150"/>
                      <a:pt x="4153" y="4150"/>
                    </a:cubicBezTo>
                    <a:cubicBezTo>
                      <a:pt x="4146" y="4150"/>
                      <a:pt x="4139" y="4155"/>
                      <a:pt x="4139" y="4167"/>
                    </a:cubicBezTo>
                    <a:cubicBezTo>
                      <a:pt x="3864" y="4992"/>
                      <a:pt x="3116" y="5420"/>
                      <a:pt x="2536" y="5985"/>
                    </a:cubicBezTo>
                    <a:cubicBezTo>
                      <a:pt x="2520" y="5801"/>
                      <a:pt x="2490" y="5618"/>
                      <a:pt x="2474" y="5420"/>
                    </a:cubicBezTo>
                    <a:cubicBezTo>
                      <a:pt x="3177" y="4946"/>
                      <a:pt x="3910" y="4075"/>
                      <a:pt x="4139" y="3281"/>
                    </a:cubicBezTo>
                    <a:cubicBezTo>
                      <a:pt x="4149" y="3251"/>
                      <a:pt x="4127" y="3228"/>
                      <a:pt x="4106" y="3228"/>
                    </a:cubicBezTo>
                    <a:cubicBezTo>
                      <a:pt x="4095" y="3228"/>
                      <a:pt x="4084" y="3235"/>
                      <a:pt x="4078" y="3251"/>
                    </a:cubicBezTo>
                    <a:cubicBezTo>
                      <a:pt x="3819" y="3968"/>
                      <a:pt x="3147" y="4839"/>
                      <a:pt x="2459" y="5267"/>
                    </a:cubicBezTo>
                    <a:cubicBezTo>
                      <a:pt x="2429" y="4961"/>
                      <a:pt x="2413" y="4656"/>
                      <a:pt x="2383" y="4350"/>
                    </a:cubicBezTo>
                    <a:cubicBezTo>
                      <a:pt x="2383" y="4350"/>
                      <a:pt x="2383" y="4335"/>
                      <a:pt x="2383" y="4320"/>
                    </a:cubicBezTo>
                    <a:cubicBezTo>
                      <a:pt x="2704" y="4137"/>
                      <a:pt x="2994" y="3800"/>
                      <a:pt x="3238" y="3541"/>
                    </a:cubicBezTo>
                    <a:cubicBezTo>
                      <a:pt x="3544" y="3235"/>
                      <a:pt x="3819" y="2884"/>
                      <a:pt x="3956" y="2472"/>
                    </a:cubicBezTo>
                    <a:cubicBezTo>
                      <a:pt x="3966" y="2442"/>
                      <a:pt x="3937" y="2418"/>
                      <a:pt x="3911" y="2418"/>
                    </a:cubicBezTo>
                    <a:cubicBezTo>
                      <a:pt x="3898" y="2418"/>
                      <a:pt x="3885" y="2425"/>
                      <a:pt x="3880" y="2441"/>
                    </a:cubicBezTo>
                    <a:cubicBezTo>
                      <a:pt x="3696" y="3144"/>
                      <a:pt x="2994" y="3755"/>
                      <a:pt x="2368" y="4167"/>
                    </a:cubicBezTo>
                    <a:cubicBezTo>
                      <a:pt x="2368" y="4045"/>
                      <a:pt x="2352" y="3938"/>
                      <a:pt x="2352" y="3831"/>
                    </a:cubicBezTo>
                    <a:cubicBezTo>
                      <a:pt x="2337" y="3663"/>
                      <a:pt x="2337" y="3495"/>
                      <a:pt x="2322" y="3312"/>
                    </a:cubicBezTo>
                    <a:cubicBezTo>
                      <a:pt x="2551" y="3052"/>
                      <a:pt x="2887" y="2884"/>
                      <a:pt x="3101" y="2609"/>
                    </a:cubicBezTo>
                    <a:cubicBezTo>
                      <a:pt x="3299" y="2380"/>
                      <a:pt x="3467" y="2105"/>
                      <a:pt x="3620" y="1845"/>
                    </a:cubicBezTo>
                    <a:cubicBezTo>
                      <a:pt x="3631" y="1823"/>
                      <a:pt x="3610" y="1809"/>
                      <a:pt x="3591" y="1809"/>
                    </a:cubicBezTo>
                    <a:cubicBezTo>
                      <a:pt x="3585" y="1809"/>
                      <a:pt x="3578" y="1811"/>
                      <a:pt x="3574" y="1815"/>
                    </a:cubicBezTo>
                    <a:cubicBezTo>
                      <a:pt x="3360" y="2151"/>
                      <a:pt x="3131" y="2472"/>
                      <a:pt x="2841" y="2747"/>
                    </a:cubicBezTo>
                    <a:cubicBezTo>
                      <a:pt x="2673" y="2899"/>
                      <a:pt x="2474" y="3006"/>
                      <a:pt x="2322" y="3159"/>
                    </a:cubicBezTo>
                    <a:cubicBezTo>
                      <a:pt x="2306" y="2884"/>
                      <a:pt x="2291" y="2609"/>
                      <a:pt x="2276" y="2334"/>
                    </a:cubicBezTo>
                    <a:lnTo>
                      <a:pt x="2306" y="2334"/>
                    </a:lnTo>
                    <a:cubicBezTo>
                      <a:pt x="2322" y="2334"/>
                      <a:pt x="2337" y="2319"/>
                      <a:pt x="2337" y="2304"/>
                    </a:cubicBezTo>
                    <a:cubicBezTo>
                      <a:pt x="2688" y="2120"/>
                      <a:pt x="2902" y="1723"/>
                      <a:pt x="3085" y="1387"/>
                    </a:cubicBezTo>
                    <a:cubicBezTo>
                      <a:pt x="3085" y="1372"/>
                      <a:pt x="3070" y="1372"/>
                      <a:pt x="3070" y="1372"/>
                    </a:cubicBezTo>
                    <a:cubicBezTo>
                      <a:pt x="2872" y="1693"/>
                      <a:pt x="2643" y="2029"/>
                      <a:pt x="2306" y="2227"/>
                    </a:cubicBezTo>
                    <a:lnTo>
                      <a:pt x="2276" y="2227"/>
                    </a:lnTo>
                    <a:cubicBezTo>
                      <a:pt x="2261" y="2013"/>
                      <a:pt x="2245" y="1784"/>
                      <a:pt x="2230" y="1555"/>
                    </a:cubicBezTo>
                    <a:cubicBezTo>
                      <a:pt x="2261" y="1555"/>
                      <a:pt x="2276" y="1525"/>
                      <a:pt x="2261" y="1494"/>
                    </a:cubicBezTo>
                    <a:cubicBezTo>
                      <a:pt x="2429" y="1311"/>
                      <a:pt x="2566" y="1097"/>
                      <a:pt x="2688" y="883"/>
                    </a:cubicBezTo>
                    <a:cubicBezTo>
                      <a:pt x="2699" y="872"/>
                      <a:pt x="2687" y="862"/>
                      <a:pt x="2679" y="862"/>
                    </a:cubicBezTo>
                    <a:cubicBezTo>
                      <a:pt x="2676" y="862"/>
                      <a:pt x="2673" y="863"/>
                      <a:pt x="2673" y="868"/>
                    </a:cubicBezTo>
                    <a:cubicBezTo>
                      <a:pt x="2536" y="1066"/>
                      <a:pt x="2383" y="1234"/>
                      <a:pt x="2215" y="1402"/>
                    </a:cubicBezTo>
                    <a:cubicBezTo>
                      <a:pt x="2169" y="944"/>
                      <a:pt x="2123" y="486"/>
                      <a:pt x="2032" y="28"/>
                    </a:cubicBezTo>
                    <a:cubicBezTo>
                      <a:pt x="2025" y="9"/>
                      <a:pt x="2011" y="0"/>
                      <a:pt x="19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85;p41">
                <a:extLst>
                  <a:ext uri="{FF2B5EF4-FFF2-40B4-BE49-F238E27FC236}">
                    <a16:creationId xmlns:a16="http://schemas.microsoft.com/office/drawing/2014/main" id="{E4F59265-6DA2-56AA-F4DD-3D00F730972A}"/>
                  </a:ext>
                </a:extLst>
              </p:cNvPr>
              <p:cNvSpPr/>
              <p:nvPr/>
            </p:nvSpPr>
            <p:spPr>
              <a:xfrm flipH="1">
                <a:off x="824405" y="3581979"/>
                <a:ext cx="288018" cy="366369"/>
              </a:xfrm>
              <a:custGeom>
                <a:avLst/>
                <a:gdLst/>
                <a:ahLst/>
                <a:cxnLst/>
                <a:rect l="l" t="t" r="r" b="b"/>
                <a:pathLst>
                  <a:path w="6569" h="8356" extrusionOk="0">
                    <a:moveTo>
                      <a:pt x="1" y="0"/>
                    </a:moveTo>
                    <a:lnTo>
                      <a:pt x="92" y="1634"/>
                    </a:lnTo>
                    <a:lnTo>
                      <a:pt x="230" y="4170"/>
                    </a:lnTo>
                    <a:lnTo>
                      <a:pt x="459" y="8355"/>
                    </a:lnTo>
                    <a:lnTo>
                      <a:pt x="6110" y="8355"/>
                    </a:lnTo>
                    <a:lnTo>
                      <a:pt x="6340" y="4170"/>
                    </a:lnTo>
                    <a:lnTo>
                      <a:pt x="6477" y="1634"/>
                    </a:lnTo>
                    <a:lnTo>
                      <a:pt x="656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86;p41">
                <a:extLst>
                  <a:ext uri="{FF2B5EF4-FFF2-40B4-BE49-F238E27FC236}">
                    <a16:creationId xmlns:a16="http://schemas.microsoft.com/office/drawing/2014/main" id="{0F408F9E-72FE-3975-E0BA-4346F74EB9A8}"/>
                  </a:ext>
                </a:extLst>
              </p:cNvPr>
              <p:cNvSpPr/>
              <p:nvPr/>
            </p:nvSpPr>
            <p:spPr>
              <a:xfrm flipH="1">
                <a:off x="828395" y="3653622"/>
                <a:ext cx="279994" cy="111191"/>
              </a:xfrm>
              <a:custGeom>
                <a:avLst/>
                <a:gdLst/>
                <a:ahLst/>
                <a:cxnLst/>
                <a:rect l="l" t="t" r="r" b="b"/>
                <a:pathLst>
                  <a:path w="6386" h="2536" extrusionOk="0">
                    <a:moveTo>
                      <a:pt x="0" y="0"/>
                    </a:moveTo>
                    <a:lnTo>
                      <a:pt x="16" y="336"/>
                    </a:lnTo>
                    <a:lnTo>
                      <a:pt x="31" y="672"/>
                    </a:lnTo>
                    <a:lnTo>
                      <a:pt x="138" y="2536"/>
                    </a:lnTo>
                    <a:lnTo>
                      <a:pt x="6248" y="2536"/>
                    </a:lnTo>
                    <a:lnTo>
                      <a:pt x="6339" y="672"/>
                    </a:lnTo>
                    <a:lnTo>
                      <a:pt x="6370" y="336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87;p41">
                <a:extLst>
                  <a:ext uri="{FF2B5EF4-FFF2-40B4-BE49-F238E27FC236}">
                    <a16:creationId xmlns:a16="http://schemas.microsoft.com/office/drawing/2014/main" id="{27DC82EA-7CA4-E129-BCEA-418A404122FE}"/>
                  </a:ext>
                </a:extLst>
              </p:cNvPr>
              <p:cNvSpPr/>
              <p:nvPr/>
            </p:nvSpPr>
            <p:spPr>
              <a:xfrm flipH="1">
                <a:off x="829096" y="3668354"/>
                <a:ext cx="278635" cy="14776"/>
              </a:xfrm>
              <a:custGeom>
                <a:avLst/>
                <a:gdLst/>
                <a:ahLst/>
                <a:cxnLst/>
                <a:rect l="l" t="t" r="r" b="b"/>
                <a:pathLst>
                  <a:path w="6355" h="337" extrusionOk="0">
                    <a:moveTo>
                      <a:pt x="1" y="0"/>
                    </a:moveTo>
                    <a:lnTo>
                      <a:pt x="16" y="336"/>
                    </a:lnTo>
                    <a:lnTo>
                      <a:pt x="6324" y="336"/>
                    </a:lnTo>
                    <a:lnTo>
                      <a:pt x="6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688;p41">
              <a:extLst>
                <a:ext uri="{FF2B5EF4-FFF2-40B4-BE49-F238E27FC236}">
                  <a16:creationId xmlns:a16="http://schemas.microsoft.com/office/drawing/2014/main" id="{CC7A0B80-1A69-E28E-88C1-6119247E05EA}"/>
                </a:ext>
              </a:extLst>
            </p:cNvPr>
            <p:cNvGrpSpPr/>
            <p:nvPr/>
          </p:nvGrpSpPr>
          <p:grpSpPr>
            <a:xfrm flipH="1">
              <a:off x="0" y="3963164"/>
              <a:ext cx="3706425" cy="178550"/>
              <a:chOff x="5527089" y="4218224"/>
              <a:chExt cx="3706425" cy="178550"/>
            </a:xfrm>
          </p:grpSpPr>
          <p:cxnSp>
            <p:nvCxnSpPr>
              <p:cNvPr id="5" name="Google Shape;689;p41">
                <a:extLst>
                  <a:ext uri="{FF2B5EF4-FFF2-40B4-BE49-F238E27FC236}">
                    <a16:creationId xmlns:a16="http://schemas.microsoft.com/office/drawing/2014/main" id="{F4D7946E-E027-BDB1-8DF4-18CB38EAF32A}"/>
                  </a:ext>
                </a:extLst>
              </p:cNvPr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" name="Google Shape;690;p41">
                <a:extLst>
                  <a:ext uri="{FF2B5EF4-FFF2-40B4-BE49-F238E27FC236}">
                    <a16:creationId xmlns:a16="http://schemas.microsoft.com/office/drawing/2014/main" id="{90C585A8-208C-A035-4027-1DA14C3804B9}"/>
                  </a:ext>
                </a:extLst>
              </p:cNvPr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38080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BFBF2FA6-A5B0-5D53-0674-9F00B374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045" y="1378974"/>
            <a:ext cx="5169494" cy="3181777"/>
          </a:xfrm>
          <a:prstGeom prst="rect">
            <a:avLst/>
          </a:prstGeom>
        </p:spPr>
      </p:pic>
      <p:sp>
        <p:nvSpPr>
          <p:cNvPr id="21" name="Google Shape;861;p47">
            <a:extLst>
              <a:ext uri="{FF2B5EF4-FFF2-40B4-BE49-F238E27FC236}">
                <a16:creationId xmlns:a16="http://schemas.microsoft.com/office/drawing/2014/main" id="{E005C5D9-1EB7-9B9F-6135-7CBA770D2F95}"/>
              </a:ext>
            </a:extLst>
          </p:cNvPr>
          <p:cNvSpPr txBox="1">
            <a:spLocks/>
          </p:cNvSpPr>
          <p:nvPr/>
        </p:nvSpPr>
        <p:spPr>
          <a:xfrm>
            <a:off x="541264" y="568527"/>
            <a:ext cx="129648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pt-PT" sz="1800" b="1" dirty="0">
                <a:latin typeface="Aharoni" panose="02010803020104030203" pitchFamily="2" charset="-79"/>
                <a:cs typeface="Aharoni" panose="02010803020104030203" pitchFamily="2" charset="-79"/>
              </a:rPr>
              <a:t>Plugins</a:t>
            </a:r>
          </a:p>
        </p:txBody>
      </p:sp>
      <p:sp>
        <p:nvSpPr>
          <p:cNvPr id="2" name="Google Shape;695;p42">
            <a:extLst>
              <a:ext uri="{FF2B5EF4-FFF2-40B4-BE49-F238E27FC236}">
                <a16:creationId xmlns:a16="http://schemas.microsoft.com/office/drawing/2014/main" id="{A537F200-DB02-4C1C-9924-7247ECCFB649}"/>
              </a:ext>
            </a:extLst>
          </p:cNvPr>
          <p:cNvSpPr txBox="1">
            <a:spLocks/>
          </p:cNvSpPr>
          <p:nvPr/>
        </p:nvSpPr>
        <p:spPr>
          <a:xfrm>
            <a:off x="-371648" y="-32147"/>
            <a:ext cx="7690595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2. </a:t>
            </a:r>
            <a:r>
              <a:rPr lang="en" sz="2000" dirty="0"/>
              <a:t>Soluções existentes e Limitações</a:t>
            </a:r>
            <a:endParaRPr lang="pt-PT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>
          <a:extLst>
            <a:ext uri="{FF2B5EF4-FFF2-40B4-BE49-F238E27FC236}">
              <a16:creationId xmlns:a16="http://schemas.microsoft.com/office/drawing/2014/main" id="{E638008E-CB67-B10D-4F44-8DF2C25E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61;p47">
            <a:extLst>
              <a:ext uri="{FF2B5EF4-FFF2-40B4-BE49-F238E27FC236}">
                <a16:creationId xmlns:a16="http://schemas.microsoft.com/office/drawing/2014/main" id="{31D1FF2C-9764-F88F-C7BB-9BBF1E48EE4F}"/>
              </a:ext>
            </a:extLst>
          </p:cNvPr>
          <p:cNvSpPr txBox="1">
            <a:spLocks/>
          </p:cNvSpPr>
          <p:nvPr/>
        </p:nvSpPr>
        <p:spPr>
          <a:xfrm>
            <a:off x="593203" y="555031"/>
            <a:ext cx="26356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pt-PT" sz="18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Low-Code</a:t>
            </a:r>
            <a:r>
              <a:rPr lang="pt-PT" sz="1800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pt-PT" sz="18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Platforms</a:t>
            </a:r>
            <a:endParaRPr lang="pt-PT" sz="1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pt-PT" sz="1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" name="Imagem 1" descr="Uma imagem com texto, captura de ecrã, software, Software de multimédia&#10;&#10;Os conteúdos gerados por IA poderão estar incorretos.">
            <a:extLst>
              <a:ext uri="{FF2B5EF4-FFF2-40B4-BE49-F238E27FC236}">
                <a16:creationId xmlns:a16="http://schemas.microsoft.com/office/drawing/2014/main" id="{76548D8C-39EC-4F4B-4587-8CC0954FE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03" y="1037765"/>
            <a:ext cx="5134594" cy="3564012"/>
          </a:xfrm>
          <a:prstGeom prst="rect">
            <a:avLst/>
          </a:prstGeom>
        </p:spPr>
      </p:pic>
      <p:sp>
        <p:nvSpPr>
          <p:cNvPr id="6" name="Google Shape;695;p42">
            <a:extLst>
              <a:ext uri="{FF2B5EF4-FFF2-40B4-BE49-F238E27FC236}">
                <a16:creationId xmlns:a16="http://schemas.microsoft.com/office/drawing/2014/main" id="{437D2947-03E4-031A-CE52-0095ECCFCB5D}"/>
              </a:ext>
            </a:extLst>
          </p:cNvPr>
          <p:cNvSpPr txBox="1">
            <a:spLocks/>
          </p:cNvSpPr>
          <p:nvPr/>
        </p:nvSpPr>
        <p:spPr>
          <a:xfrm>
            <a:off x="-371648" y="-32147"/>
            <a:ext cx="7690595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2. </a:t>
            </a:r>
            <a:r>
              <a:rPr lang="en" sz="2000" dirty="0"/>
              <a:t>Soluções existentes e Limitações</a:t>
            </a:r>
            <a:endParaRPr lang="pt-PT" sz="2200" dirty="0"/>
          </a:p>
        </p:txBody>
      </p:sp>
    </p:spTree>
    <p:extLst>
      <p:ext uri="{BB962C8B-B14F-4D97-AF65-F5344CB8AC3E}">
        <p14:creationId xmlns:p14="http://schemas.microsoft.com/office/powerpoint/2010/main" val="12320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97AC99AE-C729-5DD6-AA11-D45E1A3B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3029491A-FF9C-EA81-B26F-A069C8C2D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69" y="1769427"/>
            <a:ext cx="5197676" cy="1164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Objetivos</a:t>
            </a:r>
            <a:endParaRPr sz="4000" dirty="0"/>
          </a:p>
        </p:txBody>
      </p:sp>
      <p:grpSp>
        <p:nvGrpSpPr>
          <p:cNvPr id="2" name="Google Shape;593;p41">
            <a:extLst>
              <a:ext uri="{FF2B5EF4-FFF2-40B4-BE49-F238E27FC236}">
                <a16:creationId xmlns:a16="http://schemas.microsoft.com/office/drawing/2014/main" id="{1D8FE988-E16B-6643-1908-94C1B3B69EC2}"/>
              </a:ext>
            </a:extLst>
          </p:cNvPr>
          <p:cNvGrpSpPr/>
          <p:nvPr/>
        </p:nvGrpSpPr>
        <p:grpSpPr>
          <a:xfrm>
            <a:off x="5432167" y="1799186"/>
            <a:ext cx="3706425" cy="2961301"/>
            <a:chOff x="0" y="1180413"/>
            <a:chExt cx="3706425" cy="2961301"/>
          </a:xfrm>
        </p:grpSpPr>
        <p:grpSp>
          <p:nvGrpSpPr>
            <p:cNvPr id="3" name="Google Shape;594;p41">
              <a:extLst>
                <a:ext uri="{FF2B5EF4-FFF2-40B4-BE49-F238E27FC236}">
                  <a16:creationId xmlns:a16="http://schemas.microsoft.com/office/drawing/2014/main" id="{BB8BD521-C9E9-E7A7-273D-7C722E8A90DC}"/>
                </a:ext>
              </a:extLst>
            </p:cNvPr>
            <p:cNvGrpSpPr/>
            <p:nvPr/>
          </p:nvGrpSpPr>
          <p:grpSpPr>
            <a:xfrm>
              <a:off x="713214" y="1180413"/>
              <a:ext cx="2582427" cy="2782667"/>
              <a:chOff x="713214" y="1180413"/>
              <a:chExt cx="2582427" cy="2782667"/>
            </a:xfrm>
          </p:grpSpPr>
          <p:sp>
            <p:nvSpPr>
              <p:cNvPr id="7" name="Google Shape;595;p41">
                <a:extLst>
                  <a:ext uri="{FF2B5EF4-FFF2-40B4-BE49-F238E27FC236}">
                    <a16:creationId xmlns:a16="http://schemas.microsoft.com/office/drawing/2014/main" id="{1719177E-4D94-D070-75CD-B2CD12FAB34F}"/>
                  </a:ext>
                </a:extLst>
              </p:cNvPr>
              <p:cNvSpPr/>
              <p:nvPr/>
            </p:nvSpPr>
            <p:spPr>
              <a:xfrm>
                <a:off x="2478589" y="1342508"/>
                <a:ext cx="817052" cy="762158"/>
              </a:xfrm>
              <a:custGeom>
                <a:avLst/>
                <a:gdLst/>
                <a:ahLst/>
                <a:cxnLst/>
                <a:rect l="l" t="t" r="r" b="b"/>
                <a:pathLst>
                  <a:path w="18635" h="17383" extrusionOk="0">
                    <a:moveTo>
                      <a:pt x="0" y="0"/>
                    </a:moveTo>
                    <a:lnTo>
                      <a:pt x="0" y="17382"/>
                    </a:lnTo>
                    <a:lnTo>
                      <a:pt x="18635" y="17382"/>
                    </a:lnTo>
                    <a:lnTo>
                      <a:pt x="186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96;p41">
                <a:extLst>
                  <a:ext uri="{FF2B5EF4-FFF2-40B4-BE49-F238E27FC236}">
                    <a16:creationId xmlns:a16="http://schemas.microsoft.com/office/drawing/2014/main" id="{008F6C4D-39E8-7FFB-45EA-EDBA9FDE607B}"/>
                  </a:ext>
                </a:extLst>
              </p:cNvPr>
              <p:cNvSpPr/>
              <p:nvPr/>
            </p:nvSpPr>
            <p:spPr>
              <a:xfrm>
                <a:off x="2478589" y="1342508"/>
                <a:ext cx="817052" cy="80412"/>
              </a:xfrm>
              <a:custGeom>
                <a:avLst/>
                <a:gdLst/>
                <a:ahLst/>
                <a:cxnLst/>
                <a:rect l="l" t="t" r="r" b="b"/>
                <a:pathLst>
                  <a:path w="18635" h="1834" extrusionOk="0">
                    <a:moveTo>
                      <a:pt x="0" y="0"/>
                    </a:moveTo>
                    <a:lnTo>
                      <a:pt x="0" y="1833"/>
                    </a:lnTo>
                    <a:lnTo>
                      <a:pt x="18635" y="1833"/>
                    </a:lnTo>
                    <a:lnTo>
                      <a:pt x="186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97;p41">
                <a:extLst>
                  <a:ext uri="{FF2B5EF4-FFF2-40B4-BE49-F238E27FC236}">
                    <a16:creationId xmlns:a16="http://schemas.microsoft.com/office/drawing/2014/main" id="{E427BF8B-2F79-C2A1-28C2-CA57530CEFD0}"/>
                  </a:ext>
                </a:extLst>
              </p:cNvPr>
              <p:cNvSpPr/>
              <p:nvPr/>
            </p:nvSpPr>
            <p:spPr>
              <a:xfrm>
                <a:off x="3089350" y="1368596"/>
                <a:ext cx="29508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89" extrusionOk="0">
                    <a:moveTo>
                      <a:pt x="336" y="1"/>
                    </a:moveTo>
                    <a:cubicBezTo>
                      <a:pt x="153" y="1"/>
                      <a:pt x="0" y="154"/>
                      <a:pt x="0" y="352"/>
                    </a:cubicBezTo>
                    <a:cubicBezTo>
                      <a:pt x="0" y="536"/>
                      <a:pt x="153" y="688"/>
                      <a:pt x="336" y="688"/>
                    </a:cubicBezTo>
                    <a:cubicBezTo>
                      <a:pt x="520" y="688"/>
                      <a:pt x="672" y="536"/>
                      <a:pt x="672" y="352"/>
                    </a:cubicBezTo>
                    <a:cubicBezTo>
                      <a:pt x="672" y="154"/>
                      <a:pt x="520" y="1"/>
                      <a:pt x="3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98;p41">
                <a:extLst>
                  <a:ext uri="{FF2B5EF4-FFF2-40B4-BE49-F238E27FC236}">
                    <a16:creationId xmlns:a16="http://schemas.microsoft.com/office/drawing/2014/main" id="{8A01A725-C98F-209B-130E-DA23DD718BE2}"/>
                  </a:ext>
                </a:extLst>
              </p:cNvPr>
              <p:cNvSpPr/>
              <p:nvPr/>
            </p:nvSpPr>
            <p:spPr>
              <a:xfrm>
                <a:off x="3150952" y="1368596"/>
                <a:ext cx="29508" cy="30209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89" extrusionOk="0">
                    <a:moveTo>
                      <a:pt x="337" y="1"/>
                    </a:moveTo>
                    <a:cubicBezTo>
                      <a:pt x="153" y="1"/>
                      <a:pt x="1" y="154"/>
                      <a:pt x="1" y="352"/>
                    </a:cubicBezTo>
                    <a:cubicBezTo>
                      <a:pt x="1" y="536"/>
                      <a:pt x="153" y="688"/>
                      <a:pt x="337" y="688"/>
                    </a:cubicBezTo>
                    <a:cubicBezTo>
                      <a:pt x="520" y="688"/>
                      <a:pt x="673" y="536"/>
                      <a:pt x="673" y="352"/>
                    </a:cubicBezTo>
                    <a:cubicBezTo>
                      <a:pt x="673" y="154"/>
                      <a:pt x="520" y="16"/>
                      <a:pt x="3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99;p41">
                <a:extLst>
                  <a:ext uri="{FF2B5EF4-FFF2-40B4-BE49-F238E27FC236}">
                    <a16:creationId xmlns:a16="http://schemas.microsoft.com/office/drawing/2014/main" id="{B6471F5A-FB27-6F69-E4B0-C21193BBEFA3}"/>
                  </a:ext>
                </a:extLst>
              </p:cNvPr>
              <p:cNvSpPr/>
              <p:nvPr/>
            </p:nvSpPr>
            <p:spPr>
              <a:xfrm>
                <a:off x="3208564" y="1370613"/>
                <a:ext cx="29508" cy="29508"/>
              </a:xfrm>
              <a:custGeom>
                <a:avLst/>
                <a:gdLst/>
                <a:ahLst/>
                <a:cxnLst/>
                <a:rect l="l" t="t" r="r" b="b"/>
                <a:pathLst>
                  <a:path w="673" h="673" extrusionOk="0">
                    <a:moveTo>
                      <a:pt x="336" y="1"/>
                    </a:moveTo>
                    <a:cubicBezTo>
                      <a:pt x="138" y="1"/>
                      <a:pt x="0" y="153"/>
                      <a:pt x="0" y="337"/>
                    </a:cubicBezTo>
                    <a:cubicBezTo>
                      <a:pt x="0" y="520"/>
                      <a:pt x="138" y="673"/>
                      <a:pt x="336" y="673"/>
                    </a:cubicBezTo>
                    <a:cubicBezTo>
                      <a:pt x="519" y="673"/>
                      <a:pt x="672" y="520"/>
                      <a:pt x="672" y="337"/>
                    </a:cubicBezTo>
                    <a:cubicBezTo>
                      <a:pt x="672" y="153"/>
                      <a:pt x="519" y="1"/>
                      <a:pt x="3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00;p41">
                <a:extLst>
                  <a:ext uri="{FF2B5EF4-FFF2-40B4-BE49-F238E27FC236}">
                    <a16:creationId xmlns:a16="http://schemas.microsoft.com/office/drawing/2014/main" id="{25C04722-8437-8085-F9EA-BECBD0C79BAE}"/>
                  </a:ext>
                </a:extLst>
              </p:cNvPr>
              <p:cNvSpPr/>
              <p:nvPr/>
            </p:nvSpPr>
            <p:spPr>
              <a:xfrm>
                <a:off x="2623891" y="1497851"/>
                <a:ext cx="115926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643" y="230"/>
                    </a:lnTo>
                    <a:lnTo>
                      <a:pt x="26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01;p41">
                <a:extLst>
                  <a:ext uri="{FF2B5EF4-FFF2-40B4-BE49-F238E27FC236}">
                    <a16:creationId xmlns:a16="http://schemas.microsoft.com/office/drawing/2014/main" id="{B6F6F0EA-698A-DEC1-6A8F-9DB3351D87ED}"/>
                  </a:ext>
                </a:extLst>
              </p:cNvPr>
              <p:cNvSpPr/>
              <p:nvPr/>
            </p:nvSpPr>
            <p:spPr>
              <a:xfrm>
                <a:off x="2759854" y="1497851"/>
                <a:ext cx="115882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643" y="230"/>
                    </a:lnTo>
                    <a:lnTo>
                      <a:pt x="26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02;p41">
                <a:extLst>
                  <a:ext uri="{FF2B5EF4-FFF2-40B4-BE49-F238E27FC236}">
                    <a16:creationId xmlns:a16="http://schemas.microsoft.com/office/drawing/2014/main" id="{C27BE5BF-CFCC-54BE-9B29-E3BCE37F3680}"/>
                  </a:ext>
                </a:extLst>
              </p:cNvPr>
              <p:cNvSpPr/>
              <p:nvPr/>
            </p:nvSpPr>
            <p:spPr>
              <a:xfrm>
                <a:off x="2659406" y="1550772"/>
                <a:ext cx="179501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4094" h="215" extrusionOk="0">
                    <a:moveTo>
                      <a:pt x="0" y="0"/>
                    </a:moveTo>
                    <a:lnTo>
                      <a:pt x="0" y="214"/>
                    </a:lnTo>
                    <a:lnTo>
                      <a:pt x="4094" y="214"/>
                    </a:lnTo>
                    <a:lnTo>
                      <a:pt x="40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03;p41">
                <a:extLst>
                  <a:ext uri="{FF2B5EF4-FFF2-40B4-BE49-F238E27FC236}">
                    <a16:creationId xmlns:a16="http://schemas.microsoft.com/office/drawing/2014/main" id="{E908F955-E442-8FB7-7296-26A5B91AC8F4}"/>
                  </a:ext>
                </a:extLst>
              </p:cNvPr>
              <p:cNvSpPr/>
              <p:nvPr/>
            </p:nvSpPr>
            <p:spPr>
              <a:xfrm>
                <a:off x="2869029" y="1550772"/>
                <a:ext cx="9111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15" extrusionOk="0">
                    <a:moveTo>
                      <a:pt x="0" y="0"/>
                    </a:moveTo>
                    <a:lnTo>
                      <a:pt x="0" y="214"/>
                    </a:lnTo>
                    <a:lnTo>
                      <a:pt x="2077" y="214"/>
                    </a:lnTo>
                    <a:lnTo>
                      <a:pt x="20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04;p41">
                <a:extLst>
                  <a:ext uri="{FF2B5EF4-FFF2-40B4-BE49-F238E27FC236}">
                    <a16:creationId xmlns:a16="http://schemas.microsoft.com/office/drawing/2014/main" id="{BE73A6D7-0A36-D313-FD7D-8A0EB05BB2CD}"/>
                  </a:ext>
                </a:extLst>
              </p:cNvPr>
              <p:cNvSpPr/>
              <p:nvPr/>
            </p:nvSpPr>
            <p:spPr>
              <a:xfrm>
                <a:off x="2721665" y="1602991"/>
                <a:ext cx="79096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1803" y="215"/>
                    </a:lnTo>
                    <a:lnTo>
                      <a:pt x="18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05;p41">
                <a:extLst>
                  <a:ext uri="{FF2B5EF4-FFF2-40B4-BE49-F238E27FC236}">
                    <a16:creationId xmlns:a16="http://schemas.microsoft.com/office/drawing/2014/main" id="{AC7A8325-5695-E7B5-03F9-E35C5885216D}"/>
                  </a:ext>
                </a:extLst>
              </p:cNvPr>
              <p:cNvSpPr/>
              <p:nvPr/>
            </p:nvSpPr>
            <p:spPr>
              <a:xfrm>
                <a:off x="2846229" y="1602991"/>
                <a:ext cx="261229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5958" y="215"/>
                    </a:lnTo>
                    <a:lnTo>
                      <a:pt x="59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06;p41">
                <a:extLst>
                  <a:ext uri="{FF2B5EF4-FFF2-40B4-BE49-F238E27FC236}">
                    <a16:creationId xmlns:a16="http://schemas.microsoft.com/office/drawing/2014/main" id="{A8792F5A-6185-14BA-0A71-AECFD6159A2B}"/>
                  </a:ext>
                </a:extLst>
              </p:cNvPr>
              <p:cNvSpPr/>
              <p:nvPr/>
            </p:nvSpPr>
            <p:spPr>
              <a:xfrm>
                <a:off x="2783268" y="1655255"/>
                <a:ext cx="29876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6814" h="215" extrusionOk="0">
                    <a:moveTo>
                      <a:pt x="1" y="0"/>
                    </a:moveTo>
                    <a:lnTo>
                      <a:pt x="1" y="214"/>
                    </a:lnTo>
                    <a:lnTo>
                      <a:pt x="6813" y="214"/>
                    </a:lnTo>
                    <a:lnTo>
                      <a:pt x="68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07;p41">
                <a:extLst>
                  <a:ext uri="{FF2B5EF4-FFF2-40B4-BE49-F238E27FC236}">
                    <a16:creationId xmlns:a16="http://schemas.microsoft.com/office/drawing/2014/main" id="{793A87E7-F2AA-6BDF-6985-96C246CA8DFF}"/>
                  </a:ext>
                </a:extLst>
              </p:cNvPr>
              <p:cNvSpPr/>
              <p:nvPr/>
            </p:nvSpPr>
            <p:spPr>
              <a:xfrm>
                <a:off x="2708293" y="1707474"/>
                <a:ext cx="92469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108" y="230"/>
                    </a:lnTo>
                    <a:lnTo>
                      <a:pt x="21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08;p41">
                <a:extLst>
                  <a:ext uri="{FF2B5EF4-FFF2-40B4-BE49-F238E27FC236}">
                    <a16:creationId xmlns:a16="http://schemas.microsoft.com/office/drawing/2014/main" id="{0CD8A1DB-7552-CF0B-115D-519C18CC01DE}"/>
                  </a:ext>
                </a:extLst>
              </p:cNvPr>
              <p:cNvSpPr/>
              <p:nvPr/>
            </p:nvSpPr>
            <p:spPr>
              <a:xfrm>
                <a:off x="2839565" y="1707474"/>
                <a:ext cx="9176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093" y="230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609;p41">
                <a:extLst>
                  <a:ext uri="{FF2B5EF4-FFF2-40B4-BE49-F238E27FC236}">
                    <a16:creationId xmlns:a16="http://schemas.microsoft.com/office/drawing/2014/main" id="{E13E9EFF-EE79-0D8D-61CF-8939BDC31DD4}"/>
                  </a:ext>
                </a:extLst>
              </p:cNvPr>
              <p:cNvSpPr/>
              <p:nvPr/>
            </p:nvSpPr>
            <p:spPr>
              <a:xfrm>
                <a:off x="2623891" y="1979357"/>
                <a:ext cx="13399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56" y="215"/>
                    </a:lnTo>
                    <a:lnTo>
                      <a:pt x="30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610;p41">
                <a:extLst>
                  <a:ext uri="{FF2B5EF4-FFF2-40B4-BE49-F238E27FC236}">
                    <a16:creationId xmlns:a16="http://schemas.microsoft.com/office/drawing/2014/main" id="{93B4BB74-5839-0030-1203-AF99163275E3}"/>
                  </a:ext>
                </a:extLst>
              </p:cNvPr>
              <p:cNvSpPr/>
              <p:nvPr/>
            </p:nvSpPr>
            <p:spPr>
              <a:xfrm>
                <a:off x="2804708" y="1979357"/>
                <a:ext cx="133333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40" y="215"/>
                    </a:lnTo>
                    <a:lnTo>
                      <a:pt x="30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611;p41">
                <a:extLst>
                  <a:ext uri="{FF2B5EF4-FFF2-40B4-BE49-F238E27FC236}">
                    <a16:creationId xmlns:a16="http://schemas.microsoft.com/office/drawing/2014/main" id="{DC878405-FE1D-0A9B-D152-D871007D41A1}"/>
                  </a:ext>
                </a:extLst>
              </p:cNvPr>
              <p:cNvSpPr/>
              <p:nvPr/>
            </p:nvSpPr>
            <p:spPr>
              <a:xfrm>
                <a:off x="2980176" y="1979357"/>
                <a:ext cx="133990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15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3055" y="215"/>
                    </a:lnTo>
                    <a:lnTo>
                      <a:pt x="30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12;p41">
                <a:extLst>
                  <a:ext uri="{FF2B5EF4-FFF2-40B4-BE49-F238E27FC236}">
                    <a16:creationId xmlns:a16="http://schemas.microsoft.com/office/drawing/2014/main" id="{20B199B5-932D-95B4-983F-B39353FA9988}"/>
                  </a:ext>
                </a:extLst>
              </p:cNvPr>
              <p:cNvSpPr/>
              <p:nvPr/>
            </p:nvSpPr>
            <p:spPr>
              <a:xfrm>
                <a:off x="2659406" y="1927138"/>
                <a:ext cx="261886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215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5972" y="214"/>
                    </a:lnTo>
                    <a:lnTo>
                      <a:pt x="59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613;p41">
                <a:extLst>
                  <a:ext uri="{FF2B5EF4-FFF2-40B4-BE49-F238E27FC236}">
                    <a16:creationId xmlns:a16="http://schemas.microsoft.com/office/drawing/2014/main" id="{3A8B3403-9DF3-219F-6B2B-4E98D6307392}"/>
                  </a:ext>
                </a:extLst>
              </p:cNvPr>
              <p:cNvSpPr/>
              <p:nvPr/>
            </p:nvSpPr>
            <p:spPr>
              <a:xfrm>
                <a:off x="2962111" y="1927138"/>
                <a:ext cx="261229" cy="9427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215" extrusionOk="0">
                    <a:moveTo>
                      <a:pt x="0" y="1"/>
                    </a:moveTo>
                    <a:lnTo>
                      <a:pt x="0" y="214"/>
                    </a:lnTo>
                    <a:lnTo>
                      <a:pt x="5957" y="214"/>
                    </a:lnTo>
                    <a:lnTo>
                      <a:pt x="595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614;p41">
                <a:extLst>
                  <a:ext uri="{FF2B5EF4-FFF2-40B4-BE49-F238E27FC236}">
                    <a16:creationId xmlns:a16="http://schemas.microsoft.com/office/drawing/2014/main" id="{6F5AA436-DC9C-D3C9-7223-23E2BDFBB260}"/>
                  </a:ext>
                </a:extLst>
              </p:cNvPr>
              <p:cNvSpPr/>
              <p:nvPr/>
            </p:nvSpPr>
            <p:spPr>
              <a:xfrm>
                <a:off x="2721665" y="1874217"/>
                <a:ext cx="259913" cy="10128"/>
              </a:xfrm>
              <a:custGeom>
                <a:avLst/>
                <a:gdLst/>
                <a:ahLst/>
                <a:cxnLst/>
                <a:rect l="l" t="t" r="r" b="b"/>
                <a:pathLst>
                  <a:path w="5928" h="23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5927" y="230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15;p41">
                <a:extLst>
                  <a:ext uri="{FF2B5EF4-FFF2-40B4-BE49-F238E27FC236}">
                    <a16:creationId xmlns:a16="http://schemas.microsoft.com/office/drawing/2014/main" id="{16C221E2-0A99-7C93-8A94-1A91AAEC7EA6}"/>
                  </a:ext>
                </a:extLst>
              </p:cNvPr>
              <p:cNvSpPr/>
              <p:nvPr/>
            </p:nvSpPr>
            <p:spPr>
              <a:xfrm>
                <a:off x="3003633" y="1874217"/>
                <a:ext cx="72344" cy="10128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231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1650" y="230"/>
                    </a:lnTo>
                    <a:lnTo>
                      <a:pt x="16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16;p41">
                <a:extLst>
                  <a:ext uri="{FF2B5EF4-FFF2-40B4-BE49-F238E27FC236}">
                    <a16:creationId xmlns:a16="http://schemas.microsoft.com/office/drawing/2014/main" id="{56581528-9C8C-3DD2-4ED0-3AC0AB1A342E}"/>
                  </a:ext>
                </a:extLst>
              </p:cNvPr>
              <p:cNvSpPr/>
              <p:nvPr/>
            </p:nvSpPr>
            <p:spPr>
              <a:xfrm>
                <a:off x="2704917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231" y="230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17;p41">
                <a:extLst>
                  <a:ext uri="{FF2B5EF4-FFF2-40B4-BE49-F238E27FC236}">
                    <a16:creationId xmlns:a16="http://schemas.microsoft.com/office/drawing/2014/main" id="{84D5F184-A118-BF45-C4E5-667813BDC4AA}"/>
                  </a:ext>
                </a:extLst>
              </p:cNvPr>
              <p:cNvSpPr/>
              <p:nvPr/>
            </p:nvSpPr>
            <p:spPr>
              <a:xfrm>
                <a:off x="2854297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230" y="230"/>
                    </a:lnTo>
                    <a:lnTo>
                      <a:pt x="22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18;p41">
                <a:extLst>
                  <a:ext uri="{FF2B5EF4-FFF2-40B4-BE49-F238E27FC236}">
                    <a16:creationId xmlns:a16="http://schemas.microsoft.com/office/drawing/2014/main" id="{532CB24F-963D-695B-9E9F-9DD90867D755}"/>
                  </a:ext>
                </a:extLst>
              </p:cNvPr>
              <p:cNvSpPr/>
              <p:nvPr/>
            </p:nvSpPr>
            <p:spPr>
              <a:xfrm>
                <a:off x="3014989" y="1821997"/>
                <a:ext cx="97818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30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2231" y="230"/>
                    </a:lnTo>
                    <a:lnTo>
                      <a:pt x="22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19;p41">
                <a:extLst>
                  <a:ext uri="{FF2B5EF4-FFF2-40B4-BE49-F238E27FC236}">
                    <a16:creationId xmlns:a16="http://schemas.microsoft.com/office/drawing/2014/main" id="{26D8DFE9-4B21-4F77-F9BA-F01CC6CA0238}"/>
                  </a:ext>
                </a:extLst>
              </p:cNvPr>
              <p:cNvSpPr/>
              <p:nvPr/>
            </p:nvSpPr>
            <p:spPr>
              <a:xfrm>
                <a:off x="2818124" y="1769778"/>
                <a:ext cx="137323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30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3131" y="229"/>
                    </a:ln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620;p41">
                <a:extLst>
                  <a:ext uri="{FF2B5EF4-FFF2-40B4-BE49-F238E27FC236}">
                    <a16:creationId xmlns:a16="http://schemas.microsoft.com/office/drawing/2014/main" id="{A33A75F9-8126-1072-E41C-7DBD5C72B507}"/>
                  </a:ext>
                </a:extLst>
              </p:cNvPr>
              <p:cNvSpPr/>
              <p:nvPr/>
            </p:nvSpPr>
            <p:spPr>
              <a:xfrm>
                <a:off x="2629942" y="1769778"/>
                <a:ext cx="136665" cy="10084"/>
              </a:xfrm>
              <a:custGeom>
                <a:avLst/>
                <a:gdLst/>
                <a:ahLst/>
                <a:cxnLst/>
                <a:rect l="l" t="t" r="r" b="b"/>
                <a:pathLst>
                  <a:path w="3117" h="230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3116" y="229"/>
                    </a:lnTo>
                    <a:lnTo>
                      <a:pt x="3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621;p41">
                <a:extLst>
                  <a:ext uri="{FF2B5EF4-FFF2-40B4-BE49-F238E27FC236}">
                    <a16:creationId xmlns:a16="http://schemas.microsoft.com/office/drawing/2014/main" id="{CD09ABD3-C9CA-C877-C076-326E4F616CCD}"/>
                  </a:ext>
                </a:extLst>
              </p:cNvPr>
              <p:cNvSpPr/>
              <p:nvPr/>
            </p:nvSpPr>
            <p:spPr>
              <a:xfrm>
                <a:off x="2548215" y="1488468"/>
                <a:ext cx="12759" cy="1280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92" extrusionOk="0">
                    <a:moveTo>
                      <a:pt x="1" y="1"/>
                    </a:moveTo>
                    <a:lnTo>
                      <a:pt x="1" y="291"/>
                    </a:lnTo>
                    <a:lnTo>
                      <a:pt x="291" y="291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rgbClr val="F9FB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22;p41">
                <a:extLst>
                  <a:ext uri="{FF2B5EF4-FFF2-40B4-BE49-F238E27FC236}">
                    <a16:creationId xmlns:a16="http://schemas.microsoft.com/office/drawing/2014/main" id="{966B0705-9595-DE6B-5F39-31E9B5F982FB}"/>
                  </a:ext>
                </a:extLst>
              </p:cNvPr>
              <p:cNvSpPr/>
              <p:nvPr/>
            </p:nvSpPr>
            <p:spPr>
              <a:xfrm>
                <a:off x="2548215" y="1539372"/>
                <a:ext cx="12759" cy="405873"/>
              </a:xfrm>
              <a:custGeom>
                <a:avLst/>
                <a:gdLst/>
                <a:ahLst/>
                <a:cxnLst/>
                <a:rect l="l" t="t" r="r" b="b"/>
                <a:pathLst>
                  <a:path w="291" h="9257" extrusionOk="0">
                    <a:moveTo>
                      <a:pt x="1" y="1"/>
                    </a:moveTo>
                    <a:lnTo>
                      <a:pt x="1" y="581"/>
                    </a:lnTo>
                    <a:lnTo>
                      <a:pt x="291" y="581"/>
                    </a:lnTo>
                    <a:lnTo>
                      <a:pt x="291" y="1"/>
                    </a:lnTo>
                    <a:close/>
                    <a:moveTo>
                      <a:pt x="1" y="1452"/>
                    </a:moveTo>
                    <a:lnTo>
                      <a:pt x="1" y="2017"/>
                    </a:lnTo>
                    <a:lnTo>
                      <a:pt x="291" y="2017"/>
                    </a:lnTo>
                    <a:lnTo>
                      <a:pt x="291" y="1452"/>
                    </a:lnTo>
                    <a:close/>
                    <a:moveTo>
                      <a:pt x="1" y="2888"/>
                    </a:moveTo>
                    <a:lnTo>
                      <a:pt x="1" y="3468"/>
                    </a:lnTo>
                    <a:lnTo>
                      <a:pt x="291" y="3468"/>
                    </a:lnTo>
                    <a:lnTo>
                      <a:pt x="291" y="2888"/>
                    </a:lnTo>
                    <a:close/>
                    <a:moveTo>
                      <a:pt x="1" y="4339"/>
                    </a:moveTo>
                    <a:lnTo>
                      <a:pt x="1" y="4919"/>
                    </a:lnTo>
                    <a:lnTo>
                      <a:pt x="291" y="4919"/>
                    </a:lnTo>
                    <a:lnTo>
                      <a:pt x="291" y="4339"/>
                    </a:lnTo>
                    <a:close/>
                    <a:moveTo>
                      <a:pt x="1" y="5790"/>
                    </a:moveTo>
                    <a:lnTo>
                      <a:pt x="1" y="6370"/>
                    </a:lnTo>
                    <a:lnTo>
                      <a:pt x="291" y="6370"/>
                    </a:lnTo>
                    <a:lnTo>
                      <a:pt x="291" y="5790"/>
                    </a:lnTo>
                    <a:close/>
                    <a:moveTo>
                      <a:pt x="1" y="7241"/>
                    </a:moveTo>
                    <a:lnTo>
                      <a:pt x="1" y="7806"/>
                    </a:lnTo>
                    <a:lnTo>
                      <a:pt x="291" y="7806"/>
                    </a:lnTo>
                    <a:lnTo>
                      <a:pt x="291" y="7241"/>
                    </a:lnTo>
                    <a:close/>
                    <a:moveTo>
                      <a:pt x="1" y="8677"/>
                    </a:moveTo>
                    <a:lnTo>
                      <a:pt x="1" y="9257"/>
                    </a:lnTo>
                    <a:lnTo>
                      <a:pt x="291" y="9257"/>
                    </a:lnTo>
                    <a:lnTo>
                      <a:pt x="291" y="867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623;p41">
                <a:extLst>
                  <a:ext uri="{FF2B5EF4-FFF2-40B4-BE49-F238E27FC236}">
                    <a16:creationId xmlns:a16="http://schemas.microsoft.com/office/drawing/2014/main" id="{047B159D-F776-4976-0065-CBACE4C4D90E}"/>
                  </a:ext>
                </a:extLst>
              </p:cNvPr>
              <p:cNvSpPr/>
              <p:nvPr/>
            </p:nvSpPr>
            <p:spPr>
              <a:xfrm>
                <a:off x="2548215" y="1983391"/>
                <a:ext cx="12759" cy="12759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91" extrusionOk="0">
                    <a:moveTo>
                      <a:pt x="1" y="1"/>
                    </a:moveTo>
                    <a:lnTo>
                      <a:pt x="1" y="291"/>
                    </a:lnTo>
                    <a:lnTo>
                      <a:pt x="291" y="291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624;p41">
                <a:extLst>
                  <a:ext uri="{FF2B5EF4-FFF2-40B4-BE49-F238E27FC236}">
                    <a16:creationId xmlns:a16="http://schemas.microsoft.com/office/drawing/2014/main" id="{4A5DC791-5E9E-9D65-22FC-3FC707A43992}"/>
                  </a:ext>
                </a:extLst>
              </p:cNvPr>
              <p:cNvSpPr/>
              <p:nvPr/>
            </p:nvSpPr>
            <p:spPr>
              <a:xfrm>
                <a:off x="1370889" y="1180413"/>
                <a:ext cx="672407" cy="414598"/>
              </a:xfrm>
              <a:custGeom>
                <a:avLst/>
                <a:gdLst/>
                <a:ahLst/>
                <a:cxnLst/>
                <a:rect l="l" t="t" r="r" b="b"/>
                <a:pathLst>
                  <a:path w="15336" h="9456" extrusionOk="0">
                    <a:moveTo>
                      <a:pt x="1" y="1"/>
                    </a:moveTo>
                    <a:lnTo>
                      <a:pt x="1" y="9456"/>
                    </a:lnTo>
                    <a:lnTo>
                      <a:pt x="15336" y="9456"/>
                    </a:lnTo>
                    <a:lnTo>
                      <a:pt x="153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625;p41">
                <a:extLst>
                  <a:ext uri="{FF2B5EF4-FFF2-40B4-BE49-F238E27FC236}">
                    <a16:creationId xmlns:a16="http://schemas.microsoft.com/office/drawing/2014/main" id="{59B70601-743A-58F2-A993-2448D70AC0D2}"/>
                  </a:ext>
                </a:extLst>
              </p:cNvPr>
              <p:cNvSpPr/>
              <p:nvPr/>
            </p:nvSpPr>
            <p:spPr>
              <a:xfrm>
                <a:off x="1525574" y="1323743"/>
                <a:ext cx="106543" cy="11588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643" extrusionOk="0">
                    <a:moveTo>
                      <a:pt x="2185" y="1"/>
                    </a:moveTo>
                    <a:lnTo>
                      <a:pt x="1" y="978"/>
                    </a:lnTo>
                    <a:lnTo>
                      <a:pt x="1" y="1665"/>
                    </a:lnTo>
                    <a:lnTo>
                      <a:pt x="2185" y="2643"/>
                    </a:lnTo>
                    <a:lnTo>
                      <a:pt x="2430" y="2078"/>
                    </a:lnTo>
                    <a:lnTo>
                      <a:pt x="597" y="1314"/>
                    </a:lnTo>
                    <a:lnTo>
                      <a:pt x="2430" y="535"/>
                    </a:lnTo>
                    <a:lnTo>
                      <a:pt x="2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626;p41">
                <a:extLst>
                  <a:ext uri="{FF2B5EF4-FFF2-40B4-BE49-F238E27FC236}">
                    <a16:creationId xmlns:a16="http://schemas.microsoft.com/office/drawing/2014/main" id="{977CFD7A-8ED3-E613-8DFA-5F7FDF17630E}"/>
                  </a:ext>
                </a:extLst>
              </p:cNvPr>
              <p:cNvSpPr/>
              <p:nvPr/>
            </p:nvSpPr>
            <p:spPr>
              <a:xfrm>
                <a:off x="1664212" y="1262140"/>
                <a:ext cx="85761" cy="229090"/>
              </a:xfrm>
              <a:custGeom>
                <a:avLst/>
                <a:gdLst/>
                <a:ahLst/>
                <a:cxnLst/>
                <a:rect l="l" t="t" r="r" b="b"/>
                <a:pathLst>
                  <a:path w="1956" h="5225" extrusionOk="0">
                    <a:moveTo>
                      <a:pt x="1330" y="0"/>
                    </a:moveTo>
                    <a:lnTo>
                      <a:pt x="1" y="5087"/>
                    </a:lnTo>
                    <a:lnTo>
                      <a:pt x="627" y="5224"/>
                    </a:lnTo>
                    <a:lnTo>
                      <a:pt x="1956" y="138"/>
                    </a:lnTo>
                    <a:lnTo>
                      <a:pt x="13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627;p41">
                <a:extLst>
                  <a:ext uri="{FF2B5EF4-FFF2-40B4-BE49-F238E27FC236}">
                    <a16:creationId xmlns:a16="http://schemas.microsoft.com/office/drawing/2014/main" id="{BF87B6D5-0F7C-4DCD-78A3-D87171E35A2C}"/>
                  </a:ext>
                </a:extLst>
              </p:cNvPr>
              <p:cNvSpPr/>
              <p:nvPr/>
            </p:nvSpPr>
            <p:spPr>
              <a:xfrm>
                <a:off x="1782769" y="1323743"/>
                <a:ext cx="105842" cy="115225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2628" extrusionOk="0">
                    <a:moveTo>
                      <a:pt x="229" y="1"/>
                    </a:moveTo>
                    <a:lnTo>
                      <a:pt x="0" y="535"/>
                    </a:lnTo>
                    <a:lnTo>
                      <a:pt x="1818" y="1314"/>
                    </a:lnTo>
                    <a:lnTo>
                      <a:pt x="0" y="2078"/>
                    </a:lnTo>
                    <a:lnTo>
                      <a:pt x="229" y="2628"/>
                    </a:lnTo>
                    <a:lnTo>
                      <a:pt x="2414" y="1650"/>
                    </a:lnTo>
                    <a:lnTo>
                      <a:pt x="2414" y="978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628;p41">
                <a:extLst>
                  <a:ext uri="{FF2B5EF4-FFF2-40B4-BE49-F238E27FC236}">
                    <a16:creationId xmlns:a16="http://schemas.microsoft.com/office/drawing/2014/main" id="{AEE0C797-C438-353B-D05D-DA08D625C0C9}"/>
                  </a:ext>
                </a:extLst>
              </p:cNvPr>
              <p:cNvSpPr/>
              <p:nvPr/>
            </p:nvSpPr>
            <p:spPr>
              <a:xfrm flipH="1">
                <a:off x="1010571" y="1983391"/>
                <a:ext cx="383118" cy="273286"/>
              </a:xfrm>
              <a:custGeom>
                <a:avLst/>
                <a:gdLst/>
                <a:ahLst/>
                <a:cxnLst/>
                <a:rect l="l" t="t" r="r" b="b"/>
                <a:pathLst>
                  <a:path w="8738" h="6233" extrusionOk="0">
                    <a:moveTo>
                      <a:pt x="1" y="1"/>
                    </a:moveTo>
                    <a:lnTo>
                      <a:pt x="1" y="6232"/>
                    </a:lnTo>
                    <a:lnTo>
                      <a:pt x="8737" y="6232"/>
                    </a:lnTo>
                    <a:lnTo>
                      <a:pt x="873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629;p41">
                <a:extLst>
                  <a:ext uri="{FF2B5EF4-FFF2-40B4-BE49-F238E27FC236}">
                    <a16:creationId xmlns:a16="http://schemas.microsoft.com/office/drawing/2014/main" id="{498A030B-9724-C786-E6AD-652DF3EE30C8}"/>
                  </a:ext>
                </a:extLst>
              </p:cNvPr>
              <p:cNvSpPr/>
              <p:nvPr/>
            </p:nvSpPr>
            <p:spPr>
              <a:xfrm flipH="1">
                <a:off x="1233566" y="2024912"/>
                <a:ext cx="52965" cy="190901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4354" extrusionOk="0">
                    <a:moveTo>
                      <a:pt x="1207" y="1"/>
                    </a:moveTo>
                    <a:cubicBezTo>
                      <a:pt x="489" y="1"/>
                      <a:pt x="291" y="214"/>
                      <a:pt x="291" y="688"/>
                    </a:cubicBezTo>
                    <a:lnTo>
                      <a:pt x="291" y="1589"/>
                    </a:lnTo>
                    <a:cubicBezTo>
                      <a:pt x="291" y="1834"/>
                      <a:pt x="230" y="1940"/>
                      <a:pt x="0" y="1940"/>
                    </a:cubicBezTo>
                    <a:lnTo>
                      <a:pt x="0" y="2414"/>
                    </a:lnTo>
                    <a:cubicBezTo>
                      <a:pt x="230" y="2414"/>
                      <a:pt x="291" y="2506"/>
                      <a:pt x="291" y="2765"/>
                    </a:cubicBezTo>
                    <a:lnTo>
                      <a:pt x="291" y="3651"/>
                    </a:lnTo>
                    <a:cubicBezTo>
                      <a:pt x="291" y="4125"/>
                      <a:pt x="505" y="4354"/>
                      <a:pt x="1207" y="4354"/>
                    </a:cubicBezTo>
                    <a:lnTo>
                      <a:pt x="1207" y="3941"/>
                    </a:lnTo>
                    <a:cubicBezTo>
                      <a:pt x="932" y="3941"/>
                      <a:pt x="825" y="3865"/>
                      <a:pt x="825" y="3651"/>
                    </a:cubicBezTo>
                    <a:lnTo>
                      <a:pt x="825" y="2719"/>
                    </a:lnTo>
                    <a:cubicBezTo>
                      <a:pt x="825" y="2353"/>
                      <a:pt x="673" y="2246"/>
                      <a:pt x="428" y="2170"/>
                    </a:cubicBezTo>
                    <a:cubicBezTo>
                      <a:pt x="688" y="2108"/>
                      <a:pt x="825" y="1986"/>
                      <a:pt x="825" y="1620"/>
                    </a:cubicBezTo>
                    <a:lnTo>
                      <a:pt x="825" y="688"/>
                    </a:lnTo>
                    <a:cubicBezTo>
                      <a:pt x="825" y="474"/>
                      <a:pt x="932" y="398"/>
                      <a:pt x="1207" y="398"/>
                    </a:cubicBezTo>
                    <a:lnTo>
                      <a:pt x="12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630;p41">
                <a:extLst>
                  <a:ext uri="{FF2B5EF4-FFF2-40B4-BE49-F238E27FC236}">
                    <a16:creationId xmlns:a16="http://schemas.microsoft.com/office/drawing/2014/main" id="{A2364A04-B5C5-80F1-1A6F-8321AEE3FFE5}"/>
                  </a:ext>
                </a:extLst>
              </p:cNvPr>
              <p:cNvSpPr/>
              <p:nvPr/>
            </p:nvSpPr>
            <p:spPr>
              <a:xfrm flipH="1">
                <a:off x="1117728" y="2024254"/>
                <a:ext cx="53622" cy="191559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4369" extrusionOk="0">
                    <a:moveTo>
                      <a:pt x="1" y="0"/>
                    </a:moveTo>
                    <a:lnTo>
                      <a:pt x="1" y="413"/>
                    </a:lnTo>
                    <a:cubicBezTo>
                      <a:pt x="291" y="413"/>
                      <a:pt x="382" y="489"/>
                      <a:pt x="382" y="703"/>
                    </a:cubicBezTo>
                    <a:lnTo>
                      <a:pt x="382" y="1635"/>
                    </a:lnTo>
                    <a:cubicBezTo>
                      <a:pt x="382" y="2001"/>
                      <a:pt x="535" y="2123"/>
                      <a:pt x="795" y="2185"/>
                    </a:cubicBezTo>
                    <a:cubicBezTo>
                      <a:pt x="535" y="2261"/>
                      <a:pt x="382" y="2368"/>
                      <a:pt x="382" y="2734"/>
                    </a:cubicBezTo>
                    <a:lnTo>
                      <a:pt x="382" y="3666"/>
                    </a:lnTo>
                    <a:cubicBezTo>
                      <a:pt x="382" y="3880"/>
                      <a:pt x="291" y="3956"/>
                      <a:pt x="1" y="3956"/>
                    </a:cubicBezTo>
                    <a:lnTo>
                      <a:pt x="1" y="4369"/>
                    </a:lnTo>
                    <a:cubicBezTo>
                      <a:pt x="719" y="4369"/>
                      <a:pt x="917" y="4140"/>
                      <a:pt x="917" y="3666"/>
                    </a:cubicBezTo>
                    <a:lnTo>
                      <a:pt x="917" y="2780"/>
                    </a:lnTo>
                    <a:cubicBezTo>
                      <a:pt x="917" y="2521"/>
                      <a:pt x="978" y="2414"/>
                      <a:pt x="1223" y="2414"/>
                    </a:cubicBezTo>
                    <a:lnTo>
                      <a:pt x="1223" y="1955"/>
                    </a:lnTo>
                    <a:cubicBezTo>
                      <a:pt x="978" y="1955"/>
                      <a:pt x="917" y="1849"/>
                      <a:pt x="917" y="1589"/>
                    </a:cubicBezTo>
                    <a:lnTo>
                      <a:pt x="917" y="703"/>
                    </a:lnTo>
                    <a:cubicBezTo>
                      <a:pt x="917" y="229"/>
                      <a:pt x="719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631;p41">
                <a:extLst>
                  <a:ext uri="{FF2B5EF4-FFF2-40B4-BE49-F238E27FC236}">
                    <a16:creationId xmlns:a16="http://schemas.microsoft.com/office/drawing/2014/main" id="{33918537-F0DF-D25B-A971-F381D9C3A24D}"/>
                  </a:ext>
                </a:extLst>
              </p:cNvPr>
              <p:cNvSpPr/>
              <p:nvPr/>
            </p:nvSpPr>
            <p:spPr>
              <a:xfrm>
                <a:off x="2218719" y="1240043"/>
                <a:ext cx="429988" cy="287316"/>
              </a:xfrm>
              <a:custGeom>
                <a:avLst/>
                <a:gdLst/>
                <a:ahLst/>
                <a:cxnLst/>
                <a:rect l="l" t="t" r="r" b="b"/>
                <a:pathLst>
                  <a:path w="9807" h="6553" extrusionOk="0">
                    <a:moveTo>
                      <a:pt x="1" y="0"/>
                    </a:moveTo>
                    <a:lnTo>
                      <a:pt x="1" y="6553"/>
                    </a:lnTo>
                    <a:lnTo>
                      <a:pt x="9807" y="6553"/>
                    </a:lnTo>
                    <a:lnTo>
                      <a:pt x="980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632;p41">
                <a:extLst>
                  <a:ext uri="{FF2B5EF4-FFF2-40B4-BE49-F238E27FC236}">
                    <a16:creationId xmlns:a16="http://schemas.microsoft.com/office/drawing/2014/main" id="{2BC66B28-77FC-31FA-41AC-2C2B0D61381E}"/>
                  </a:ext>
                </a:extLst>
              </p:cNvPr>
              <p:cNvSpPr/>
              <p:nvPr/>
            </p:nvSpPr>
            <p:spPr>
              <a:xfrm>
                <a:off x="2340609" y="1295682"/>
                <a:ext cx="181562" cy="176257"/>
              </a:xfrm>
              <a:custGeom>
                <a:avLst/>
                <a:gdLst/>
                <a:ahLst/>
                <a:cxnLst/>
                <a:rect l="l" t="t" r="r" b="b"/>
                <a:pathLst>
                  <a:path w="4141" h="4020" extrusionOk="0">
                    <a:moveTo>
                      <a:pt x="1719" y="476"/>
                    </a:moveTo>
                    <a:cubicBezTo>
                      <a:pt x="2009" y="476"/>
                      <a:pt x="2299" y="587"/>
                      <a:pt x="2521" y="809"/>
                    </a:cubicBezTo>
                    <a:cubicBezTo>
                      <a:pt x="2979" y="1252"/>
                      <a:pt x="2979" y="1969"/>
                      <a:pt x="2536" y="2412"/>
                    </a:cubicBezTo>
                    <a:cubicBezTo>
                      <a:pt x="2315" y="2634"/>
                      <a:pt x="2021" y="2745"/>
                      <a:pt x="1727" y="2745"/>
                    </a:cubicBezTo>
                    <a:cubicBezTo>
                      <a:pt x="1433" y="2745"/>
                      <a:pt x="1139" y="2634"/>
                      <a:pt x="917" y="2412"/>
                    </a:cubicBezTo>
                    <a:cubicBezTo>
                      <a:pt x="474" y="1969"/>
                      <a:pt x="474" y="1252"/>
                      <a:pt x="917" y="809"/>
                    </a:cubicBezTo>
                    <a:cubicBezTo>
                      <a:pt x="1139" y="587"/>
                      <a:pt x="1429" y="476"/>
                      <a:pt x="1719" y="476"/>
                    </a:cubicBezTo>
                    <a:close/>
                    <a:moveTo>
                      <a:pt x="1727" y="1"/>
                    </a:moveTo>
                    <a:cubicBezTo>
                      <a:pt x="1259" y="1"/>
                      <a:pt x="791" y="204"/>
                      <a:pt x="474" y="610"/>
                    </a:cubicBezTo>
                    <a:cubicBezTo>
                      <a:pt x="1" y="1206"/>
                      <a:pt x="1" y="2061"/>
                      <a:pt x="490" y="2626"/>
                    </a:cubicBezTo>
                    <a:cubicBezTo>
                      <a:pt x="809" y="3018"/>
                      <a:pt x="1270" y="3215"/>
                      <a:pt x="1729" y="3215"/>
                    </a:cubicBezTo>
                    <a:cubicBezTo>
                      <a:pt x="2039" y="3215"/>
                      <a:pt x="2348" y="3125"/>
                      <a:pt x="2613" y="2947"/>
                    </a:cubicBezTo>
                    <a:lnTo>
                      <a:pt x="3651" y="3986"/>
                    </a:lnTo>
                    <a:cubicBezTo>
                      <a:pt x="3674" y="4009"/>
                      <a:pt x="3701" y="4020"/>
                      <a:pt x="3728" y="4020"/>
                    </a:cubicBezTo>
                    <a:cubicBezTo>
                      <a:pt x="3754" y="4020"/>
                      <a:pt x="3781" y="4009"/>
                      <a:pt x="3804" y="3986"/>
                    </a:cubicBezTo>
                    <a:lnTo>
                      <a:pt x="4094" y="3695"/>
                    </a:lnTo>
                    <a:cubicBezTo>
                      <a:pt x="4140" y="3650"/>
                      <a:pt x="4140" y="3573"/>
                      <a:pt x="4094" y="3543"/>
                    </a:cubicBezTo>
                    <a:lnTo>
                      <a:pt x="3056" y="2504"/>
                    </a:lnTo>
                    <a:cubicBezTo>
                      <a:pt x="3483" y="1878"/>
                      <a:pt x="3407" y="1022"/>
                      <a:pt x="2857" y="473"/>
                    </a:cubicBezTo>
                    <a:cubicBezTo>
                      <a:pt x="2550" y="158"/>
                      <a:pt x="2138" y="1"/>
                      <a:pt x="17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633;p41">
                <a:extLst>
                  <a:ext uri="{FF2B5EF4-FFF2-40B4-BE49-F238E27FC236}">
                    <a16:creationId xmlns:a16="http://schemas.microsoft.com/office/drawing/2014/main" id="{316F1FCD-CEFB-8306-F9D7-FB833339F207}"/>
                  </a:ext>
                </a:extLst>
              </p:cNvPr>
              <p:cNvSpPr/>
              <p:nvPr/>
            </p:nvSpPr>
            <p:spPr>
              <a:xfrm flipH="1">
                <a:off x="1615982" y="2010180"/>
                <a:ext cx="223040" cy="226416"/>
              </a:xfrm>
              <a:custGeom>
                <a:avLst/>
                <a:gdLst/>
                <a:ahLst/>
                <a:cxnLst/>
                <a:rect l="l" t="t" r="r" b="b"/>
                <a:pathLst>
                  <a:path w="5087" h="5164" extrusionOk="0">
                    <a:moveTo>
                      <a:pt x="5087" y="2689"/>
                    </a:moveTo>
                    <a:cubicBezTo>
                      <a:pt x="5071" y="2903"/>
                      <a:pt x="4766" y="5163"/>
                      <a:pt x="2444" y="5163"/>
                    </a:cubicBezTo>
                    <a:cubicBezTo>
                      <a:pt x="0" y="5163"/>
                      <a:pt x="413" y="2750"/>
                      <a:pt x="413" y="2750"/>
                    </a:cubicBezTo>
                    <a:lnTo>
                      <a:pt x="413" y="2735"/>
                    </a:lnTo>
                    <a:cubicBezTo>
                      <a:pt x="657" y="2674"/>
                      <a:pt x="901" y="2658"/>
                      <a:pt x="1176" y="2689"/>
                    </a:cubicBezTo>
                    <a:lnTo>
                      <a:pt x="1176" y="1543"/>
                    </a:lnTo>
                    <a:lnTo>
                      <a:pt x="3941" y="1"/>
                    </a:lnTo>
                    <a:lnTo>
                      <a:pt x="4048" y="1"/>
                    </a:lnTo>
                    <a:lnTo>
                      <a:pt x="4048" y="2674"/>
                    </a:lnTo>
                    <a:cubicBezTo>
                      <a:pt x="4048" y="2674"/>
                      <a:pt x="4491" y="2612"/>
                      <a:pt x="5087" y="2689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634;p41">
                <a:extLst>
                  <a:ext uri="{FF2B5EF4-FFF2-40B4-BE49-F238E27FC236}">
                    <a16:creationId xmlns:a16="http://schemas.microsoft.com/office/drawing/2014/main" id="{42AEE69B-B1BE-022F-2216-FED0DBAF5F55}"/>
                  </a:ext>
                </a:extLst>
              </p:cNvPr>
              <p:cNvSpPr/>
              <p:nvPr/>
            </p:nvSpPr>
            <p:spPr>
              <a:xfrm flipH="1">
                <a:off x="1626680" y="1702783"/>
                <a:ext cx="315465" cy="423981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9670" extrusionOk="0">
                    <a:moveTo>
                      <a:pt x="6094" y="1910"/>
                    </a:moveTo>
                    <a:cubicBezTo>
                      <a:pt x="6492" y="2307"/>
                      <a:pt x="6782" y="2811"/>
                      <a:pt x="6935" y="3453"/>
                    </a:cubicBezTo>
                    <a:cubicBezTo>
                      <a:pt x="7194" y="4614"/>
                      <a:pt x="6950" y="5866"/>
                      <a:pt x="6598" y="6996"/>
                    </a:cubicBezTo>
                    <a:cubicBezTo>
                      <a:pt x="6553" y="7180"/>
                      <a:pt x="6476" y="7378"/>
                      <a:pt x="6354" y="7546"/>
                    </a:cubicBezTo>
                    <a:cubicBezTo>
                      <a:pt x="6278" y="7653"/>
                      <a:pt x="6171" y="7760"/>
                      <a:pt x="6064" y="7852"/>
                    </a:cubicBezTo>
                    <a:lnTo>
                      <a:pt x="4582" y="9135"/>
                    </a:lnTo>
                    <a:cubicBezTo>
                      <a:pt x="4246" y="9425"/>
                      <a:pt x="2199" y="9669"/>
                      <a:pt x="1802" y="9394"/>
                    </a:cubicBezTo>
                    <a:cubicBezTo>
                      <a:pt x="290" y="8310"/>
                      <a:pt x="0" y="5194"/>
                      <a:pt x="305" y="3590"/>
                    </a:cubicBezTo>
                    <a:cubicBezTo>
                      <a:pt x="810" y="948"/>
                      <a:pt x="4216" y="1"/>
                      <a:pt x="6094" y="191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635;p41">
                <a:extLst>
                  <a:ext uri="{FF2B5EF4-FFF2-40B4-BE49-F238E27FC236}">
                    <a16:creationId xmlns:a16="http://schemas.microsoft.com/office/drawing/2014/main" id="{96A4B7A2-493A-ED58-BD2C-0C5CD868ADE3}"/>
                  </a:ext>
                </a:extLst>
              </p:cNvPr>
              <p:cNvSpPr/>
              <p:nvPr/>
            </p:nvSpPr>
            <p:spPr>
              <a:xfrm flipH="1">
                <a:off x="1676269" y="1916527"/>
                <a:ext cx="40864" cy="53798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227" extrusionOk="0">
                    <a:moveTo>
                      <a:pt x="504" y="0"/>
                    </a:moveTo>
                    <a:cubicBezTo>
                      <a:pt x="333" y="0"/>
                      <a:pt x="185" y="159"/>
                      <a:pt x="137" y="334"/>
                    </a:cubicBezTo>
                    <a:lnTo>
                      <a:pt x="137" y="334"/>
                    </a:lnTo>
                    <a:cubicBezTo>
                      <a:pt x="31" y="472"/>
                      <a:pt x="275" y="548"/>
                      <a:pt x="275" y="686"/>
                    </a:cubicBezTo>
                    <a:cubicBezTo>
                      <a:pt x="260" y="823"/>
                      <a:pt x="0" y="1006"/>
                      <a:pt x="168" y="1159"/>
                    </a:cubicBezTo>
                    <a:cubicBezTo>
                      <a:pt x="220" y="1207"/>
                      <a:pt x="279" y="1226"/>
                      <a:pt x="339" y="1226"/>
                    </a:cubicBezTo>
                    <a:cubicBezTo>
                      <a:pt x="511" y="1226"/>
                      <a:pt x="696" y="1066"/>
                      <a:pt x="764" y="930"/>
                    </a:cubicBezTo>
                    <a:cubicBezTo>
                      <a:pt x="871" y="670"/>
                      <a:pt x="932" y="227"/>
                      <a:pt x="657" y="44"/>
                    </a:cubicBezTo>
                    <a:cubicBezTo>
                      <a:pt x="605" y="14"/>
                      <a:pt x="554" y="0"/>
                      <a:pt x="5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636;p41">
                <a:extLst>
                  <a:ext uri="{FF2B5EF4-FFF2-40B4-BE49-F238E27FC236}">
                    <a16:creationId xmlns:a16="http://schemas.microsoft.com/office/drawing/2014/main" id="{614E7AB1-708A-6DF0-9890-8B7DF0184F25}"/>
                  </a:ext>
                </a:extLst>
              </p:cNvPr>
              <p:cNvSpPr/>
              <p:nvPr/>
            </p:nvSpPr>
            <p:spPr>
              <a:xfrm flipH="1">
                <a:off x="1661537" y="1928497"/>
                <a:ext cx="52921" cy="87778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2002" extrusionOk="0">
                    <a:moveTo>
                      <a:pt x="1069" y="0"/>
                    </a:moveTo>
                    <a:cubicBezTo>
                      <a:pt x="1069" y="0"/>
                      <a:pt x="1085" y="428"/>
                      <a:pt x="963" y="810"/>
                    </a:cubicBezTo>
                    <a:cubicBezTo>
                      <a:pt x="857" y="1140"/>
                      <a:pt x="500" y="1344"/>
                      <a:pt x="228" y="1344"/>
                    </a:cubicBezTo>
                    <a:cubicBezTo>
                      <a:pt x="185" y="1344"/>
                      <a:pt x="144" y="1339"/>
                      <a:pt x="107" y="1329"/>
                    </a:cubicBezTo>
                    <a:lnTo>
                      <a:pt x="107" y="1329"/>
                    </a:lnTo>
                    <a:cubicBezTo>
                      <a:pt x="107" y="1329"/>
                      <a:pt x="0" y="2001"/>
                      <a:pt x="428" y="2001"/>
                    </a:cubicBezTo>
                    <a:cubicBezTo>
                      <a:pt x="871" y="1986"/>
                      <a:pt x="1069" y="1451"/>
                      <a:pt x="1131" y="901"/>
                    </a:cubicBezTo>
                    <a:cubicBezTo>
                      <a:pt x="1207" y="336"/>
                      <a:pt x="1069" y="0"/>
                      <a:pt x="10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637;p41">
                <a:extLst>
                  <a:ext uri="{FF2B5EF4-FFF2-40B4-BE49-F238E27FC236}">
                    <a16:creationId xmlns:a16="http://schemas.microsoft.com/office/drawing/2014/main" id="{8E3CCDCF-6164-654D-C840-BB1DE8FA0FF6}"/>
                  </a:ext>
                </a:extLst>
              </p:cNvPr>
              <p:cNvSpPr/>
              <p:nvPr/>
            </p:nvSpPr>
            <p:spPr>
              <a:xfrm flipH="1">
                <a:off x="1605284" y="1686692"/>
                <a:ext cx="412538" cy="357205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47" extrusionOk="0">
                    <a:moveTo>
                      <a:pt x="1809" y="1"/>
                    </a:moveTo>
                    <a:cubicBezTo>
                      <a:pt x="1797" y="1"/>
                      <a:pt x="1784" y="1"/>
                      <a:pt x="1772" y="1"/>
                    </a:cubicBezTo>
                    <a:cubicBezTo>
                      <a:pt x="1314" y="16"/>
                      <a:pt x="779" y="215"/>
                      <a:pt x="504" y="597"/>
                    </a:cubicBezTo>
                    <a:cubicBezTo>
                      <a:pt x="0" y="1284"/>
                      <a:pt x="275" y="2567"/>
                      <a:pt x="962" y="3056"/>
                    </a:cubicBezTo>
                    <a:cubicBezTo>
                      <a:pt x="1283" y="3281"/>
                      <a:pt x="1687" y="3349"/>
                      <a:pt x="2090" y="3349"/>
                    </a:cubicBezTo>
                    <a:cubicBezTo>
                      <a:pt x="2399" y="3349"/>
                      <a:pt x="2707" y="3310"/>
                      <a:pt x="2978" y="3270"/>
                    </a:cubicBezTo>
                    <a:cubicBezTo>
                      <a:pt x="3589" y="3178"/>
                      <a:pt x="4185" y="3056"/>
                      <a:pt x="4811" y="3056"/>
                    </a:cubicBezTo>
                    <a:cubicBezTo>
                      <a:pt x="4836" y="3055"/>
                      <a:pt x="4861" y="3055"/>
                      <a:pt x="4886" y="3055"/>
                    </a:cubicBezTo>
                    <a:cubicBezTo>
                      <a:pt x="5289" y="3055"/>
                      <a:pt x="5798" y="3174"/>
                      <a:pt x="5942" y="3591"/>
                    </a:cubicBezTo>
                    <a:cubicBezTo>
                      <a:pt x="6049" y="3881"/>
                      <a:pt x="5789" y="4140"/>
                      <a:pt x="5881" y="4400"/>
                    </a:cubicBezTo>
                    <a:cubicBezTo>
                      <a:pt x="5957" y="4629"/>
                      <a:pt x="6217" y="4767"/>
                      <a:pt x="6308" y="4996"/>
                    </a:cubicBezTo>
                    <a:cubicBezTo>
                      <a:pt x="6339" y="5057"/>
                      <a:pt x="6324" y="5149"/>
                      <a:pt x="6324" y="5225"/>
                    </a:cubicBezTo>
                    <a:cubicBezTo>
                      <a:pt x="6339" y="5530"/>
                      <a:pt x="6339" y="5836"/>
                      <a:pt x="6385" y="6141"/>
                    </a:cubicBezTo>
                    <a:cubicBezTo>
                      <a:pt x="6413" y="6269"/>
                      <a:pt x="6481" y="6450"/>
                      <a:pt x="6626" y="6450"/>
                    </a:cubicBezTo>
                    <a:cubicBezTo>
                      <a:pt x="6637" y="6450"/>
                      <a:pt x="6648" y="6449"/>
                      <a:pt x="6660" y="6447"/>
                    </a:cubicBezTo>
                    <a:lnTo>
                      <a:pt x="6690" y="6447"/>
                    </a:lnTo>
                    <a:cubicBezTo>
                      <a:pt x="6736" y="6416"/>
                      <a:pt x="6736" y="6370"/>
                      <a:pt x="6751" y="6325"/>
                    </a:cubicBezTo>
                    <a:cubicBezTo>
                      <a:pt x="6751" y="6279"/>
                      <a:pt x="6751" y="6248"/>
                      <a:pt x="6751" y="6202"/>
                    </a:cubicBezTo>
                    <a:cubicBezTo>
                      <a:pt x="6736" y="5928"/>
                      <a:pt x="6736" y="5668"/>
                      <a:pt x="6843" y="5408"/>
                    </a:cubicBezTo>
                    <a:cubicBezTo>
                      <a:pt x="6919" y="5194"/>
                      <a:pt x="7072" y="5011"/>
                      <a:pt x="7301" y="4935"/>
                    </a:cubicBezTo>
                    <a:cubicBezTo>
                      <a:pt x="7361" y="4916"/>
                      <a:pt x="7416" y="4907"/>
                      <a:pt x="7468" y="4907"/>
                    </a:cubicBezTo>
                    <a:cubicBezTo>
                      <a:pt x="8341" y="4907"/>
                      <a:pt x="7971" y="7479"/>
                      <a:pt x="7943" y="7898"/>
                    </a:cubicBezTo>
                    <a:cubicBezTo>
                      <a:pt x="7943" y="7944"/>
                      <a:pt x="7927" y="8005"/>
                      <a:pt x="7958" y="8066"/>
                    </a:cubicBezTo>
                    <a:cubicBezTo>
                      <a:pt x="7985" y="8124"/>
                      <a:pt x="8023" y="8147"/>
                      <a:pt x="8065" y="8147"/>
                    </a:cubicBezTo>
                    <a:cubicBezTo>
                      <a:pt x="8190" y="8147"/>
                      <a:pt x="8355" y="7947"/>
                      <a:pt x="8401" y="7867"/>
                    </a:cubicBezTo>
                    <a:cubicBezTo>
                      <a:pt x="8630" y="7455"/>
                      <a:pt x="8691" y="7012"/>
                      <a:pt x="8844" y="6584"/>
                    </a:cubicBezTo>
                    <a:cubicBezTo>
                      <a:pt x="9073" y="5928"/>
                      <a:pt x="9302" y="5225"/>
                      <a:pt x="9363" y="4522"/>
                    </a:cubicBezTo>
                    <a:cubicBezTo>
                      <a:pt x="9409" y="4110"/>
                      <a:pt x="9378" y="3667"/>
                      <a:pt x="9241" y="3270"/>
                    </a:cubicBezTo>
                    <a:cubicBezTo>
                      <a:pt x="9180" y="3087"/>
                      <a:pt x="9103" y="2919"/>
                      <a:pt x="8981" y="2781"/>
                    </a:cubicBezTo>
                    <a:cubicBezTo>
                      <a:pt x="8874" y="2644"/>
                      <a:pt x="8722" y="2537"/>
                      <a:pt x="8676" y="2369"/>
                    </a:cubicBezTo>
                    <a:cubicBezTo>
                      <a:pt x="8599" y="2185"/>
                      <a:pt x="8599" y="1956"/>
                      <a:pt x="8554" y="1758"/>
                    </a:cubicBezTo>
                    <a:cubicBezTo>
                      <a:pt x="8508" y="1529"/>
                      <a:pt x="8477" y="1330"/>
                      <a:pt x="8263" y="1208"/>
                    </a:cubicBezTo>
                    <a:cubicBezTo>
                      <a:pt x="7958" y="1055"/>
                      <a:pt x="7591" y="1147"/>
                      <a:pt x="7301" y="1009"/>
                    </a:cubicBezTo>
                    <a:cubicBezTo>
                      <a:pt x="6865" y="784"/>
                      <a:pt x="6869" y="170"/>
                      <a:pt x="6324" y="170"/>
                    </a:cubicBezTo>
                    <a:cubicBezTo>
                      <a:pt x="6277" y="170"/>
                      <a:pt x="6226" y="175"/>
                      <a:pt x="6171" y="184"/>
                    </a:cubicBezTo>
                    <a:cubicBezTo>
                      <a:pt x="5829" y="259"/>
                      <a:pt x="5487" y="521"/>
                      <a:pt x="5145" y="521"/>
                    </a:cubicBezTo>
                    <a:cubicBezTo>
                      <a:pt x="5136" y="521"/>
                      <a:pt x="5126" y="521"/>
                      <a:pt x="5117" y="520"/>
                    </a:cubicBezTo>
                    <a:cubicBezTo>
                      <a:pt x="4784" y="507"/>
                      <a:pt x="4602" y="127"/>
                      <a:pt x="4250" y="127"/>
                    </a:cubicBezTo>
                    <a:cubicBezTo>
                      <a:pt x="4215" y="127"/>
                      <a:pt x="4178" y="130"/>
                      <a:pt x="4139" y="139"/>
                    </a:cubicBezTo>
                    <a:cubicBezTo>
                      <a:pt x="3865" y="191"/>
                      <a:pt x="3569" y="454"/>
                      <a:pt x="3270" y="454"/>
                    </a:cubicBezTo>
                    <a:cubicBezTo>
                      <a:pt x="3219" y="454"/>
                      <a:pt x="3167" y="447"/>
                      <a:pt x="3116" y="429"/>
                    </a:cubicBezTo>
                    <a:cubicBezTo>
                      <a:pt x="2684" y="280"/>
                      <a:pt x="2282" y="1"/>
                      <a:pt x="1809" y="1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638;p41">
                <a:extLst>
                  <a:ext uri="{FF2B5EF4-FFF2-40B4-BE49-F238E27FC236}">
                    <a16:creationId xmlns:a16="http://schemas.microsoft.com/office/drawing/2014/main" id="{F8A2A531-E429-2753-E28B-1FB931E878A1}"/>
                  </a:ext>
                </a:extLst>
              </p:cNvPr>
              <p:cNvSpPr/>
              <p:nvPr/>
            </p:nvSpPr>
            <p:spPr>
              <a:xfrm flipH="1">
                <a:off x="1697665" y="2065118"/>
                <a:ext cx="93171" cy="757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1727" extrusionOk="0">
                    <a:moveTo>
                      <a:pt x="2124" y="0"/>
                    </a:moveTo>
                    <a:cubicBezTo>
                      <a:pt x="2124" y="0"/>
                      <a:pt x="1314" y="978"/>
                      <a:pt x="77" y="1176"/>
                    </a:cubicBezTo>
                    <a:lnTo>
                      <a:pt x="1" y="1726"/>
                    </a:lnTo>
                    <a:cubicBezTo>
                      <a:pt x="1788" y="1650"/>
                      <a:pt x="2124" y="0"/>
                      <a:pt x="2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639;p41">
                <a:extLst>
                  <a:ext uri="{FF2B5EF4-FFF2-40B4-BE49-F238E27FC236}">
                    <a16:creationId xmlns:a16="http://schemas.microsoft.com/office/drawing/2014/main" id="{9B13C607-ED4F-C7D1-5191-838B7FE56EF9}"/>
                  </a:ext>
                </a:extLst>
              </p:cNvPr>
              <p:cNvSpPr/>
              <p:nvPr/>
            </p:nvSpPr>
            <p:spPr>
              <a:xfrm flipH="1">
                <a:off x="1621331" y="3095782"/>
                <a:ext cx="77737" cy="754792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17215" extrusionOk="0">
                    <a:moveTo>
                      <a:pt x="1" y="0"/>
                    </a:moveTo>
                    <a:lnTo>
                      <a:pt x="1" y="16909"/>
                    </a:lnTo>
                    <a:cubicBezTo>
                      <a:pt x="1" y="17077"/>
                      <a:pt x="153" y="17214"/>
                      <a:pt x="321" y="17214"/>
                    </a:cubicBezTo>
                    <a:lnTo>
                      <a:pt x="1452" y="17214"/>
                    </a:lnTo>
                    <a:cubicBezTo>
                      <a:pt x="1635" y="17214"/>
                      <a:pt x="1772" y="17077"/>
                      <a:pt x="1772" y="16909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640;p41">
                <a:extLst>
                  <a:ext uri="{FF2B5EF4-FFF2-40B4-BE49-F238E27FC236}">
                    <a16:creationId xmlns:a16="http://schemas.microsoft.com/office/drawing/2014/main" id="{B947F93F-1D0C-C00C-81D8-D34A1EB8099C}"/>
                  </a:ext>
                </a:extLst>
              </p:cNvPr>
              <p:cNvSpPr/>
              <p:nvPr/>
            </p:nvSpPr>
            <p:spPr>
              <a:xfrm flipH="1">
                <a:off x="1447881" y="3106480"/>
                <a:ext cx="424639" cy="64321"/>
              </a:xfrm>
              <a:custGeom>
                <a:avLst/>
                <a:gdLst/>
                <a:ahLst/>
                <a:cxnLst/>
                <a:rect l="l" t="t" r="r" b="b"/>
                <a:pathLst>
                  <a:path w="9685" h="1467" extrusionOk="0">
                    <a:moveTo>
                      <a:pt x="1" y="0"/>
                    </a:moveTo>
                    <a:lnTo>
                      <a:pt x="1" y="260"/>
                    </a:lnTo>
                    <a:cubicBezTo>
                      <a:pt x="1" y="932"/>
                      <a:pt x="535" y="1467"/>
                      <a:pt x="1207" y="1467"/>
                    </a:cubicBezTo>
                    <a:lnTo>
                      <a:pt x="8478" y="1467"/>
                    </a:lnTo>
                    <a:cubicBezTo>
                      <a:pt x="9150" y="1467"/>
                      <a:pt x="9684" y="932"/>
                      <a:pt x="9684" y="260"/>
                    </a:cubicBezTo>
                    <a:lnTo>
                      <a:pt x="96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641;p41">
                <a:extLst>
                  <a:ext uri="{FF2B5EF4-FFF2-40B4-BE49-F238E27FC236}">
                    <a16:creationId xmlns:a16="http://schemas.microsoft.com/office/drawing/2014/main" id="{5D7696F3-ADF4-00EB-0F5E-3566373CFD0F}"/>
                  </a:ext>
                </a:extLst>
              </p:cNvPr>
              <p:cNvSpPr/>
              <p:nvPr/>
            </p:nvSpPr>
            <p:spPr>
              <a:xfrm flipH="1">
                <a:off x="1621331" y="3762796"/>
                <a:ext cx="77737" cy="185552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4232" extrusionOk="0">
                    <a:moveTo>
                      <a:pt x="1" y="0"/>
                    </a:moveTo>
                    <a:lnTo>
                      <a:pt x="1" y="3910"/>
                    </a:lnTo>
                    <a:cubicBezTo>
                      <a:pt x="1" y="4094"/>
                      <a:pt x="153" y="4231"/>
                      <a:pt x="321" y="4231"/>
                    </a:cubicBezTo>
                    <a:lnTo>
                      <a:pt x="1452" y="4231"/>
                    </a:lnTo>
                    <a:cubicBezTo>
                      <a:pt x="1635" y="4231"/>
                      <a:pt x="1772" y="4094"/>
                      <a:pt x="1772" y="3910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642;p41">
                <a:extLst>
                  <a:ext uri="{FF2B5EF4-FFF2-40B4-BE49-F238E27FC236}">
                    <a16:creationId xmlns:a16="http://schemas.microsoft.com/office/drawing/2014/main" id="{853C4603-33AE-7E59-A24A-68E9C2075E78}"/>
                  </a:ext>
                </a:extLst>
              </p:cNvPr>
              <p:cNvSpPr/>
              <p:nvPr/>
            </p:nvSpPr>
            <p:spPr>
              <a:xfrm flipH="1">
                <a:off x="1970250" y="3857896"/>
                <a:ext cx="90452" cy="9045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3" extrusionOk="0">
                    <a:moveTo>
                      <a:pt x="1024" y="0"/>
                    </a:moveTo>
                    <a:cubicBezTo>
                      <a:pt x="459" y="0"/>
                      <a:pt x="0" y="458"/>
                      <a:pt x="0" y="1023"/>
                    </a:cubicBezTo>
                    <a:cubicBezTo>
                      <a:pt x="0" y="1589"/>
                      <a:pt x="459" y="2062"/>
                      <a:pt x="1024" y="2062"/>
                    </a:cubicBezTo>
                    <a:cubicBezTo>
                      <a:pt x="1589" y="2062"/>
                      <a:pt x="2062" y="1589"/>
                      <a:pt x="2062" y="1023"/>
                    </a:cubicBezTo>
                    <a:cubicBezTo>
                      <a:pt x="2062" y="458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643;p41">
                <a:extLst>
                  <a:ext uri="{FF2B5EF4-FFF2-40B4-BE49-F238E27FC236}">
                    <a16:creationId xmlns:a16="http://schemas.microsoft.com/office/drawing/2014/main" id="{596B6A11-35E8-11F1-7236-0339524675FD}"/>
                  </a:ext>
                </a:extLst>
              </p:cNvPr>
              <p:cNvSpPr/>
              <p:nvPr/>
            </p:nvSpPr>
            <p:spPr>
              <a:xfrm flipH="1">
                <a:off x="1259040" y="3857896"/>
                <a:ext cx="90452" cy="9045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3" extrusionOk="0">
                    <a:moveTo>
                      <a:pt x="1024" y="0"/>
                    </a:moveTo>
                    <a:cubicBezTo>
                      <a:pt x="459" y="0"/>
                      <a:pt x="1" y="458"/>
                      <a:pt x="1" y="1023"/>
                    </a:cubicBezTo>
                    <a:cubicBezTo>
                      <a:pt x="1" y="1589"/>
                      <a:pt x="459" y="2062"/>
                      <a:pt x="1024" y="2062"/>
                    </a:cubicBezTo>
                    <a:cubicBezTo>
                      <a:pt x="1589" y="2062"/>
                      <a:pt x="2063" y="1589"/>
                      <a:pt x="2063" y="1023"/>
                    </a:cubicBezTo>
                    <a:cubicBezTo>
                      <a:pt x="2063" y="458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644;p41">
                <a:extLst>
                  <a:ext uri="{FF2B5EF4-FFF2-40B4-BE49-F238E27FC236}">
                    <a16:creationId xmlns:a16="http://schemas.microsoft.com/office/drawing/2014/main" id="{A0767202-9ED1-E8F8-EFFF-2130A3AD07E7}"/>
                  </a:ext>
                </a:extLst>
              </p:cNvPr>
              <p:cNvSpPr/>
              <p:nvPr/>
            </p:nvSpPr>
            <p:spPr>
              <a:xfrm flipH="1">
                <a:off x="1582485" y="3705184"/>
                <a:ext cx="155431" cy="136007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3102" extrusionOk="0">
                    <a:moveTo>
                      <a:pt x="1" y="1"/>
                    </a:moveTo>
                    <a:lnTo>
                      <a:pt x="1" y="3101"/>
                    </a:lnTo>
                    <a:lnTo>
                      <a:pt x="3544" y="3101"/>
                    </a:lnTo>
                    <a:lnTo>
                      <a:pt x="35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645;p41">
                <a:extLst>
                  <a:ext uri="{FF2B5EF4-FFF2-40B4-BE49-F238E27FC236}">
                    <a16:creationId xmlns:a16="http://schemas.microsoft.com/office/drawing/2014/main" id="{B5ECA246-6C27-0FD6-385C-9626B9558920}"/>
                  </a:ext>
                </a:extLst>
              </p:cNvPr>
              <p:cNvSpPr/>
              <p:nvPr/>
            </p:nvSpPr>
            <p:spPr>
              <a:xfrm flipH="1">
                <a:off x="1259040" y="3809009"/>
                <a:ext cx="801662" cy="63663"/>
              </a:xfrm>
              <a:custGeom>
                <a:avLst/>
                <a:gdLst/>
                <a:ahLst/>
                <a:cxnLst/>
                <a:rect l="l" t="t" r="r" b="b"/>
                <a:pathLst>
                  <a:path w="18284" h="1452" extrusionOk="0">
                    <a:moveTo>
                      <a:pt x="1085" y="0"/>
                    </a:moveTo>
                    <a:cubicBezTo>
                      <a:pt x="489" y="0"/>
                      <a:pt x="0" y="489"/>
                      <a:pt x="0" y="1100"/>
                    </a:cubicBezTo>
                    <a:lnTo>
                      <a:pt x="0" y="1451"/>
                    </a:lnTo>
                    <a:lnTo>
                      <a:pt x="18284" y="1451"/>
                    </a:lnTo>
                    <a:lnTo>
                      <a:pt x="18284" y="1100"/>
                    </a:lnTo>
                    <a:cubicBezTo>
                      <a:pt x="18284" y="489"/>
                      <a:pt x="17780" y="0"/>
                      <a:pt x="171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646;p41">
                <a:extLst>
                  <a:ext uri="{FF2B5EF4-FFF2-40B4-BE49-F238E27FC236}">
                    <a16:creationId xmlns:a16="http://schemas.microsoft.com/office/drawing/2014/main" id="{55B23B0A-FE15-255C-EE50-EBDCC8C61601}"/>
                  </a:ext>
                </a:extLst>
              </p:cNvPr>
              <p:cNvSpPr/>
              <p:nvPr/>
            </p:nvSpPr>
            <p:spPr>
              <a:xfrm flipH="1">
                <a:off x="1660178" y="3186191"/>
                <a:ext cx="26833" cy="50698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1563" extrusionOk="0">
                    <a:moveTo>
                      <a:pt x="0" y="0"/>
                    </a:moveTo>
                    <a:lnTo>
                      <a:pt x="0" y="11563"/>
                    </a:lnTo>
                    <a:lnTo>
                      <a:pt x="611" y="11563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647;p41">
                <a:extLst>
                  <a:ext uri="{FF2B5EF4-FFF2-40B4-BE49-F238E27FC236}">
                    <a16:creationId xmlns:a16="http://schemas.microsoft.com/office/drawing/2014/main" id="{40F48346-6F37-960C-32BC-23683130D0A5}"/>
                  </a:ext>
                </a:extLst>
              </p:cNvPr>
              <p:cNvSpPr/>
              <p:nvPr/>
            </p:nvSpPr>
            <p:spPr>
              <a:xfrm flipH="1">
                <a:off x="1297185" y="2558637"/>
                <a:ext cx="642987" cy="586120"/>
              </a:xfrm>
              <a:custGeom>
                <a:avLst/>
                <a:gdLst/>
                <a:ahLst/>
                <a:cxnLst/>
                <a:rect l="l" t="t" r="r" b="b"/>
                <a:pathLst>
                  <a:path w="14665" h="13368" extrusionOk="0">
                    <a:moveTo>
                      <a:pt x="13279" y="1"/>
                    </a:moveTo>
                    <a:cubicBezTo>
                      <a:pt x="12878" y="1"/>
                      <a:pt x="12542" y="346"/>
                      <a:pt x="12572" y="765"/>
                    </a:cubicBezTo>
                    <a:cubicBezTo>
                      <a:pt x="12678" y="2857"/>
                      <a:pt x="12235" y="7974"/>
                      <a:pt x="10280" y="9731"/>
                    </a:cubicBezTo>
                    <a:cubicBezTo>
                      <a:pt x="8409" y="11398"/>
                      <a:pt x="3825" y="11577"/>
                      <a:pt x="1943" y="11577"/>
                    </a:cubicBezTo>
                    <a:cubicBezTo>
                      <a:pt x="1428" y="11577"/>
                      <a:pt x="1116" y="11564"/>
                      <a:pt x="1116" y="11564"/>
                    </a:cubicBezTo>
                    <a:lnTo>
                      <a:pt x="1116" y="11564"/>
                    </a:lnTo>
                    <a:cubicBezTo>
                      <a:pt x="1116" y="11564"/>
                      <a:pt x="1" y="12938"/>
                      <a:pt x="2246" y="13244"/>
                    </a:cubicBezTo>
                    <a:cubicBezTo>
                      <a:pt x="2818" y="13322"/>
                      <a:pt x="3657" y="13367"/>
                      <a:pt x="4615" y="13367"/>
                    </a:cubicBezTo>
                    <a:cubicBezTo>
                      <a:pt x="7395" y="13367"/>
                      <a:pt x="11176" y="12987"/>
                      <a:pt x="12312" y="11930"/>
                    </a:cubicBezTo>
                    <a:cubicBezTo>
                      <a:pt x="13778" y="10540"/>
                      <a:pt x="14664" y="6936"/>
                      <a:pt x="14007" y="658"/>
                    </a:cubicBezTo>
                    <a:cubicBezTo>
                      <a:pt x="13961" y="291"/>
                      <a:pt x="13671" y="16"/>
                      <a:pt x="13305" y="1"/>
                    </a:cubicBezTo>
                    <a:cubicBezTo>
                      <a:pt x="13296" y="1"/>
                      <a:pt x="13287" y="1"/>
                      <a:pt x="13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48;p41">
                <a:extLst>
                  <a:ext uri="{FF2B5EF4-FFF2-40B4-BE49-F238E27FC236}">
                    <a16:creationId xmlns:a16="http://schemas.microsoft.com/office/drawing/2014/main" id="{97C532FB-8108-5408-4178-9D9F42193C69}"/>
                  </a:ext>
                </a:extLst>
              </p:cNvPr>
              <p:cNvSpPr/>
              <p:nvPr/>
            </p:nvSpPr>
            <p:spPr>
              <a:xfrm flipH="1">
                <a:off x="1877825" y="3693126"/>
                <a:ext cx="143373" cy="127940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2918" extrusionOk="0">
                    <a:moveTo>
                      <a:pt x="2460" y="1"/>
                    </a:moveTo>
                    <a:lnTo>
                      <a:pt x="3269" y="1833"/>
                    </a:lnTo>
                    <a:lnTo>
                      <a:pt x="810" y="2918"/>
                    </a:lnTo>
                    <a:lnTo>
                      <a:pt x="1" y="1070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49;p41">
                <a:extLst>
                  <a:ext uri="{FF2B5EF4-FFF2-40B4-BE49-F238E27FC236}">
                    <a16:creationId xmlns:a16="http://schemas.microsoft.com/office/drawing/2014/main" id="{F7E84A0D-1C2A-6730-14B5-F6ACE5E180D1}"/>
                  </a:ext>
                </a:extLst>
              </p:cNvPr>
              <p:cNvSpPr/>
              <p:nvPr/>
            </p:nvSpPr>
            <p:spPr>
              <a:xfrm flipH="1">
                <a:off x="1356157" y="2798425"/>
                <a:ext cx="921534" cy="956347"/>
              </a:xfrm>
              <a:custGeom>
                <a:avLst/>
                <a:gdLst/>
                <a:ahLst/>
                <a:cxnLst/>
                <a:rect l="l" t="t" r="r" b="b"/>
                <a:pathLst>
                  <a:path w="21018" h="21812" extrusionOk="0">
                    <a:moveTo>
                      <a:pt x="19949" y="0"/>
                    </a:moveTo>
                    <a:cubicBezTo>
                      <a:pt x="19895" y="108"/>
                      <a:pt x="18497" y="140"/>
                      <a:pt x="16665" y="140"/>
                    </a:cubicBezTo>
                    <a:cubicBezTo>
                      <a:pt x="14029" y="140"/>
                      <a:pt x="10495" y="74"/>
                      <a:pt x="8767" y="74"/>
                    </a:cubicBezTo>
                    <a:cubicBezTo>
                      <a:pt x="8289" y="74"/>
                      <a:pt x="7949" y="79"/>
                      <a:pt x="7806" y="92"/>
                    </a:cubicBezTo>
                    <a:cubicBezTo>
                      <a:pt x="7806" y="92"/>
                      <a:pt x="1085" y="3300"/>
                      <a:pt x="123" y="6293"/>
                    </a:cubicBezTo>
                    <a:cubicBezTo>
                      <a:pt x="31" y="6599"/>
                      <a:pt x="1" y="6996"/>
                      <a:pt x="31" y="7469"/>
                    </a:cubicBezTo>
                    <a:cubicBezTo>
                      <a:pt x="306" y="11700"/>
                      <a:pt x="5102" y="21812"/>
                      <a:pt x="5102" y="21812"/>
                    </a:cubicBezTo>
                    <a:lnTo>
                      <a:pt x="5851" y="21476"/>
                    </a:lnTo>
                    <a:lnTo>
                      <a:pt x="8325" y="20407"/>
                    </a:lnTo>
                    <a:lnTo>
                      <a:pt x="8661" y="20254"/>
                    </a:lnTo>
                    <a:cubicBezTo>
                      <a:pt x="8661" y="20254"/>
                      <a:pt x="4858" y="8890"/>
                      <a:pt x="5622" y="8279"/>
                    </a:cubicBezTo>
                    <a:cubicBezTo>
                      <a:pt x="6385" y="7668"/>
                      <a:pt x="15015" y="6141"/>
                      <a:pt x="18024" y="5331"/>
                    </a:cubicBezTo>
                    <a:cubicBezTo>
                      <a:pt x="21018" y="4521"/>
                      <a:pt x="19949" y="1"/>
                      <a:pt x="199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50;p41">
                <a:extLst>
                  <a:ext uri="{FF2B5EF4-FFF2-40B4-BE49-F238E27FC236}">
                    <a16:creationId xmlns:a16="http://schemas.microsoft.com/office/drawing/2014/main" id="{FB8F7970-3486-4E53-7B7F-BCF7E82BD1CA}"/>
                  </a:ext>
                </a:extLst>
              </p:cNvPr>
              <p:cNvSpPr/>
              <p:nvPr/>
            </p:nvSpPr>
            <p:spPr>
              <a:xfrm flipH="1">
                <a:off x="2317152" y="3713207"/>
                <a:ext cx="126624" cy="121275"/>
              </a:xfrm>
              <a:custGeom>
                <a:avLst/>
                <a:gdLst/>
                <a:ahLst/>
                <a:cxnLst/>
                <a:rect l="l" t="t" r="r" b="b"/>
                <a:pathLst>
                  <a:path w="2888" h="2766" extrusionOk="0">
                    <a:moveTo>
                      <a:pt x="2704" y="16"/>
                    </a:moveTo>
                    <a:lnTo>
                      <a:pt x="2887" y="2765"/>
                    </a:lnTo>
                    <a:lnTo>
                      <a:pt x="199" y="276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51;p41">
                <a:extLst>
                  <a:ext uri="{FF2B5EF4-FFF2-40B4-BE49-F238E27FC236}">
                    <a16:creationId xmlns:a16="http://schemas.microsoft.com/office/drawing/2014/main" id="{5CBF838D-E409-5E77-12C3-0FF89BE9B91B}"/>
                  </a:ext>
                </a:extLst>
              </p:cNvPr>
              <p:cNvSpPr/>
              <p:nvPr/>
            </p:nvSpPr>
            <p:spPr>
              <a:xfrm flipH="1">
                <a:off x="1935437" y="2798425"/>
                <a:ext cx="632245" cy="956347"/>
              </a:xfrm>
              <a:custGeom>
                <a:avLst/>
                <a:gdLst/>
                <a:ahLst/>
                <a:cxnLst/>
                <a:rect l="l" t="t" r="r" b="b"/>
                <a:pathLst>
                  <a:path w="14420" h="21812" extrusionOk="0">
                    <a:moveTo>
                      <a:pt x="14359" y="0"/>
                    </a:moveTo>
                    <a:lnTo>
                      <a:pt x="14267" y="46"/>
                    </a:lnTo>
                    <a:cubicBezTo>
                      <a:pt x="14267" y="46"/>
                      <a:pt x="3025" y="1619"/>
                      <a:pt x="1192" y="4766"/>
                    </a:cubicBezTo>
                    <a:cubicBezTo>
                      <a:pt x="1" y="6813"/>
                      <a:pt x="2307" y="21797"/>
                      <a:pt x="2307" y="21797"/>
                    </a:cubicBezTo>
                    <a:lnTo>
                      <a:pt x="6279" y="21812"/>
                    </a:lnTo>
                    <a:cubicBezTo>
                      <a:pt x="6279" y="21812"/>
                      <a:pt x="5698" y="9333"/>
                      <a:pt x="5881" y="8630"/>
                    </a:cubicBezTo>
                    <a:cubicBezTo>
                      <a:pt x="6111" y="7836"/>
                      <a:pt x="6492" y="7561"/>
                      <a:pt x="6645" y="7469"/>
                    </a:cubicBezTo>
                    <a:cubicBezTo>
                      <a:pt x="6615" y="6996"/>
                      <a:pt x="6645" y="6599"/>
                      <a:pt x="6737" y="6293"/>
                    </a:cubicBezTo>
                    <a:cubicBezTo>
                      <a:pt x="7699" y="3300"/>
                      <a:pt x="14420" y="92"/>
                      <a:pt x="14420" y="92"/>
                    </a:cubicBezTo>
                    <a:cubicBezTo>
                      <a:pt x="14389" y="77"/>
                      <a:pt x="14374" y="46"/>
                      <a:pt x="143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52;p41">
                <a:extLst>
                  <a:ext uri="{FF2B5EF4-FFF2-40B4-BE49-F238E27FC236}">
                    <a16:creationId xmlns:a16="http://schemas.microsoft.com/office/drawing/2014/main" id="{AA837B79-AA87-82E7-F6FD-141C2DD2B912}"/>
                  </a:ext>
                </a:extLst>
              </p:cNvPr>
              <p:cNvSpPr/>
              <p:nvPr/>
            </p:nvSpPr>
            <p:spPr>
              <a:xfrm flipH="1">
                <a:off x="1362164" y="2343007"/>
                <a:ext cx="583358" cy="606815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3840" extrusionOk="0">
                    <a:moveTo>
                      <a:pt x="11029" y="1"/>
                    </a:moveTo>
                    <a:lnTo>
                      <a:pt x="10265" y="108"/>
                    </a:lnTo>
                    <a:cubicBezTo>
                      <a:pt x="10265" y="108"/>
                      <a:pt x="10082" y="2139"/>
                      <a:pt x="9639" y="4171"/>
                    </a:cubicBezTo>
                    <a:lnTo>
                      <a:pt x="245" y="7730"/>
                    </a:lnTo>
                    <a:lnTo>
                      <a:pt x="123" y="8417"/>
                    </a:lnTo>
                    <a:cubicBezTo>
                      <a:pt x="77" y="8402"/>
                      <a:pt x="46" y="8402"/>
                      <a:pt x="1" y="8402"/>
                    </a:cubicBezTo>
                    <a:cubicBezTo>
                      <a:pt x="16" y="8539"/>
                      <a:pt x="16" y="8677"/>
                      <a:pt x="16" y="8814"/>
                    </a:cubicBezTo>
                    <a:cubicBezTo>
                      <a:pt x="31" y="9593"/>
                      <a:pt x="92" y="10158"/>
                      <a:pt x="169" y="10387"/>
                    </a:cubicBezTo>
                    <a:cubicBezTo>
                      <a:pt x="184" y="10433"/>
                      <a:pt x="199" y="10464"/>
                      <a:pt x="230" y="10479"/>
                    </a:cubicBezTo>
                    <a:cubicBezTo>
                      <a:pt x="474" y="10693"/>
                      <a:pt x="3804" y="10280"/>
                      <a:pt x="7393" y="11594"/>
                    </a:cubicBezTo>
                    <a:cubicBezTo>
                      <a:pt x="10304" y="12669"/>
                      <a:pt x="12031" y="13839"/>
                      <a:pt x="12294" y="13839"/>
                    </a:cubicBezTo>
                    <a:cubicBezTo>
                      <a:pt x="12311" y="13839"/>
                      <a:pt x="12322" y="13834"/>
                      <a:pt x="12327" y="13824"/>
                    </a:cubicBezTo>
                    <a:cubicBezTo>
                      <a:pt x="13304" y="11793"/>
                      <a:pt x="11533" y="3819"/>
                      <a:pt x="110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53;p41">
                <a:extLst>
                  <a:ext uri="{FF2B5EF4-FFF2-40B4-BE49-F238E27FC236}">
                    <a16:creationId xmlns:a16="http://schemas.microsoft.com/office/drawing/2014/main" id="{D51D5174-F51A-1B6B-90F6-B63F6F39AAB3}"/>
                  </a:ext>
                </a:extLst>
              </p:cNvPr>
              <p:cNvSpPr/>
              <p:nvPr/>
            </p:nvSpPr>
            <p:spPr>
              <a:xfrm flipH="1">
                <a:off x="1488744" y="2347699"/>
                <a:ext cx="456777" cy="386318"/>
              </a:xfrm>
              <a:custGeom>
                <a:avLst/>
                <a:gdLst/>
                <a:ahLst/>
                <a:cxnLst/>
                <a:rect l="l" t="t" r="r" b="b"/>
                <a:pathLst>
                  <a:path w="10418" h="8811" extrusionOk="0">
                    <a:moveTo>
                      <a:pt x="10265" y="1"/>
                    </a:moveTo>
                    <a:cubicBezTo>
                      <a:pt x="10265" y="1"/>
                      <a:pt x="10082" y="2032"/>
                      <a:pt x="9639" y="4064"/>
                    </a:cubicBezTo>
                    <a:lnTo>
                      <a:pt x="245" y="7638"/>
                    </a:lnTo>
                    <a:lnTo>
                      <a:pt x="123" y="8310"/>
                    </a:lnTo>
                    <a:cubicBezTo>
                      <a:pt x="77" y="8310"/>
                      <a:pt x="46" y="8310"/>
                      <a:pt x="1" y="8295"/>
                    </a:cubicBezTo>
                    <a:lnTo>
                      <a:pt x="1" y="8295"/>
                    </a:lnTo>
                    <a:cubicBezTo>
                      <a:pt x="16" y="8447"/>
                      <a:pt x="16" y="8585"/>
                      <a:pt x="16" y="8707"/>
                    </a:cubicBezTo>
                    <a:cubicBezTo>
                      <a:pt x="1227" y="8769"/>
                      <a:pt x="2467" y="8810"/>
                      <a:pt x="3626" y="8810"/>
                    </a:cubicBezTo>
                    <a:cubicBezTo>
                      <a:pt x="5347" y="8810"/>
                      <a:pt x="6887" y="8718"/>
                      <a:pt x="7882" y="8463"/>
                    </a:cubicBezTo>
                    <a:cubicBezTo>
                      <a:pt x="9150" y="8142"/>
                      <a:pt x="9791" y="5759"/>
                      <a:pt x="10036" y="4552"/>
                    </a:cubicBezTo>
                    <a:cubicBezTo>
                      <a:pt x="10418" y="2781"/>
                      <a:pt x="10295" y="352"/>
                      <a:pt x="10280" y="47"/>
                    </a:cubicBezTo>
                    <a:cubicBezTo>
                      <a:pt x="10265" y="16"/>
                      <a:pt x="10265" y="1"/>
                      <a:pt x="102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54;p41">
                <a:extLst>
                  <a:ext uri="{FF2B5EF4-FFF2-40B4-BE49-F238E27FC236}">
                    <a16:creationId xmlns:a16="http://schemas.microsoft.com/office/drawing/2014/main" id="{B0C5D56D-66FC-20F5-105C-3130CFAF50E3}"/>
                  </a:ext>
                </a:extLst>
              </p:cNvPr>
              <p:cNvSpPr/>
              <p:nvPr/>
            </p:nvSpPr>
            <p:spPr>
              <a:xfrm flipH="1">
                <a:off x="1918030" y="2211779"/>
                <a:ext cx="107859" cy="298716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6813" extrusionOk="0">
                    <a:moveTo>
                      <a:pt x="2460" y="0"/>
                    </a:moveTo>
                    <a:lnTo>
                      <a:pt x="2460" y="0"/>
                    </a:lnTo>
                    <a:cubicBezTo>
                      <a:pt x="2457" y="5"/>
                      <a:pt x="2454" y="11"/>
                      <a:pt x="2451" y="18"/>
                    </a:cubicBezTo>
                    <a:lnTo>
                      <a:pt x="2451" y="18"/>
                    </a:lnTo>
                    <a:cubicBezTo>
                      <a:pt x="2457" y="6"/>
                      <a:pt x="2460" y="0"/>
                      <a:pt x="2460" y="0"/>
                    </a:cubicBezTo>
                    <a:close/>
                    <a:moveTo>
                      <a:pt x="2451" y="18"/>
                    </a:moveTo>
                    <a:cubicBezTo>
                      <a:pt x="2323" y="287"/>
                      <a:pt x="791" y="3504"/>
                      <a:pt x="1" y="5025"/>
                    </a:cubicBezTo>
                    <a:lnTo>
                      <a:pt x="1925" y="6812"/>
                    </a:lnTo>
                    <a:cubicBezTo>
                      <a:pt x="2060" y="3629"/>
                      <a:pt x="2284" y="416"/>
                      <a:pt x="2451" y="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55;p41">
                <a:extLst>
                  <a:ext uri="{FF2B5EF4-FFF2-40B4-BE49-F238E27FC236}">
                    <a16:creationId xmlns:a16="http://schemas.microsoft.com/office/drawing/2014/main" id="{2A2BC91A-135B-1472-081C-743B0A55A089}"/>
                  </a:ext>
                </a:extLst>
              </p:cNvPr>
              <p:cNvSpPr/>
              <p:nvPr/>
            </p:nvSpPr>
            <p:spPr>
              <a:xfrm flipH="1">
                <a:off x="1941444" y="2343665"/>
                <a:ext cx="362379" cy="296743"/>
              </a:xfrm>
              <a:custGeom>
                <a:avLst/>
                <a:gdLst/>
                <a:ahLst/>
                <a:cxnLst/>
                <a:rect l="l" t="t" r="r" b="b"/>
                <a:pathLst>
                  <a:path w="8265" h="6768" extrusionOk="0">
                    <a:moveTo>
                      <a:pt x="1025" y="1"/>
                    </a:moveTo>
                    <a:cubicBezTo>
                      <a:pt x="1025" y="1"/>
                      <a:pt x="1024" y="1"/>
                      <a:pt x="1024" y="1"/>
                    </a:cubicBezTo>
                    <a:cubicBezTo>
                      <a:pt x="826" y="261"/>
                      <a:pt x="1" y="1254"/>
                      <a:pt x="1" y="1254"/>
                    </a:cubicBezTo>
                    <a:cubicBezTo>
                      <a:pt x="1" y="1254"/>
                      <a:pt x="2735" y="5332"/>
                      <a:pt x="4537" y="6768"/>
                    </a:cubicBezTo>
                    <a:lnTo>
                      <a:pt x="4553" y="6691"/>
                    </a:lnTo>
                    <a:cubicBezTo>
                      <a:pt x="4553" y="6691"/>
                      <a:pt x="6034" y="6447"/>
                      <a:pt x="7653" y="6172"/>
                    </a:cubicBezTo>
                    <a:cubicBezTo>
                      <a:pt x="7837" y="6141"/>
                      <a:pt x="8020" y="6111"/>
                      <a:pt x="8188" y="6080"/>
                    </a:cubicBezTo>
                    <a:cubicBezTo>
                      <a:pt x="8203" y="5347"/>
                      <a:pt x="8234" y="4568"/>
                      <a:pt x="8264" y="3804"/>
                    </a:cubicBezTo>
                    <a:lnTo>
                      <a:pt x="6340" y="2017"/>
                    </a:lnTo>
                    <a:cubicBezTo>
                      <a:pt x="6034" y="2613"/>
                      <a:pt x="5805" y="3010"/>
                      <a:pt x="5759" y="3025"/>
                    </a:cubicBezTo>
                    <a:cubicBezTo>
                      <a:pt x="5759" y="3025"/>
                      <a:pt x="5758" y="3025"/>
                      <a:pt x="5758" y="3025"/>
                    </a:cubicBezTo>
                    <a:cubicBezTo>
                      <a:pt x="5509" y="3025"/>
                      <a:pt x="1099" y="1"/>
                      <a:pt x="1025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56;p41">
                <a:extLst>
                  <a:ext uri="{FF2B5EF4-FFF2-40B4-BE49-F238E27FC236}">
                    <a16:creationId xmlns:a16="http://schemas.microsoft.com/office/drawing/2014/main" id="{F5C35820-5EB8-D691-28C5-D0D04A49BBA0}"/>
                  </a:ext>
                </a:extLst>
              </p:cNvPr>
              <p:cNvSpPr/>
              <p:nvPr/>
            </p:nvSpPr>
            <p:spPr>
              <a:xfrm flipH="1">
                <a:off x="2104196" y="2612259"/>
                <a:ext cx="216331" cy="83086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1895" extrusionOk="0">
                    <a:moveTo>
                      <a:pt x="4934" y="565"/>
                    </a:moveTo>
                    <a:lnTo>
                      <a:pt x="4888" y="1894"/>
                    </a:lnTo>
                    <a:lnTo>
                      <a:pt x="0" y="1894"/>
                    </a:lnTo>
                    <a:cubicBezTo>
                      <a:pt x="0" y="1894"/>
                      <a:pt x="489" y="0"/>
                      <a:pt x="1818" y="0"/>
                    </a:cubicBezTo>
                    <a:cubicBezTo>
                      <a:pt x="3131" y="0"/>
                      <a:pt x="3651" y="687"/>
                      <a:pt x="3651" y="687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57;p41">
                <a:extLst>
                  <a:ext uri="{FF2B5EF4-FFF2-40B4-BE49-F238E27FC236}">
                    <a16:creationId xmlns:a16="http://schemas.microsoft.com/office/drawing/2014/main" id="{33B03A23-2E3B-36BE-6D0F-D8ED804B3A46}"/>
                  </a:ext>
                </a:extLst>
              </p:cNvPr>
              <p:cNvSpPr/>
              <p:nvPr/>
            </p:nvSpPr>
            <p:spPr>
              <a:xfrm flipH="1">
                <a:off x="2258882" y="2282326"/>
                <a:ext cx="187569" cy="116321"/>
              </a:xfrm>
              <a:custGeom>
                <a:avLst/>
                <a:gdLst/>
                <a:ahLst/>
                <a:cxnLst/>
                <a:rect l="l" t="t" r="r" b="b"/>
                <a:pathLst>
                  <a:path w="4278" h="2653" extrusionOk="0">
                    <a:moveTo>
                      <a:pt x="1729" y="1"/>
                    </a:moveTo>
                    <a:cubicBezTo>
                      <a:pt x="1454" y="1"/>
                      <a:pt x="1171" y="92"/>
                      <a:pt x="917" y="346"/>
                    </a:cubicBezTo>
                    <a:cubicBezTo>
                      <a:pt x="1" y="1247"/>
                      <a:pt x="92" y="1476"/>
                      <a:pt x="230" y="1538"/>
                    </a:cubicBezTo>
                    <a:cubicBezTo>
                      <a:pt x="236" y="1542"/>
                      <a:pt x="245" y="1544"/>
                      <a:pt x="256" y="1544"/>
                    </a:cubicBezTo>
                    <a:cubicBezTo>
                      <a:pt x="440" y="1544"/>
                      <a:pt x="1183" y="955"/>
                      <a:pt x="1299" y="911"/>
                    </a:cubicBezTo>
                    <a:lnTo>
                      <a:pt x="1299" y="911"/>
                    </a:lnTo>
                    <a:cubicBezTo>
                      <a:pt x="1268" y="1018"/>
                      <a:pt x="841" y="1904"/>
                      <a:pt x="1528" y="2271"/>
                    </a:cubicBezTo>
                    <a:cubicBezTo>
                      <a:pt x="1753" y="2391"/>
                      <a:pt x="1966" y="2431"/>
                      <a:pt x="2149" y="2431"/>
                    </a:cubicBezTo>
                    <a:cubicBezTo>
                      <a:pt x="2497" y="2431"/>
                      <a:pt x="2735" y="2286"/>
                      <a:pt x="2735" y="2286"/>
                    </a:cubicBezTo>
                    <a:lnTo>
                      <a:pt x="3254" y="2653"/>
                    </a:lnTo>
                    <a:cubicBezTo>
                      <a:pt x="3254" y="2653"/>
                      <a:pt x="4079" y="1660"/>
                      <a:pt x="4277" y="1400"/>
                    </a:cubicBezTo>
                    <a:lnTo>
                      <a:pt x="4247" y="1370"/>
                    </a:lnTo>
                    <a:lnTo>
                      <a:pt x="3101" y="591"/>
                    </a:lnTo>
                    <a:cubicBezTo>
                      <a:pt x="3079" y="591"/>
                      <a:pt x="2428" y="1"/>
                      <a:pt x="1729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58;p41">
                <a:extLst>
                  <a:ext uri="{FF2B5EF4-FFF2-40B4-BE49-F238E27FC236}">
                    <a16:creationId xmlns:a16="http://schemas.microsoft.com/office/drawing/2014/main" id="{CF406376-5DC4-5C40-BA90-29D74C35F61F}"/>
                  </a:ext>
                </a:extLst>
              </p:cNvPr>
              <p:cNvSpPr/>
              <p:nvPr/>
            </p:nvSpPr>
            <p:spPr>
              <a:xfrm flipH="1">
                <a:off x="2287030" y="2353749"/>
                <a:ext cx="96459" cy="5581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1273" extrusionOk="0">
                    <a:moveTo>
                      <a:pt x="611" y="0"/>
                    </a:moveTo>
                    <a:lnTo>
                      <a:pt x="199" y="489"/>
                    </a:lnTo>
                    <a:cubicBezTo>
                      <a:pt x="199" y="489"/>
                      <a:pt x="0" y="856"/>
                      <a:pt x="352" y="1024"/>
                    </a:cubicBezTo>
                    <a:cubicBezTo>
                      <a:pt x="666" y="1160"/>
                      <a:pt x="1238" y="1273"/>
                      <a:pt x="1574" y="1273"/>
                    </a:cubicBezTo>
                    <a:cubicBezTo>
                      <a:pt x="1613" y="1273"/>
                      <a:pt x="1649" y="1271"/>
                      <a:pt x="1680" y="1268"/>
                    </a:cubicBezTo>
                    <a:cubicBezTo>
                      <a:pt x="1971" y="1237"/>
                      <a:pt x="2200" y="840"/>
                      <a:pt x="2200" y="840"/>
                    </a:cubicBezTo>
                    <a:lnTo>
                      <a:pt x="1314" y="0"/>
                    </a:ln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59;p41">
                <a:extLst>
                  <a:ext uri="{FF2B5EF4-FFF2-40B4-BE49-F238E27FC236}">
                    <a16:creationId xmlns:a16="http://schemas.microsoft.com/office/drawing/2014/main" id="{1DC0F17B-D7C6-C312-30D4-C9F7739F8DB6}"/>
                  </a:ext>
                </a:extLst>
              </p:cNvPr>
              <p:cNvSpPr/>
              <p:nvPr/>
            </p:nvSpPr>
            <p:spPr>
              <a:xfrm flipH="1">
                <a:off x="2317590" y="2352960"/>
                <a:ext cx="67916" cy="3029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691" extrusionOk="0">
                    <a:moveTo>
                      <a:pt x="1198" y="1"/>
                    </a:moveTo>
                    <a:cubicBezTo>
                      <a:pt x="1182" y="1"/>
                      <a:pt x="1169" y="6"/>
                      <a:pt x="1161" y="18"/>
                    </a:cubicBezTo>
                    <a:cubicBezTo>
                      <a:pt x="1085" y="110"/>
                      <a:pt x="1268" y="232"/>
                      <a:pt x="1284" y="339"/>
                    </a:cubicBezTo>
                    <a:cubicBezTo>
                      <a:pt x="1284" y="461"/>
                      <a:pt x="947" y="507"/>
                      <a:pt x="703" y="507"/>
                    </a:cubicBezTo>
                    <a:cubicBezTo>
                      <a:pt x="443" y="507"/>
                      <a:pt x="0" y="568"/>
                      <a:pt x="0" y="568"/>
                    </a:cubicBezTo>
                    <a:lnTo>
                      <a:pt x="199" y="690"/>
                    </a:lnTo>
                    <a:cubicBezTo>
                      <a:pt x="221" y="602"/>
                      <a:pt x="349" y="578"/>
                      <a:pt x="511" y="578"/>
                    </a:cubicBezTo>
                    <a:cubicBezTo>
                      <a:pt x="684" y="578"/>
                      <a:pt x="896" y="606"/>
                      <a:pt x="1054" y="614"/>
                    </a:cubicBezTo>
                    <a:cubicBezTo>
                      <a:pt x="1284" y="614"/>
                      <a:pt x="1421" y="553"/>
                      <a:pt x="1482" y="385"/>
                    </a:cubicBezTo>
                    <a:cubicBezTo>
                      <a:pt x="1548" y="239"/>
                      <a:pt x="1304" y="1"/>
                      <a:pt x="11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60;p41">
                <a:extLst>
                  <a:ext uri="{FF2B5EF4-FFF2-40B4-BE49-F238E27FC236}">
                    <a16:creationId xmlns:a16="http://schemas.microsoft.com/office/drawing/2014/main" id="{E2B5E441-D680-D947-D292-2E6A32CC8236}"/>
                  </a:ext>
                </a:extLst>
              </p:cNvPr>
              <p:cNvSpPr/>
              <p:nvPr/>
            </p:nvSpPr>
            <p:spPr>
              <a:xfrm flipH="1">
                <a:off x="1542980" y="2527858"/>
                <a:ext cx="563277" cy="198267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4522" extrusionOk="0">
                    <a:moveTo>
                      <a:pt x="12831" y="1696"/>
                    </a:moveTo>
                    <a:lnTo>
                      <a:pt x="8050" y="1"/>
                    </a:lnTo>
                    <a:cubicBezTo>
                      <a:pt x="7699" y="642"/>
                      <a:pt x="7332" y="1131"/>
                      <a:pt x="6951" y="1238"/>
                    </a:cubicBezTo>
                    <a:cubicBezTo>
                      <a:pt x="6401" y="1375"/>
                      <a:pt x="5057" y="1635"/>
                      <a:pt x="3697" y="1864"/>
                    </a:cubicBezTo>
                    <a:cubicBezTo>
                      <a:pt x="3514" y="1910"/>
                      <a:pt x="3331" y="1940"/>
                      <a:pt x="3147" y="1971"/>
                    </a:cubicBezTo>
                    <a:cubicBezTo>
                      <a:pt x="1528" y="2246"/>
                      <a:pt x="47" y="2490"/>
                      <a:pt x="47" y="2490"/>
                    </a:cubicBezTo>
                    <a:lnTo>
                      <a:pt x="31" y="2567"/>
                    </a:lnTo>
                    <a:lnTo>
                      <a:pt x="31" y="2612"/>
                    </a:lnTo>
                    <a:lnTo>
                      <a:pt x="1" y="3819"/>
                    </a:lnTo>
                    <a:lnTo>
                      <a:pt x="1" y="4125"/>
                    </a:lnTo>
                    <a:cubicBezTo>
                      <a:pt x="1" y="4125"/>
                      <a:pt x="1620" y="4048"/>
                      <a:pt x="3667" y="4186"/>
                    </a:cubicBezTo>
                    <a:cubicBezTo>
                      <a:pt x="6538" y="4399"/>
                      <a:pt x="10235" y="4522"/>
                      <a:pt x="11456" y="3941"/>
                    </a:cubicBezTo>
                    <a:cubicBezTo>
                      <a:pt x="12022" y="3666"/>
                      <a:pt x="12480" y="2780"/>
                      <a:pt x="12846" y="1681"/>
                    </a:cubicBezTo>
                    <a:cubicBezTo>
                      <a:pt x="12831" y="1681"/>
                      <a:pt x="12831" y="1681"/>
                      <a:pt x="12831" y="1696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61;p41">
                <a:extLst>
                  <a:ext uri="{FF2B5EF4-FFF2-40B4-BE49-F238E27FC236}">
                    <a16:creationId xmlns:a16="http://schemas.microsoft.com/office/drawing/2014/main" id="{043BEA02-940C-AF82-15A7-6DE300C27BA2}"/>
                  </a:ext>
                </a:extLst>
              </p:cNvPr>
              <p:cNvSpPr/>
              <p:nvPr/>
            </p:nvSpPr>
            <p:spPr>
              <a:xfrm flipH="1">
                <a:off x="1543638" y="2527858"/>
                <a:ext cx="217033" cy="101852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2323" extrusionOk="0">
                    <a:moveTo>
                      <a:pt x="168" y="1"/>
                    </a:moveTo>
                    <a:lnTo>
                      <a:pt x="0" y="306"/>
                    </a:lnTo>
                    <a:lnTo>
                      <a:pt x="4735" y="2322"/>
                    </a:lnTo>
                    <a:lnTo>
                      <a:pt x="4949" y="1696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62;p41">
                <a:extLst>
                  <a:ext uri="{FF2B5EF4-FFF2-40B4-BE49-F238E27FC236}">
                    <a16:creationId xmlns:a16="http://schemas.microsoft.com/office/drawing/2014/main" id="{4A95826F-1013-5B75-875C-BB2CA400487B}"/>
                  </a:ext>
                </a:extLst>
              </p:cNvPr>
              <p:cNvSpPr/>
              <p:nvPr/>
            </p:nvSpPr>
            <p:spPr>
              <a:xfrm flipH="1">
                <a:off x="1461955" y="2128035"/>
                <a:ext cx="482207" cy="481550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10983" extrusionOk="0">
                    <a:moveTo>
                      <a:pt x="7485" y="1"/>
                    </a:moveTo>
                    <a:cubicBezTo>
                      <a:pt x="7469" y="215"/>
                      <a:pt x="7164" y="2475"/>
                      <a:pt x="4842" y="2475"/>
                    </a:cubicBezTo>
                    <a:cubicBezTo>
                      <a:pt x="2414" y="2475"/>
                      <a:pt x="2811" y="62"/>
                      <a:pt x="2811" y="62"/>
                    </a:cubicBezTo>
                    <a:lnTo>
                      <a:pt x="2811" y="47"/>
                    </a:lnTo>
                    <a:cubicBezTo>
                      <a:pt x="1635" y="291"/>
                      <a:pt x="886" y="1406"/>
                      <a:pt x="611" y="1910"/>
                    </a:cubicBezTo>
                    <a:cubicBezTo>
                      <a:pt x="443" y="2216"/>
                      <a:pt x="199" y="5484"/>
                      <a:pt x="61" y="8722"/>
                    </a:cubicBezTo>
                    <a:cubicBezTo>
                      <a:pt x="31" y="9486"/>
                      <a:pt x="15" y="10265"/>
                      <a:pt x="0" y="10983"/>
                    </a:cubicBezTo>
                    <a:cubicBezTo>
                      <a:pt x="1360" y="10754"/>
                      <a:pt x="2704" y="10494"/>
                      <a:pt x="3254" y="10357"/>
                    </a:cubicBezTo>
                    <a:cubicBezTo>
                      <a:pt x="3635" y="10250"/>
                      <a:pt x="4002" y="9761"/>
                      <a:pt x="4353" y="9120"/>
                    </a:cubicBezTo>
                    <a:lnTo>
                      <a:pt x="9134" y="10800"/>
                    </a:lnTo>
                    <a:lnTo>
                      <a:pt x="9149" y="10800"/>
                    </a:lnTo>
                    <a:cubicBezTo>
                      <a:pt x="9928" y="8402"/>
                      <a:pt x="10234" y="5011"/>
                      <a:pt x="10234" y="5011"/>
                    </a:cubicBezTo>
                    <a:lnTo>
                      <a:pt x="10998" y="4904"/>
                    </a:lnTo>
                    <a:cubicBezTo>
                      <a:pt x="10891" y="4217"/>
                      <a:pt x="10830" y="3606"/>
                      <a:pt x="10769" y="3132"/>
                    </a:cubicBezTo>
                    <a:cubicBezTo>
                      <a:pt x="10524" y="734"/>
                      <a:pt x="8691" y="123"/>
                      <a:pt x="74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63;p41">
                <a:extLst>
                  <a:ext uri="{FF2B5EF4-FFF2-40B4-BE49-F238E27FC236}">
                    <a16:creationId xmlns:a16="http://schemas.microsoft.com/office/drawing/2014/main" id="{E0091B77-4542-0F3E-8138-F08039A83736}"/>
                  </a:ext>
                </a:extLst>
              </p:cNvPr>
              <p:cNvSpPr/>
              <p:nvPr/>
            </p:nvSpPr>
            <p:spPr>
              <a:xfrm flipH="1">
                <a:off x="1672235" y="2305520"/>
                <a:ext cx="83744" cy="210982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4812" extrusionOk="0">
                    <a:moveTo>
                      <a:pt x="1910" y="0"/>
                    </a:moveTo>
                    <a:lnTo>
                      <a:pt x="0" y="4629"/>
                    </a:lnTo>
                    <a:lnTo>
                      <a:pt x="504" y="4812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64;p41">
                <a:extLst>
                  <a:ext uri="{FF2B5EF4-FFF2-40B4-BE49-F238E27FC236}">
                    <a16:creationId xmlns:a16="http://schemas.microsoft.com/office/drawing/2014/main" id="{96D32249-2B02-58EA-85C5-6E2F820A60C6}"/>
                  </a:ext>
                </a:extLst>
              </p:cNvPr>
              <p:cNvSpPr/>
              <p:nvPr/>
            </p:nvSpPr>
            <p:spPr>
              <a:xfrm flipH="1">
                <a:off x="1598576" y="2128035"/>
                <a:ext cx="330197" cy="195593"/>
              </a:xfrm>
              <a:custGeom>
                <a:avLst/>
                <a:gdLst/>
                <a:ahLst/>
                <a:cxnLst/>
                <a:rect l="l" t="t" r="r" b="b"/>
                <a:pathLst>
                  <a:path w="7531" h="4461" extrusionOk="0">
                    <a:moveTo>
                      <a:pt x="2765" y="1"/>
                    </a:moveTo>
                    <a:cubicBezTo>
                      <a:pt x="1421" y="1"/>
                      <a:pt x="306" y="1009"/>
                      <a:pt x="153" y="2323"/>
                    </a:cubicBezTo>
                    <a:cubicBezTo>
                      <a:pt x="138" y="2475"/>
                      <a:pt x="123" y="2628"/>
                      <a:pt x="107" y="2750"/>
                    </a:cubicBezTo>
                    <a:cubicBezTo>
                      <a:pt x="0" y="3743"/>
                      <a:pt x="3987" y="4461"/>
                      <a:pt x="3987" y="4461"/>
                    </a:cubicBezTo>
                    <a:lnTo>
                      <a:pt x="6034" y="4339"/>
                    </a:lnTo>
                    <a:lnTo>
                      <a:pt x="7286" y="1910"/>
                    </a:lnTo>
                    <a:lnTo>
                      <a:pt x="7531" y="917"/>
                    </a:lnTo>
                    <a:lnTo>
                      <a:pt x="7134" y="1"/>
                    </a:lnTo>
                    <a:lnTo>
                      <a:pt x="6095" y="1"/>
                    </a:lnTo>
                    <a:cubicBezTo>
                      <a:pt x="6095" y="1"/>
                      <a:pt x="4613" y="1620"/>
                      <a:pt x="3666" y="1620"/>
                    </a:cubicBezTo>
                    <a:cubicBezTo>
                      <a:pt x="2704" y="1620"/>
                      <a:pt x="3223" y="1"/>
                      <a:pt x="32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65;p41">
                <a:extLst>
                  <a:ext uri="{FF2B5EF4-FFF2-40B4-BE49-F238E27FC236}">
                    <a16:creationId xmlns:a16="http://schemas.microsoft.com/office/drawing/2014/main" id="{A46C1AA3-7505-9335-38B6-6F2FD4F95AF9}"/>
                  </a:ext>
                </a:extLst>
              </p:cNvPr>
              <p:cNvSpPr/>
              <p:nvPr/>
            </p:nvSpPr>
            <p:spPr>
              <a:xfrm flipH="1">
                <a:off x="1822931" y="3851188"/>
                <a:ext cx="343569" cy="96459"/>
              </a:xfrm>
              <a:custGeom>
                <a:avLst/>
                <a:gdLst/>
                <a:ahLst/>
                <a:cxnLst/>
                <a:rect l="l" t="t" r="r" b="b"/>
                <a:pathLst>
                  <a:path w="7836" h="2200" extrusionOk="0">
                    <a:moveTo>
                      <a:pt x="7698" y="0"/>
                    </a:moveTo>
                    <a:cubicBezTo>
                      <a:pt x="7698" y="0"/>
                      <a:pt x="733" y="1222"/>
                      <a:pt x="0" y="1421"/>
                    </a:cubicBezTo>
                    <a:cubicBezTo>
                      <a:pt x="96" y="1871"/>
                      <a:pt x="374" y="2199"/>
                      <a:pt x="780" y="2199"/>
                    </a:cubicBezTo>
                    <a:cubicBezTo>
                      <a:pt x="829" y="2199"/>
                      <a:pt x="879" y="2194"/>
                      <a:pt x="932" y="2184"/>
                    </a:cubicBezTo>
                    <a:lnTo>
                      <a:pt x="7561" y="947"/>
                    </a:lnTo>
                    <a:cubicBezTo>
                      <a:pt x="7729" y="917"/>
                      <a:pt x="7836" y="764"/>
                      <a:pt x="7805" y="596"/>
                    </a:cubicBezTo>
                    <a:lnTo>
                      <a:pt x="7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66;p41">
                <a:extLst>
                  <a:ext uri="{FF2B5EF4-FFF2-40B4-BE49-F238E27FC236}">
                    <a16:creationId xmlns:a16="http://schemas.microsoft.com/office/drawing/2014/main" id="{A175EEF8-4015-10A8-09BB-BAC33D5D83AA}"/>
                  </a:ext>
                </a:extLst>
              </p:cNvPr>
              <p:cNvSpPr/>
              <p:nvPr/>
            </p:nvSpPr>
            <p:spPr>
              <a:xfrm flipH="1">
                <a:off x="1828937" y="3766348"/>
                <a:ext cx="337563" cy="147144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3356" extrusionOk="0">
                    <a:moveTo>
                      <a:pt x="6611" y="0"/>
                    </a:moveTo>
                    <a:cubicBezTo>
                      <a:pt x="6582" y="0"/>
                      <a:pt x="6551" y="9"/>
                      <a:pt x="6522" y="26"/>
                    </a:cubicBezTo>
                    <a:cubicBezTo>
                      <a:pt x="5816" y="460"/>
                      <a:pt x="5249" y="599"/>
                      <a:pt x="4813" y="599"/>
                    </a:cubicBezTo>
                    <a:cubicBezTo>
                      <a:pt x="4267" y="599"/>
                      <a:pt x="3926" y="382"/>
                      <a:pt x="3773" y="255"/>
                    </a:cubicBezTo>
                    <a:cubicBezTo>
                      <a:pt x="3742" y="232"/>
                      <a:pt x="3708" y="221"/>
                      <a:pt x="3674" y="221"/>
                    </a:cubicBezTo>
                    <a:cubicBezTo>
                      <a:pt x="3639" y="221"/>
                      <a:pt x="3605" y="232"/>
                      <a:pt x="3574" y="255"/>
                    </a:cubicBezTo>
                    <a:cubicBezTo>
                      <a:pt x="3513" y="316"/>
                      <a:pt x="3422" y="408"/>
                      <a:pt x="3299" y="500"/>
                    </a:cubicBezTo>
                    <a:cubicBezTo>
                      <a:pt x="3238" y="561"/>
                      <a:pt x="3177" y="622"/>
                      <a:pt x="3101" y="683"/>
                    </a:cubicBezTo>
                    <a:cubicBezTo>
                      <a:pt x="2994" y="774"/>
                      <a:pt x="2887" y="881"/>
                      <a:pt x="2765" y="988"/>
                    </a:cubicBezTo>
                    <a:cubicBezTo>
                      <a:pt x="2704" y="1049"/>
                      <a:pt x="2643" y="1110"/>
                      <a:pt x="2566" y="1172"/>
                    </a:cubicBezTo>
                    <a:cubicBezTo>
                      <a:pt x="2444" y="1279"/>
                      <a:pt x="2322" y="1401"/>
                      <a:pt x="2184" y="1508"/>
                    </a:cubicBezTo>
                    <a:cubicBezTo>
                      <a:pt x="2108" y="1569"/>
                      <a:pt x="2047" y="1630"/>
                      <a:pt x="1971" y="1691"/>
                    </a:cubicBezTo>
                    <a:cubicBezTo>
                      <a:pt x="1130" y="2439"/>
                      <a:pt x="245" y="3203"/>
                      <a:pt x="0" y="3356"/>
                    </a:cubicBezTo>
                    <a:cubicBezTo>
                      <a:pt x="733" y="3157"/>
                      <a:pt x="7698" y="1935"/>
                      <a:pt x="7698" y="1935"/>
                    </a:cubicBezTo>
                    <a:lnTo>
                      <a:pt x="6736" y="72"/>
                    </a:lnTo>
                    <a:cubicBezTo>
                      <a:pt x="6707" y="24"/>
                      <a:pt x="6661" y="0"/>
                      <a:pt x="66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67;p41">
                <a:extLst>
                  <a:ext uri="{FF2B5EF4-FFF2-40B4-BE49-F238E27FC236}">
                    <a16:creationId xmlns:a16="http://schemas.microsoft.com/office/drawing/2014/main" id="{2E395ACB-60B8-3CBE-FEA5-2A8B4DFC3C55}"/>
                  </a:ext>
                </a:extLst>
              </p:cNvPr>
              <p:cNvSpPr/>
              <p:nvPr/>
            </p:nvSpPr>
            <p:spPr>
              <a:xfrm flipH="1">
                <a:off x="2279664" y="3902749"/>
                <a:ext cx="344271" cy="47616"/>
              </a:xfrm>
              <a:custGeom>
                <a:avLst/>
                <a:gdLst/>
                <a:ahLst/>
                <a:cxnLst/>
                <a:rect l="l" t="t" r="r" b="b"/>
                <a:pathLst>
                  <a:path w="7852" h="1086" extrusionOk="0">
                    <a:moveTo>
                      <a:pt x="7837" y="0"/>
                    </a:moveTo>
                    <a:cubicBezTo>
                      <a:pt x="7837" y="0"/>
                      <a:pt x="765" y="92"/>
                      <a:pt x="1" y="184"/>
                    </a:cubicBezTo>
                    <a:cubicBezTo>
                      <a:pt x="16" y="679"/>
                      <a:pt x="296" y="1085"/>
                      <a:pt x="783" y="1085"/>
                    </a:cubicBezTo>
                    <a:cubicBezTo>
                      <a:pt x="792" y="1085"/>
                      <a:pt x="801" y="1085"/>
                      <a:pt x="810" y="1085"/>
                    </a:cubicBezTo>
                    <a:lnTo>
                      <a:pt x="7546" y="917"/>
                    </a:lnTo>
                    <a:cubicBezTo>
                      <a:pt x="7714" y="917"/>
                      <a:pt x="7852" y="779"/>
                      <a:pt x="7852" y="596"/>
                    </a:cubicBezTo>
                    <a:lnTo>
                      <a:pt x="7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68;p41">
                <a:extLst>
                  <a:ext uri="{FF2B5EF4-FFF2-40B4-BE49-F238E27FC236}">
                    <a16:creationId xmlns:a16="http://schemas.microsoft.com/office/drawing/2014/main" id="{E7664F43-BE47-D930-3568-4F7CA1262904}"/>
                  </a:ext>
                </a:extLst>
              </p:cNvPr>
              <p:cNvSpPr/>
              <p:nvPr/>
            </p:nvSpPr>
            <p:spPr>
              <a:xfrm flipH="1">
                <a:off x="2280979" y="3800459"/>
                <a:ext cx="342956" cy="110358"/>
              </a:xfrm>
              <a:custGeom>
                <a:avLst/>
                <a:gdLst/>
                <a:ahLst/>
                <a:cxnLst/>
                <a:rect l="l" t="t" r="r" b="b"/>
                <a:pathLst>
                  <a:path w="7822" h="2517" extrusionOk="0">
                    <a:moveTo>
                      <a:pt x="4100" y="0"/>
                    </a:moveTo>
                    <a:cubicBezTo>
                      <a:pt x="4071" y="0"/>
                      <a:pt x="4042" y="9"/>
                      <a:pt x="4018" y="27"/>
                    </a:cubicBezTo>
                    <a:cubicBezTo>
                      <a:pt x="3957" y="73"/>
                      <a:pt x="3850" y="134"/>
                      <a:pt x="3712" y="226"/>
                    </a:cubicBezTo>
                    <a:cubicBezTo>
                      <a:pt x="3651" y="271"/>
                      <a:pt x="3575" y="317"/>
                      <a:pt x="3483" y="378"/>
                    </a:cubicBezTo>
                    <a:cubicBezTo>
                      <a:pt x="3376" y="455"/>
                      <a:pt x="3239" y="531"/>
                      <a:pt x="3102" y="623"/>
                    </a:cubicBezTo>
                    <a:cubicBezTo>
                      <a:pt x="3040" y="669"/>
                      <a:pt x="2964" y="714"/>
                      <a:pt x="2888" y="760"/>
                    </a:cubicBezTo>
                    <a:cubicBezTo>
                      <a:pt x="2750" y="852"/>
                      <a:pt x="2597" y="943"/>
                      <a:pt x="2445" y="1035"/>
                    </a:cubicBezTo>
                    <a:cubicBezTo>
                      <a:pt x="2368" y="1096"/>
                      <a:pt x="2292" y="1142"/>
                      <a:pt x="2216" y="1188"/>
                    </a:cubicBezTo>
                    <a:cubicBezTo>
                      <a:pt x="1269" y="1784"/>
                      <a:pt x="261" y="2410"/>
                      <a:pt x="1" y="2517"/>
                    </a:cubicBezTo>
                    <a:cubicBezTo>
                      <a:pt x="749" y="2425"/>
                      <a:pt x="7821" y="2333"/>
                      <a:pt x="7821" y="2333"/>
                    </a:cubicBezTo>
                    <a:lnTo>
                      <a:pt x="7164" y="348"/>
                    </a:lnTo>
                    <a:cubicBezTo>
                      <a:pt x="7152" y="288"/>
                      <a:pt x="7084" y="247"/>
                      <a:pt x="7018" y="247"/>
                    </a:cubicBezTo>
                    <a:cubicBezTo>
                      <a:pt x="7000" y="247"/>
                      <a:pt x="6982" y="250"/>
                      <a:pt x="6966" y="256"/>
                    </a:cubicBezTo>
                    <a:cubicBezTo>
                      <a:pt x="6392" y="495"/>
                      <a:pt x="5922" y="581"/>
                      <a:pt x="5541" y="581"/>
                    </a:cubicBezTo>
                    <a:cubicBezTo>
                      <a:pt x="4775" y="581"/>
                      <a:pt x="4370" y="231"/>
                      <a:pt x="4217" y="58"/>
                    </a:cubicBezTo>
                    <a:cubicBezTo>
                      <a:pt x="4189" y="21"/>
                      <a:pt x="4144" y="0"/>
                      <a:pt x="41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69;p41">
                <a:extLst>
                  <a:ext uri="{FF2B5EF4-FFF2-40B4-BE49-F238E27FC236}">
                    <a16:creationId xmlns:a16="http://schemas.microsoft.com/office/drawing/2014/main" id="{F4A9E270-F9EC-4B71-9649-85A0AC556E1A}"/>
                  </a:ext>
                </a:extLst>
              </p:cNvPr>
              <p:cNvSpPr/>
              <p:nvPr/>
            </p:nvSpPr>
            <p:spPr>
              <a:xfrm flipH="1">
                <a:off x="2384804" y="2288113"/>
                <a:ext cx="606771" cy="420605"/>
              </a:xfrm>
              <a:custGeom>
                <a:avLst/>
                <a:gdLst/>
                <a:ahLst/>
                <a:cxnLst/>
                <a:rect l="l" t="t" r="r" b="b"/>
                <a:pathLst>
                  <a:path w="13839" h="9593" extrusionOk="0">
                    <a:moveTo>
                      <a:pt x="0" y="0"/>
                    </a:moveTo>
                    <a:lnTo>
                      <a:pt x="3605" y="9593"/>
                    </a:lnTo>
                    <a:lnTo>
                      <a:pt x="13839" y="9593"/>
                    </a:lnTo>
                    <a:lnTo>
                      <a:pt x="102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70;p41">
                <a:extLst>
                  <a:ext uri="{FF2B5EF4-FFF2-40B4-BE49-F238E27FC236}">
                    <a16:creationId xmlns:a16="http://schemas.microsoft.com/office/drawing/2014/main" id="{444C2D08-9802-AC62-DA80-5C1BDA0E6BCF}"/>
                  </a:ext>
                </a:extLst>
              </p:cNvPr>
              <p:cNvSpPr/>
              <p:nvPr/>
            </p:nvSpPr>
            <p:spPr>
              <a:xfrm flipH="1">
                <a:off x="2356656" y="2288113"/>
                <a:ext cx="185552" cy="420605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9593" extrusionOk="0">
                    <a:moveTo>
                      <a:pt x="0" y="0"/>
                    </a:moveTo>
                    <a:lnTo>
                      <a:pt x="3590" y="9593"/>
                    </a:lnTo>
                    <a:lnTo>
                      <a:pt x="4231" y="9593"/>
                    </a:lnTo>
                    <a:lnTo>
                      <a:pt x="3895" y="8707"/>
                    </a:lnTo>
                    <a:lnTo>
                      <a:pt x="565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71;p41">
                <a:extLst>
                  <a:ext uri="{FF2B5EF4-FFF2-40B4-BE49-F238E27FC236}">
                    <a16:creationId xmlns:a16="http://schemas.microsoft.com/office/drawing/2014/main" id="{EDD67638-07F1-E493-EBFF-61B8CC24269B}"/>
                  </a:ext>
                </a:extLst>
              </p:cNvPr>
              <p:cNvSpPr/>
              <p:nvPr/>
            </p:nvSpPr>
            <p:spPr>
              <a:xfrm flipH="1">
                <a:off x="2068682" y="2682543"/>
                <a:ext cx="303451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6921" h="597" extrusionOk="0">
                    <a:moveTo>
                      <a:pt x="1" y="1"/>
                    </a:moveTo>
                    <a:lnTo>
                      <a:pt x="154" y="597"/>
                    </a:lnTo>
                    <a:lnTo>
                      <a:pt x="6920" y="597"/>
                    </a:lnTo>
                    <a:lnTo>
                      <a:pt x="69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72;p41">
                <a:extLst>
                  <a:ext uri="{FF2B5EF4-FFF2-40B4-BE49-F238E27FC236}">
                    <a16:creationId xmlns:a16="http://schemas.microsoft.com/office/drawing/2014/main" id="{3791AACA-8F37-0726-A35F-FAE90278F88F}"/>
                  </a:ext>
                </a:extLst>
              </p:cNvPr>
              <p:cNvSpPr/>
              <p:nvPr/>
            </p:nvSpPr>
            <p:spPr>
              <a:xfrm flipH="1">
                <a:off x="1100979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34" y="26776"/>
                    </a:lnTo>
                    <a:lnTo>
                      <a:pt x="16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73;p41">
                <a:extLst>
                  <a:ext uri="{FF2B5EF4-FFF2-40B4-BE49-F238E27FC236}">
                    <a16:creationId xmlns:a16="http://schemas.microsoft.com/office/drawing/2014/main" id="{EB5DBB6D-2034-E472-C0B1-43778CC39D2D}"/>
                  </a:ext>
                </a:extLst>
              </p:cNvPr>
              <p:cNvSpPr/>
              <p:nvPr/>
            </p:nvSpPr>
            <p:spPr>
              <a:xfrm flipH="1">
                <a:off x="1489402" y="2789043"/>
                <a:ext cx="71029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19" y="26776"/>
                    </a:lnTo>
                    <a:lnTo>
                      <a:pt x="16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74;p41">
                <a:extLst>
                  <a:ext uri="{FF2B5EF4-FFF2-40B4-BE49-F238E27FC236}">
                    <a16:creationId xmlns:a16="http://schemas.microsoft.com/office/drawing/2014/main" id="{1323D544-8CD1-8E73-11C9-E52FC8F07D83}"/>
                  </a:ext>
                </a:extLst>
              </p:cNvPr>
              <p:cNvSpPr/>
              <p:nvPr/>
            </p:nvSpPr>
            <p:spPr>
              <a:xfrm flipH="1">
                <a:off x="2731706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0" y="0"/>
                    </a:moveTo>
                    <a:lnTo>
                      <a:pt x="0" y="26776"/>
                    </a:lnTo>
                    <a:lnTo>
                      <a:pt x="1635" y="2677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75;p41">
                <a:extLst>
                  <a:ext uri="{FF2B5EF4-FFF2-40B4-BE49-F238E27FC236}">
                    <a16:creationId xmlns:a16="http://schemas.microsoft.com/office/drawing/2014/main" id="{7FA76B96-B80F-223A-6348-20B1342292C4}"/>
                  </a:ext>
                </a:extLst>
              </p:cNvPr>
              <p:cNvSpPr/>
              <p:nvPr/>
            </p:nvSpPr>
            <p:spPr>
              <a:xfrm flipH="1">
                <a:off x="3119471" y="2789043"/>
                <a:ext cx="71687" cy="11740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6777" extrusionOk="0">
                    <a:moveTo>
                      <a:pt x="1" y="0"/>
                    </a:moveTo>
                    <a:lnTo>
                      <a:pt x="1" y="26776"/>
                    </a:lnTo>
                    <a:lnTo>
                      <a:pt x="1635" y="2677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76;p41">
                <a:extLst>
                  <a:ext uri="{FF2B5EF4-FFF2-40B4-BE49-F238E27FC236}">
                    <a16:creationId xmlns:a16="http://schemas.microsoft.com/office/drawing/2014/main" id="{406FEE05-54C9-B475-72F0-DA390ADF7AF0}"/>
                  </a:ext>
                </a:extLst>
              </p:cNvPr>
              <p:cNvSpPr/>
              <p:nvPr/>
            </p:nvSpPr>
            <p:spPr>
              <a:xfrm flipH="1">
                <a:off x="995181" y="2708675"/>
                <a:ext cx="2299100" cy="85103"/>
              </a:xfrm>
              <a:custGeom>
                <a:avLst/>
                <a:gdLst/>
                <a:ahLst/>
                <a:cxnLst/>
                <a:rect l="l" t="t" r="r" b="b"/>
                <a:pathLst>
                  <a:path w="52437" h="1941" extrusionOk="0">
                    <a:moveTo>
                      <a:pt x="795" y="1"/>
                    </a:moveTo>
                    <a:cubicBezTo>
                      <a:pt x="352" y="1"/>
                      <a:pt x="0" y="367"/>
                      <a:pt x="0" y="795"/>
                    </a:cubicBezTo>
                    <a:lnTo>
                      <a:pt x="0" y="1146"/>
                    </a:lnTo>
                    <a:cubicBezTo>
                      <a:pt x="0" y="1589"/>
                      <a:pt x="352" y="1940"/>
                      <a:pt x="795" y="1940"/>
                    </a:cubicBezTo>
                    <a:lnTo>
                      <a:pt x="51642" y="1940"/>
                    </a:lnTo>
                    <a:cubicBezTo>
                      <a:pt x="52085" y="1940"/>
                      <a:pt x="52437" y="1589"/>
                      <a:pt x="52437" y="1146"/>
                    </a:cubicBezTo>
                    <a:lnTo>
                      <a:pt x="52437" y="795"/>
                    </a:lnTo>
                    <a:cubicBezTo>
                      <a:pt x="52437" y="367"/>
                      <a:pt x="52085" y="1"/>
                      <a:pt x="516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77;p41">
                <a:extLst>
                  <a:ext uri="{FF2B5EF4-FFF2-40B4-BE49-F238E27FC236}">
                    <a16:creationId xmlns:a16="http://schemas.microsoft.com/office/drawing/2014/main" id="{42F62268-2289-8F99-923F-435F45BDC329}"/>
                  </a:ext>
                </a:extLst>
              </p:cNvPr>
              <p:cNvSpPr/>
              <p:nvPr/>
            </p:nvSpPr>
            <p:spPr>
              <a:xfrm flipH="1">
                <a:off x="2819440" y="2332309"/>
                <a:ext cx="97117" cy="20783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474" extrusionOk="0">
                    <a:moveTo>
                      <a:pt x="0" y="0"/>
                    </a:moveTo>
                    <a:lnTo>
                      <a:pt x="168" y="474"/>
                    </a:lnTo>
                    <a:lnTo>
                      <a:pt x="2215" y="474"/>
                    </a:lnTo>
                    <a:lnTo>
                      <a:pt x="20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78;p41">
                <a:extLst>
                  <a:ext uri="{FF2B5EF4-FFF2-40B4-BE49-F238E27FC236}">
                    <a16:creationId xmlns:a16="http://schemas.microsoft.com/office/drawing/2014/main" id="{1BED432F-139E-7160-E3AD-EF4CC5A4B88C}"/>
                  </a:ext>
                </a:extLst>
              </p:cNvPr>
              <p:cNvSpPr/>
              <p:nvPr/>
            </p:nvSpPr>
            <p:spPr>
              <a:xfrm flipH="1">
                <a:off x="1941444" y="2432100"/>
                <a:ext cx="90452" cy="105842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414" extrusionOk="0">
                    <a:moveTo>
                      <a:pt x="153" y="0"/>
                    </a:moveTo>
                    <a:lnTo>
                      <a:pt x="0" y="275"/>
                    </a:lnTo>
                    <a:lnTo>
                      <a:pt x="2062" y="2414"/>
                    </a:lnTo>
                    <a:lnTo>
                      <a:pt x="2062" y="1787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79;p41">
                <a:extLst>
                  <a:ext uri="{FF2B5EF4-FFF2-40B4-BE49-F238E27FC236}">
                    <a16:creationId xmlns:a16="http://schemas.microsoft.com/office/drawing/2014/main" id="{42A50667-244D-6280-7970-DB5F25E40798}"/>
                  </a:ext>
                </a:extLst>
              </p:cNvPr>
              <p:cNvSpPr/>
              <p:nvPr/>
            </p:nvSpPr>
            <p:spPr>
              <a:xfrm flipH="1">
                <a:off x="713214" y="3014055"/>
                <a:ext cx="226416" cy="533813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12175" extrusionOk="0">
                    <a:moveTo>
                      <a:pt x="4308" y="7332"/>
                    </a:moveTo>
                    <a:cubicBezTo>
                      <a:pt x="3987" y="8921"/>
                      <a:pt x="4079" y="11639"/>
                      <a:pt x="1986" y="12067"/>
                    </a:cubicBezTo>
                    <a:cubicBezTo>
                      <a:pt x="1406" y="12174"/>
                      <a:pt x="871" y="11792"/>
                      <a:pt x="535" y="11334"/>
                    </a:cubicBezTo>
                    <a:cubicBezTo>
                      <a:pt x="107" y="10754"/>
                      <a:pt x="1" y="9501"/>
                      <a:pt x="16" y="8783"/>
                    </a:cubicBezTo>
                    <a:cubicBezTo>
                      <a:pt x="16" y="8218"/>
                      <a:pt x="214" y="7592"/>
                      <a:pt x="275" y="7027"/>
                    </a:cubicBezTo>
                    <a:cubicBezTo>
                      <a:pt x="337" y="6416"/>
                      <a:pt x="398" y="5789"/>
                      <a:pt x="459" y="5179"/>
                    </a:cubicBezTo>
                    <a:cubicBezTo>
                      <a:pt x="718" y="2964"/>
                      <a:pt x="1879" y="1100"/>
                      <a:pt x="3834" y="1"/>
                    </a:cubicBezTo>
                    <a:cubicBezTo>
                      <a:pt x="3987" y="718"/>
                      <a:pt x="4338" y="1345"/>
                      <a:pt x="4644" y="2032"/>
                    </a:cubicBezTo>
                    <a:cubicBezTo>
                      <a:pt x="4781" y="2353"/>
                      <a:pt x="4904" y="2689"/>
                      <a:pt x="4995" y="3025"/>
                    </a:cubicBezTo>
                    <a:cubicBezTo>
                      <a:pt x="5163" y="3621"/>
                      <a:pt x="4965" y="4216"/>
                      <a:pt x="4812" y="4781"/>
                    </a:cubicBezTo>
                    <a:cubicBezTo>
                      <a:pt x="4598" y="5621"/>
                      <a:pt x="4491" y="6492"/>
                      <a:pt x="4308" y="733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80;p41">
                <a:extLst>
                  <a:ext uri="{FF2B5EF4-FFF2-40B4-BE49-F238E27FC236}">
                    <a16:creationId xmlns:a16="http://schemas.microsoft.com/office/drawing/2014/main" id="{DA1F5E5F-4BDA-E646-836F-B1C3F3D67162}"/>
                  </a:ext>
                </a:extLst>
              </p:cNvPr>
              <p:cNvSpPr/>
              <p:nvPr/>
            </p:nvSpPr>
            <p:spPr>
              <a:xfrm flipH="1">
                <a:off x="736846" y="3048561"/>
                <a:ext cx="186034" cy="567968"/>
              </a:xfrm>
              <a:custGeom>
                <a:avLst/>
                <a:gdLst/>
                <a:ahLst/>
                <a:cxnLst/>
                <a:rect l="l" t="t" r="r" b="b"/>
                <a:pathLst>
                  <a:path w="4243" h="12954" extrusionOk="0">
                    <a:moveTo>
                      <a:pt x="3746" y="1299"/>
                    </a:moveTo>
                    <a:cubicBezTo>
                      <a:pt x="3744" y="1299"/>
                      <a:pt x="3743" y="1301"/>
                      <a:pt x="3743" y="1306"/>
                    </a:cubicBezTo>
                    <a:cubicBezTo>
                      <a:pt x="3753" y="1306"/>
                      <a:pt x="3749" y="1299"/>
                      <a:pt x="3746" y="1299"/>
                    </a:cubicBezTo>
                    <a:close/>
                    <a:moveTo>
                      <a:pt x="3168" y="0"/>
                    </a:moveTo>
                    <a:cubicBezTo>
                      <a:pt x="3154" y="0"/>
                      <a:pt x="3139" y="8"/>
                      <a:pt x="3132" y="23"/>
                    </a:cubicBezTo>
                    <a:cubicBezTo>
                      <a:pt x="3101" y="390"/>
                      <a:pt x="3055" y="741"/>
                      <a:pt x="2994" y="1108"/>
                    </a:cubicBezTo>
                    <a:cubicBezTo>
                      <a:pt x="2811" y="878"/>
                      <a:pt x="2628" y="649"/>
                      <a:pt x="2521" y="390"/>
                    </a:cubicBezTo>
                    <a:cubicBezTo>
                      <a:pt x="2521" y="382"/>
                      <a:pt x="2513" y="378"/>
                      <a:pt x="2505" y="378"/>
                    </a:cubicBezTo>
                    <a:cubicBezTo>
                      <a:pt x="2498" y="378"/>
                      <a:pt x="2490" y="382"/>
                      <a:pt x="2490" y="390"/>
                    </a:cubicBezTo>
                    <a:cubicBezTo>
                      <a:pt x="2551" y="558"/>
                      <a:pt x="2643" y="695"/>
                      <a:pt x="2719" y="833"/>
                    </a:cubicBezTo>
                    <a:cubicBezTo>
                      <a:pt x="2796" y="955"/>
                      <a:pt x="2872" y="1108"/>
                      <a:pt x="2964" y="1230"/>
                    </a:cubicBezTo>
                    <a:cubicBezTo>
                      <a:pt x="2933" y="1413"/>
                      <a:pt x="2887" y="1612"/>
                      <a:pt x="2857" y="1795"/>
                    </a:cubicBezTo>
                    <a:cubicBezTo>
                      <a:pt x="2643" y="1764"/>
                      <a:pt x="2460" y="1719"/>
                      <a:pt x="2276" y="1566"/>
                    </a:cubicBezTo>
                    <a:cubicBezTo>
                      <a:pt x="2062" y="1383"/>
                      <a:pt x="1955" y="1138"/>
                      <a:pt x="1925" y="848"/>
                    </a:cubicBezTo>
                    <a:cubicBezTo>
                      <a:pt x="1925" y="833"/>
                      <a:pt x="1910" y="825"/>
                      <a:pt x="1896" y="825"/>
                    </a:cubicBezTo>
                    <a:cubicBezTo>
                      <a:pt x="1883" y="825"/>
                      <a:pt x="1871" y="833"/>
                      <a:pt x="1879" y="848"/>
                    </a:cubicBezTo>
                    <a:cubicBezTo>
                      <a:pt x="1894" y="1108"/>
                      <a:pt x="2001" y="1352"/>
                      <a:pt x="2185" y="1551"/>
                    </a:cubicBezTo>
                    <a:cubicBezTo>
                      <a:pt x="2368" y="1749"/>
                      <a:pt x="2582" y="1825"/>
                      <a:pt x="2841" y="1871"/>
                    </a:cubicBezTo>
                    <a:cubicBezTo>
                      <a:pt x="2796" y="2085"/>
                      <a:pt x="2750" y="2314"/>
                      <a:pt x="2704" y="2528"/>
                    </a:cubicBezTo>
                    <a:cubicBezTo>
                      <a:pt x="2505" y="2406"/>
                      <a:pt x="2337" y="2268"/>
                      <a:pt x="2154" y="2131"/>
                    </a:cubicBezTo>
                    <a:cubicBezTo>
                      <a:pt x="1879" y="1902"/>
                      <a:pt x="1726" y="1642"/>
                      <a:pt x="1482" y="1398"/>
                    </a:cubicBezTo>
                    <a:cubicBezTo>
                      <a:pt x="1473" y="1389"/>
                      <a:pt x="1464" y="1385"/>
                      <a:pt x="1456" y="1385"/>
                    </a:cubicBezTo>
                    <a:cubicBezTo>
                      <a:pt x="1437" y="1385"/>
                      <a:pt x="1425" y="1407"/>
                      <a:pt x="1436" y="1428"/>
                    </a:cubicBezTo>
                    <a:cubicBezTo>
                      <a:pt x="1665" y="1673"/>
                      <a:pt x="1818" y="1932"/>
                      <a:pt x="2078" y="2146"/>
                    </a:cubicBezTo>
                    <a:cubicBezTo>
                      <a:pt x="2261" y="2299"/>
                      <a:pt x="2460" y="2498"/>
                      <a:pt x="2673" y="2604"/>
                    </a:cubicBezTo>
                    <a:cubicBezTo>
                      <a:pt x="2673" y="2620"/>
                      <a:pt x="2673" y="2635"/>
                      <a:pt x="2673" y="2635"/>
                    </a:cubicBezTo>
                    <a:cubicBezTo>
                      <a:pt x="2673" y="2635"/>
                      <a:pt x="2673" y="2635"/>
                      <a:pt x="2658" y="2650"/>
                    </a:cubicBezTo>
                    <a:cubicBezTo>
                      <a:pt x="2643" y="2666"/>
                      <a:pt x="2643" y="2681"/>
                      <a:pt x="2658" y="2696"/>
                    </a:cubicBezTo>
                    <a:lnTo>
                      <a:pt x="2521" y="3322"/>
                    </a:lnTo>
                    <a:cubicBezTo>
                      <a:pt x="2521" y="3338"/>
                      <a:pt x="2521" y="3353"/>
                      <a:pt x="2521" y="3368"/>
                    </a:cubicBezTo>
                    <a:cubicBezTo>
                      <a:pt x="2032" y="3139"/>
                      <a:pt x="1299" y="2757"/>
                      <a:pt x="1222" y="2177"/>
                    </a:cubicBezTo>
                    <a:cubicBezTo>
                      <a:pt x="1222" y="2159"/>
                      <a:pt x="1210" y="2150"/>
                      <a:pt x="1197" y="2150"/>
                    </a:cubicBezTo>
                    <a:cubicBezTo>
                      <a:pt x="1176" y="2150"/>
                      <a:pt x="1152" y="2170"/>
                      <a:pt x="1161" y="2207"/>
                    </a:cubicBezTo>
                    <a:cubicBezTo>
                      <a:pt x="1299" y="2849"/>
                      <a:pt x="2001" y="3124"/>
                      <a:pt x="2490" y="3475"/>
                    </a:cubicBezTo>
                    <a:cubicBezTo>
                      <a:pt x="2444" y="3719"/>
                      <a:pt x="2398" y="3949"/>
                      <a:pt x="2353" y="4193"/>
                    </a:cubicBezTo>
                    <a:cubicBezTo>
                      <a:pt x="2047" y="4086"/>
                      <a:pt x="1742" y="3949"/>
                      <a:pt x="1482" y="3735"/>
                    </a:cubicBezTo>
                    <a:cubicBezTo>
                      <a:pt x="1238" y="3551"/>
                      <a:pt x="902" y="3322"/>
                      <a:pt x="779" y="3017"/>
                    </a:cubicBezTo>
                    <a:cubicBezTo>
                      <a:pt x="779" y="3017"/>
                      <a:pt x="764" y="3017"/>
                      <a:pt x="779" y="3032"/>
                    </a:cubicBezTo>
                    <a:cubicBezTo>
                      <a:pt x="871" y="3322"/>
                      <a:pt x="1176" y="3521"/>
                      <a:pt x="1406" y="3719"/>
                    </a:cubicBezTo>
                    <a:cubicBezTo>
                      <a:pt x="1681" y="3979"/>
                      <a:pt x="1971" y="4193"/>
                      <a:pt x="2337" y="4300"/>
                    </a:cubicBezTo>
                    <a:cubicBezTo>
                      <a:pt x="2337" y="4315"/>
                      <a:pt x="2337" y="4315"/>
                      <a:pt x="2337" y="4330"/>
                    </a:cubicBezTo>
                    <a:cubicBezTo>
                      <a:pt x="2307" y="4483"/>
                      <a:pt x="2291" y="4636"/>
                      <a:pt x="2261" y="4789"/>
                    </a:cubicBezTo>
                    <a:cubicBezTo>
                      <a:pt x="1665" y="4743"/>
                      <a:pt x="840" y="4285"/>
                      <a:pt x="535" y="3842"/>
                    </a:cubicBezTo>
                    <a:lnTo>
                      <a:pt x="535" y="3842"/>
                    </a:lnTo>
                    <a:cubicBezTo>
                      <a:pt x="734" y="4193"/>
                      <a:pt x="1054" y="4392"/>
                      <a:pt x="1406" y="4560"/>
                    </a:cubicBezTo>
                    <a:cubicBezTo>
                      <a:pt x="1665" y="4697"/>
                      <a:pt x="1955" y="4850"/>
                      <a:pt x="2246" y="4865"/>
                    </a:cubicBezTo>
                    <a:cubicBezTo>
                      <a:pt x="2215" y="5140"/>
                      <a:pt x="2169" y="5430"/>
                      <a:pt x="2123" y="5705"/>
                    </a:cubicBezTo>
                    <a:cubicBezTo>
                      <a:pt x="1864" y="5613"/>
                      <a:pt x="1589" y="5568"/>
                      <a:pt x="1344" y="5461"/>
                    </a:cubicBezTo>
                    <a:cubicBezTo>
                      <a:pt x="963" y="5308"/>
                      <a:pt x="672" y="5048"/>
                      <a:pt x="443" y="4712"/>
                    </a:cubicBezTo>
                    <a:cubicBezTo>
                      <a:pt x="437" y="4701"/>
                      <a:pt x="429" y="4696"/>
                      <a:pt x="423" y="4696"/>
                    </a:cubicBezTo>
                    <a:cubicBezTo>
                      <a:pt x="411" y="4696"/>
                      <a:pt x="403" y="4709"/>
                      <a:pt x="413" y="4728"/>
                    </a:cubicBezTo>
                    <a:cubicBezTo>
                      <a:pt x="825" y="5369"/>
                      <a:pt x="1421" y="5568"/>
                      <a:pt x="2108" y="5812"/>
                    </a:cubicBezTo>
                    <a:cubicBezTo>
                      <a:pt x="2078" y="6041"/>
                      <a:pt x="2032" y="6270"/>
                      <a:pt x="2001" y="6499"/>
                    </a:cubicBezTo>
                    <a:cubicBezTo>
                      <a:pt x="1436" y="6392"/>
                      <a:pt x="703" y="6056"/>
                      <a:pt x="413" y="5552"/>
                    </a:cubicBezTo>
                    <a:cubicBezTo>
                      <a:pt x="408" y="5543"/>
                      <a:pt x="400" y="5540"/>
                      <a:pt x="391" y="5540"/>
                    </a:cubicBezTo>
                    <a:cubicBezTo>
                      <a:pt x="368" y="5540"/>
                      <a:pt x="341" y="5561"/>
                      <a:pt x="352" y="5583"/>
                    </a:cubicBezTo>
                    <a:cubicBezTo>
                      <a:pt x="535" y="5904"/>
                      <a:pt x="856" y="6102"/>
                      <a:pt x="1161" y="6270"/>
                    </a:cubicBezTo>
                    <a:cubicBezTo>
                      <a:pt x="1390" y="6377"/>
                      <a:pt x="1711" y="6576"/>
                      <a:pt x="1986" y="6591"/>
                    </a:cubicBezTo>
                    <a:cubicBezTo>
                      <a:pt x="1986" y="6606"/>
                      <a:pt x="1986" y="6606"/>
                      <a:pt x="1986" y="6622"/>
                    </a:cubicBezTo>
                    <a:cubicBezTo>
                      <a:pt x="1925" y="6942"/>
                      <a:pt x="1864" y="7278"/>
                      <a:pt x="1787" y="7599"/>
                    </a:cubicBezTo>
                    <a:cubicBezTo>
                      <a:pt x="1161" y="7446"/>
                      <a:pt x="749" y="6973"/>
                      <a:pt x="291" y="6530"/>
                    </a:cubicBezTo>
                    <a:cubicBezTo>
                      <a:pt x="280" y="6523"/>
                      <a:pt x="270" y="6520"/>
                      <a:pt x="260" y="6520"/>
                    </a:cubicBezTo>
                    <a:cubicBezTo>
                      <a:pt x="228" y="6520"/>
                      <a:pt x="206" y="6556"/>
                      <a:pt x="229" y="6591"/>
                    </a:cubicBezTo>
                    <a:cubicBezTo>
                      <a:pt x="703" y="7049"/>
                      <a:pt x="1115" y="7538"/>
                      <a:pt x="1772" y="7706"/>
                    </a:cubicBezTo>
                    <a:cubicBezTo>
                      <a:pt x="1711" y="7966"/>
                      <a:pt x="1650" y="8241"/>
                      <a:pt x="1589" y="8500"/>
                    </a:cubicBezTo>
                    <a:cubicBezTo>
                      <a:pt x="1039" y="8348"/>
                      <a:pt x="504" y="7966"/>
                      <a:pt x="153" y="7523"/>
                    </a:cubicBezTo>
                    <a:cubicBezTo>
                      <a:pt x="150" y="7516"/>
                      <a:pt x="144" y="7513"/>
                      <a:pt x="139" y="7513"/>
                    </a:cubicBezTo>
                    <a:cubicBezTo>
                      <a:pt x="121" y="7513"/>
                      <a:pt x="99" y="7545"/>
                      <a:pt x="123" y="7569"/>
                    </a:cubicBezTo>
                    <a:cubicBezTo>
                      <a:pt x="474" y="8042"/>
                      <a:pt x="1008" y="8409"/>
                      <a:pt x="1558" y="8607"/>
                    </a:cubicBezTo>
                    <a:cubicBezTo>
                      <a:pt x="1482" y="8882"/>
                      <a:pt x="1421" y="9172"/>
                      <a:pt x="1344" y="9463"/>
                    </a:cubicBezTo>
                    <a:cubicBezTo>
                      <a:pt x="795" y="9371"/>
                      <a:pt x="367" y="9035"/>
                      <a:pt x="16" y="8592"/>
                    </a:cubicBezTo>
                    <a:cubicBezTo>
                      <a:pt x="16" y="8587"/>
                      <a:pt x="14" y="8586"/>
                      <a:pt x="12" y="8586"/>
                    </a:cubicBezTo>
                    <a:cubicBezTo>
                      <a:pt x="8" y="8586"/>
                      <a:pt x="0" y="8596"/>
                      <a:pt x="0" y="8607"/>
                    </a:cubicBezTo>
                    <a:cubicBezTo>
                      <a:pt x="306" y="9020"/>
                      <a:pt x="764" y="9508"/>
                      <a:pt x="1314" y="9569"/>
                    </a:cubicBezTo>
                    <a:cubicBezTo>
                      <a:pt x="1299" y="9661"/>
                      <a:pt x="1268" y="9753"/>
                      <a:pt x="1238" y="9829"/>
                    </a:cubicBezTo>
                    <a:cubicBezTo>
                      <a:pt x="1238" y="9890"/>
                      <a:pt x="1222" y="9951"/>
                      <a:pt x="1207" y="9997"/>
                    </a:cubicBezTo>
                    <a:cubicBezTo>
                      <a:pt x="779" y="9875"/>
                      <a:pt x="397" y="9722"/>
                      <a:pt x="46" y="9447"/>
                    </a:cubicBezTo>
                    <a:cubicBezTo>
                      <a:pt x="46" y="9443"/>
                      <a:pt x="45" y="9441"/>
                      <a:pt x="43" y="9441"/>
                    </a:cubicBezTo>
                    <a:cubicBezTo>
                      <a:pt x="39" y="9441"/>
                      <a:pt x="31" y="9452"/>
                      <a:pt x="31" y="9463"/>
                    </a:cubicBezTo>
                    <a:cubicBezTo>
                      <a:pt x="367" y="9753"/>
                      <a:pt x="764" y="9951"/>
                      <a:pt x="1176" y="10089"/>
                    </a:cubicBezTo>
                    <a:cubicBezTo>
                      <a:pt x="1131" y="10257"/>
                      <a:pt x="1085" y="10440"/>
                      <a:pt x="1039" y="10608"/>
                    </a:cubicBezTo>
                    <a:cubicBezTo>
                      <a:pt x="932" y="10562"/>
                      <a:pt x="825" y="10516"/>
                      <a:pt x="718" y="10471"/>
                    </a:cubicBezTo>
                    <a:cubicBezTo>
                      <a:pt x="504" y="10410"/>
                      <a:pt x="367" y="10272"/>
                      <a:pt x="199" y="10165"/>
                    </a:cubicBezTo>
                    <a:cubicBezTo>
                      <a:pt x="168" y="10165"/>
                      <a:pt x="153" y="10180"/>
                      <a:pt x="168" y="10196"/>
                    </a:cubicBezTo>
                    <a:cubicBezTo>
                      <a:pt x="336" y="10303"/>
                      <a:pt x="443" y="10425"/>
                      <a:pt x="627" y="10501"/>
                    </a:cubicBezTo>
                    <a:cubicBezTo>
                      <a:pt x="764" y="10547"/>
                      <a:pt x="886" y="10608"/>
                      <a:pt x="1024" y="10669"/>
                    </a:cubicBezTo>
                    <a:cubicBezTo>
                      <a:pt x="825" y="11387"/>
                      <a:pt x="657" y="12136"/>
                      <a:pt x="749" y="12823"/>
                    </a:cubicBezTo>
                    <a:cubicBezTo>
                      <a:pt x="757" y="12907"/>
                      <a:pt x="839" y="12954"/>
                      <a:pt x="919" y="12954"/>
                    </a:cubicBezTo>
                    <a:cubicBezTo>
                      <a:pt x="985" y="12954"/>
                      <a:pt x="1049" y="12922"/>
                      <a:pt x="1070" y="12853"/>
                    </a:cubicBezTo>
                    <a:cubicBezTo>
                      <a:pt x="1192" y="12365"/>
                      <a:pt x="1192" y="11830"/>
                      <a:pt x="1238" y="11326"/>
                    </a:cubicBezTo>
                    <a:cubicBezTo>
                      <a:pt x="1253" y="11189"/>
                      <a:pt x="1268" y="11066"/>
                      <a:pt x="1283" y="10929"/>
                    </a:cubicBezTo>
                    <a:cubicBezTo>
                      <a:pt x="1543" y="10929"/>
                      <a:pt x="1803" y="10791"/>
                      <a:pt x="2017" y="10684"/>
                    </a:cubicBezTo>
                    <a:cubicBezTo>
                      <a:pt x="2383" y="10486"/>
                      <a:pt x="2673" y="10211"/>
                      <a:pt x="2964" y="9921"/>
                    </a:cubicBezTo>
                    <a:cubicBezTo>
                      <a:pt x="2979" y="9905"/>
                      <a:pt x="2948" y="9890"/>
                      <a:pt x="2933" y="9890"/>
                    </a:cubicBezTo>
                    <a:cubicBezTo>
                      <a:pt x="2643" y="10135"/>
                      <a:pt x="2353" y="10364"/>
                      <a:pt x="2017" y="10532"/>
                    </a:cubicBezTo>
                    <a:cubicBezTo>
                      <a:pt x="1818" y="10623"/>
                      <a:pt x="1543" y="10761"/>
                      <a:pt x="1314" y="10791"/>
                    </a:cubicBezTo>
                    <a:cubicBezTo>
                      <a:pt x="1329" y="10639"/>
                      <a:pt x="1360" y="10471"/>
                      <a:pt x="1375" y="10318"/>
                    </a:cubicBezTo>
                    <a:cubicBezTo>
                      <a:pt x="1650" y="10287"/>
                      <a:pt x="1879" y="10104"/>
                      <a:pt x="2108" y="9982"/>
                    </a:cubicBezTo>
                    <a:cubicBezTo>
                      <a:pt x="2475" y="9753"/>
                      <a:pt x="2811" y="9463"/>
                      <a:pt x="3147" y="9188"/>
                    </a:cubicBezTo>
                    <a:cubicBezTo>
                      <a:pt x="3147" y="9188"/>
                      <a:pt x="3147" y="9181"/>
                      <a:pt x="3142" y="9181"/>
                    </a:cubicBezTo>
                    <a:cubicBezTo>
                      <a:pt x="3140" y="9181"/>
                      <a:pt x="3137" y="9183"/>
                      <a:pt x="3132" y="9188"/>
                    </a:cubicBezTo>
                    <a:cubicBezTo>
                      <a:pt x="2628" y="9554"/>
                      <a:pt x="2047" y="10089"/>
                      <a:pt x="1406" y="10196"/>
                    </a:cubicBezTo>
                    <a:cubicBezTo>
                      <a:pt x="1436" y="9997"/>
                      <a:pt x="1467" y="9799"/>
                      <a:pt x="1513" y="9600"/>
                    </a:cubicBezTo>
                    <a:cubicBezTo>
                      <a:pt x="1513" y="9600"/>
                      <a:pt x="1513" y="9585"/>
                      <a:pt x="1528" y="9585"/>
                    </a:cubicBezTo>
                    <a:cubicBezTo>
                      <a:pt x="2276" y="9386"/>
                      <a:pt x="2780" y="8790"/>
                      <a:pt x="3361" y="8317"/>
                    </a:cubicBezTo>
                    <a:cubicBezTo>
                      <a:pt x="3361" y="8317"/>
                      <a:pt x="3361" y="8302"/>
                      <a:pt x="3345" y="8302"/>
                    </a:cubicBezTo>
                    <a:cubicBezTo>
                      <a:pt x="2780" y="8745"/>
                      <a:pt x="2246" y="9249"/>
                      <a:pt x="1543" y="9463"/>
                    </a:cubicBezTo>
                    <a:cubicBezTo>
                      <a:pt x="1604" y="9188"/>
                      <a:pt x="1665" y="8897"/>
                      <a:pt x="1726" y="8622"/>
                    </a:cubicBezTo>
                    <a:cubicBezTo>
                      <a:pt x="2414" y="8363"/>
                      <a:pt x="2964" y="7966"/>
                      <a:pt x="3437" y="7416"/>
                    </a:cubicBezTo>
                    <a:cubicBezTo>
                      <a:pt x="3437" y="7405"/>
                      <a:pt x="3429" y="7394"/>
                      <a:pt x="3425" y="7394"/>
                    </a:cubicBezTo>
                    <a:cubicBezTo>
                      <a:pt x="3423" y="7394"/>
                      <a:pt x="3422" y="7396"/>
                      <a:pt x="3422" y="7401"/>
                    </a:cubicBezTo>
                    <a:cubicBezTo>
                      <a:pt x="2933" y="7920"/>
                      <a:pt x="2383" y="8210"/>
                      <a:pt x="1757" y="8500"/>
                    </a:cubicBezTo>
                    <a:cubicBezTo>
                      <a:pt x="1818" y="8225"/>
                      <a:pt x="1894" y="7950"/>
                      <a:pt x="1940" y="7660"/>
                    </a:cubicBezTo>
                    <a:cubicBezTo>
                      <a:pt x="2246" y="7523"/>
                      <a:pt x="2551" y="7431"/>
                      <a:pt x="2826" y="7248"/>
                    </a:cubicBezTo>
                    <a:cubicBezTo>
                      <a:pt x="3086" y="7049"/>
                      <a:pt x="3330" y="6835"/>
                      <a:pt x="3498" y="6545"/>
                    </a:cubicBezTo>
                    <a:cubicBezTo>
                      <a:pt x="3513" y="6530"/>
                      <a:pt x="3498" y="6530"/>
                      <a:pt x="3483" y="6530"/>
                    </a:cubicBezTo>
                    <a:cubicBezTo>
                      <a:pt x="3101" y="7080"/>
                      <a:pt x="2521" y="7248"/>
                      <a:pt x="1971" y="7538"/>
                    </a:cubicBezTo>
                    <a:cubicBezTo>
                      <a:pt x="2032" y="7278"/>
                      <a:pt x="2078" y="7019"/>
                      <a:pt x="2123" y="6759"/>
                    </a:cubicBezTo>
                    <a:cubicBezTo>
                      <a:pt x="2734" y="6423"/>
                      <a:pt x="3407" y="6102"/>
                      <a:pt x="3758" y="5445"/>
                    </a:cubicBezTo>
                    <a:lnTo>
                      <a:pt x="3758" y="5445"/>
                    </a:lnTo>
                    <a:cubicBezTo>
                      <a:pt x="3376" y="6041"/>
                      <a:pt x="2734" y="6301"/>
                      <a:pt x="2139" y="6637"/>
                    </a:cubicBezTo>
                    <a:cubicBezTo>
                      <a:pt x="2154" y="6591"/>
                      <a:pt x="2154" y="6530"/>
                      <a:pt x="2169" y="6484"/>
                    </a:cubicBezTo>
                    <a:cubicBezTo>
                      <a:pt x="2200" y="6255"/>
                      <a:pt x="2246" y="6011"/>
                      <a:pt x="2276" y="5766"/>
                    </a:cubicBezTo>
                    <a:cubicBezTo>
                      <a:pt x="2628" y="5613"/>
                      <a:pt x="2964" y="5415"/>
                      <a:pt x="3284" y="5216"/>
                    </a:cubicBezTo>
                    <a:cubicBezTo>
                      <a:pt x="3513" y="5064"/>
                      <a:pt x="3758" y="4911"/>
                      <a:pt x="3911" y="4682"/>
                    </a:cubicBezTo>
                    <a:cubicBezTo>
                      <a:pt x="3911" y="4671"/>
                      <a:pt x="3903" y="4660"/>
                      <a:pt x="3893" y="4660"/>
                    </a:cubicBezTo>
                    <a:cubicBezTo>
                      <a:pt x="3889" y="4660"/>
                      <a:pt x="3884" y="4662"/>
                      <a:pt x="3880" y="4666"/>
                    </a:cubicBezTo>
                    <a:cubicBezTo>
                      <a:pt x="3559" y="5140"/>
                      <a:pt x="2826" y="5415"/>
                      <a:pt x="2291" y="5659"/>
                    </a:cubicBezTo>
                    <a:cubicBezTo>
                      <a:pt x="2322" y="5415"/>
                      <a:pt x="2353" y="5170"/>
                      <a:pt x="2398" y="4926"/>
                    </a:cubicBezTo>
                    <a:cubicBezTo>
                      <a:pt x="2994" y="4560"/>
                      <a:pt x="3681" y="4361"/>
                      <a:pt x="4063" y="3719"/>
                    </a:cubicBezTo>
                    <a:cubicBezTo>
                      <a:pt x="4063" y="3697"/>
                      <a:pt x="4047" y="3683"/>
                      <a:pt x="4038" y="3683"/>
                    </a:cubicBezTo>
                    <a:cubicBezTo>
                      <a:pt x="4035" y="3683"/>
                      <a:pt x="4033" y="3685"/>
                      <a:pt x="4033" y="3689"/>
                    </a:cubicBezTo>
                    <a:cubicBezTo>
                      <a:pt x="3651" y="4285"/>
                      <a:pt x="2979" y="4468"/>
                      <a:pt x="2414" y="4804"/>
                    </a:cubicBezTo>
                    <a:cubicBezTo>
                      <a:pt x="2429" y="4651"/>
                      <a:pt x="2460" y="4498"/>
                      <a:pt x="2475" y="4346"/>
                    </a:cubicBezTo>
                    <a:cubicBezTo>
                      <a:pt x="3116" y="4117"/>
                      <a:pt x="3865" y="3582"/>
                      <a:pt x="4201" y="3002"/>
                    </a:cubicBezTo>
                    <a:cubicBezTo>
                      <a:pt x="4220" y="2972"/>
                      <a:pt x="4208" y="2955"/>
                      <a:pt x="4189" y="2955"/>
                    </a:cubicBezTo>
                    <a:cubicBezTo>
                      <a:pt x="4179" y="2955"/>
                      <a:pt x="4166" y="2960"/>
                      <a:pt x="4155" y="2971"/>
                    </a:cubicBezTo>
                    <a:cubicBezTo>
                      <a:pt x="3819" y="3475"/>
                      <a:pt x="3116" y="4025"/>
                      <a:pt x="2505" y="4224"/>
                    </a:cubicBezTo>
                    <a:cubicBezTo>
                      <a:pt x="2536" y="3979"/>
                      <a:pt x="2582" y="3735"/>
                      <a:pt x="2628" y="3490"/>
                    </a:cubicBezTo>
                    <a:cubicBezTo>
                      <a:pt x="2628" y="3490"/>
                      <a:pt x="2628" y="3475"/>
                      <a:pt x="2628" y="3475"/>
                    </a:cubicBezTo>
                    <a:cubicBezTo>
                      <a:pt x="2918" y="3383"/>
                      <a:pt x="3208" y="3185"/>
                      <a:pt x="3452" y="3032"/>
                    </a:cubicBezTo>
                    <a:cubicBezTo>
                      <a:pt x="3758" y="2849"/>
                      <a:pt x="4033" y="2635"/>
                      <a:pt x="4231" y="2330"/>
                    </a:cubicBezTo>
                    <a:cubicBezTo>
                      <a:pt x="4242" y="2308"/>
                      <a:pt x="4215" y="2286"/>
                      <a:pt x="4192" y="2286"/>
                    </a:cubicBezTo>
                    <a:cubicBezTo>
                      <a:pt x="4183" y="2286"/>
                      <a:pt x="4175" y="2290"/>
                      <a:pt x="4170" y="2299"/>
                    </a:cubicBezTo>
                    <a:cubicBezTo>
                      <a:pt x="3895" y="2803"/>
                      <a:pt x="3208" y="3139"/>
                      <a:pt x="2643" y="3338"/>
                    </a:cubicBezTo>
                    <a:cubicBezTo>
                      <a:pt x="2673" y="3246"/>
                      <a:pt x="2689" y="3154"/>
                      <a:pt x="2704" y="3078"/>
                    </a:cubicBezTo>
                    <a:lnTo>
                      <a:pt x="2780" y="2666"/>
                    </a:lnTo>
                    <a:cubicBezTo>
                      <a:pt x="3009" y="2513"/>
                      <a:pt x="3300" y="2436"/>
                      <a:pt x="3529" y="2268"/>
                    </a:cubicBezTo>
                    <a:cubicBezTo>
                      <a:pt x="3727" y="2131"/>
                      <a:pt x="3911" y="1948"/>
                      <a:pt x="4079" y="1780"/>
                    </a:cubicBezTo>
                    <a:cubicBezTo>
                      <a:pt x="4090" y="1757"/>
                      <a:pt x="4076" y="1743"/>
                      <a:pt x="4062" y="1743"/>
                    </a:cubicBezTo>
                    <a:cubicBezTo>
                      <a:pt x="4057" y="1743"/>
                      <a:pt x="4052" y="1745"/>
                      <a:pt x="4048" y="1749"/>
                    </a:cubicBezTo>
                    <a:cubicBezTo>
                      <a:pt x="3819" y="1963"/>
                      <a:pt x="3575" y="2177"/>
                      <a:pt x="3300" y="2330"/>
                    </a:cubicBezTo>
                    <a:cubicBezTo>
                      <a:pt x="3132" y="2406"/>
                      <a:pt x="2964" y="2452"/>
                      <a:pt x="2811" y="2543"/>
                    </a:cubicBezTo>
                    <a:cubicBezTo>
                      <a:pt x="2841" y="2330"/>
                      <a:pt x="2887" y="2116"/>
                      <a:pt x="2933" y="1902"/>
                    </a:cubicBezTo>
                    <a:cubicBezTo>
                      <a:pt x="2933" y="1902"/>
                      <a:pt x="2948" y="1887"/>
                      <a:pt x="2948" y="1887"/>
                    </a:cubicBezTo>
                    <a:cubicBezTo>
                      <a:pt x="2948" y="1887"/>
                      <a:pt x="2948" y="1902"/>
                      <a:pt x="2948" y="1902"/>
                    </a:cubicBezTo>
                    <a:cubicBezTo>
                      <a:pt x="2964" y="1902"/>
                      <a:pt x="2979" y="1887"/>
                      <a:pt x="2994" y="1887"/>
                    </a:cubicBezTo>
                    <a:cubicBezTo>
                      <a:pt x="3300" y="1810"/>
                      <a:pt x="3544" y="1535"/>
                      <a:pt x="3743" y="1306"/>
                    </a:cubicBezTo>
                    <a:lnTo>
                      <a:pt x="3743" y="1306"/>
                    </a:lnTo>
                    <a:cubicBezTo>
                      <a:pt x="3529" y="1505"/>
                      <a:pt x="3269" y="1734"/>
                      <a:pt x="2979" y="1810"/>
                    </a:cubicBezTo>
                    <a:lnTo>
                      <a:pt x="2948" y="1810"/>
                    </a:lnTo>
                    <a:cubicBezTo>
                      <a:pt x="2979" y="1627"/>
                      <a:pt x="3009" y="1459"/>
                      <a:pt x="3040" y="1276"/>
                    </a:cubicBezTo>
                    <a:cubicBezTo>
                      <a:pt x="3070" y="1276"/>
                      <a:pt x="3086" y="1245"/>
                      <a:pt x="3086" y="1230"/>
                    </a:cubicBezTo>
                    <a:cubicBezTo>
                      <a:pt x="3254" y="1123"/>
                      <a:pt x="3391" y="970"/>
                      <a:pt x="3544" y="833"/>
                    </a:cubicBezTo>
                    <a:cubicBezTo>
                      <a:pt x="3544" y="833"/>
                      <a:pt x="3529" y="817"/>
                      <a:pt x="3529" y="817"/>
                    </a:cubicBezTo>
                    <a:cubicBezTo>
                      <a:pt x="3376" y="940"/>
                      <a:pt x="3223" y="1046"/>
                      <a:pt x="3070" y="1138"/>
                    </a:cubicBezTo>
                    <a:cubicBezTo>
                      <a:pt x="3132" y="772"/>
                      <a:pt x="3162" y="405"/>
                      <a:pt x="3193" y="23"/>
                    </a:cubicBezTo>
                    <a:cubicBezTo>
                      <a:pt x="3193" y="8"/>
                      <a:pt x="3181" y="0"/>
                      <a:pt x="31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81;p41">
                <a:extLst>
                  <a:ext uri="{FF2B5EF4-FFF2-40B4-BE49-F238E27FC236}">
                    <a16:creationId xmlns:a16="http://schemas.microsoft.com/office/drawing/2014/main" id="{A8924D94-CBFA-5E8C-6613-E4EBA860D0E4}"/>
                  </a:ext>
                </a:extLst>
              </p:cNvPr>
              <p:cNvSpPr/>
              <p:nvPr/>
            </p:nvSpPr>
            <p:spPr>
              <a:xfrm flipH="1">
                <a:off x="971724" y="3032821"/>
                <a:ext cx="294068" cy="529078"/>
              </a:xfrm>
              <a:custGeom>
                <a:avLst/>
                <a:gdLst/>
                <a:ahLst/>
                <a:cxnLst/>
                <a:rect l="l" t="t" r="r" b="b"/>
                <a:pathLst>
                  <a:path w="6707" h="12067" extrusionOk="0">
                    <a:moveTo>
                      <a:pt x="5103" y="6446"/>
                    </a:moveTo>
                    <a:cubicBezTo>
                      <a:pt x="5469" y="8034"/>
                      <a:pt x="6706" y="10448"/>
                      <a:pt x="4980" y="11716"/>
                    </a:cubicBezTo>
                    <a:cubicBezTo>
                      <a:pt x="4507" y="12067"/>
                      <a:pt x="3850" y="11945"/>
                      <a:pt x="3361" y="11670"/>
                    </a:cubicBezTo>
                    <a:cubicBezTo>
                      <a:pt x="2720" y="11318"/>
                      <a:pt x="2109" y="10234"/>
                      <a:pt x="1803" y="9577"/>
                    </a:cubicBezTo>
                    <a:cubicBezTo>
                      <a:pt x="1574" y="9073"/>
                      <a:pt x="1483" y="8416"/>
                      <a:pt x="1299" y="7882"/>
                    </a:cubicBezTo>
                    <a:cubicBezTo>
                      <a:pt x="1101" y="7286"/>
                      <a:pt x="887" y="6706"/>
                      <a:pt x="704" y="6125"/>
                    </a:cubicBezTo>
                    <a:cubicBezTo>
                      <a:pt x="1" y="4002"/>
                      <a:pt x="261" y="1833"/>
                      <a:pt x="1574" y="0"/>
                    </a:cubicBezTo>
                    <a:cubicBezTo>
                      <a:pt x="2017" y="596"/>
                      <a:pt x="2582" y="1008"/>
                      <a:pt x="3163" y="1512"/>
                    </a:cubicBezTo>
                    <a:cubicBezTo>
                      <a:pt x="3422" y="1742"/>
                      <a:pt x="3667" y="1986"/>
                      <a:pt x="3896" y="2261"/>
                    </a:cubicBezTo>
                    <a:cubicBezTo>
                      <a:pt x="4293" y="2719"/>
                      <a:pt x="4369" y="3345"/>
                      <a:pt x="4476" y="3926"/>
                    </a:cubicBezTo>
                    <a:cubicBezTo>
                      <a:pt x="4644" y="4766"/>
                      <a:pt x="4889" y="5606"/>
                      <a:pt x="5103" y="64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82;p41">
                <a:extLst>
                  <a:ext uri="{FF2B5EF4-FFF2-40B4-BE49-F238E27FC236}">
                    <a16:creationId xmlns:a16="http://schemas.microsoft.com/office/drawing/2014/main" id="{BEB67815-23AE-8E39-1512-31C7E9E9410C}"/>
                  </a:ext>
                </a:extLst>
              </p:cNvPr>
              <p:cNvSpPr/>
              <p:nvPr/>
            </p:nvSpPr>
            <p:spPr>
              <a:xfrm flipH="1">
                <a:off x="1017936" y="3069300"/>
                <a:ext cx="219532" cy="557533"/>
              </a:xfrm>
              <a:custGeom>
                <a:avLst/>
                <a:gdLst/>
                <a:ahLst/>
                <a:cxnLst/>
                <a:rect l="l" t="t" r="r" b="b"/>
                <a:pathLst>
                  <a:path w="5007" h="12716" extrusionOk="0">
                    <a:moveTo>
                      <a:pt x="100" y="3744"/>
                    </a:moveTo>
                    <a:cubicBezTo>
                      <a:pt x="97" y="3744"/>
                      <a:pt x="93" y="3751"/>
                      <a:pt x="103" y="3751"/>
                    </a:cubicBezTo>
                    <a:cubicBezTo>
                      <a:pt x="103" y="3745"/>
                      <a:pt x="102" y="3744"/>
                      <a:pt x="100" y="3744"/>
                    </a:cubicBezTo>
                    <a:close/>
                    <a:moveTo>
                      <a:pt x="995" y="0"/>
                    </a:moveTo>
                    <a:cubicBezTo>
                      <a:pt x="979" y="0"/>
                      <a:pt x="964" y="20"/>
                      <a:pt x="974" y="39"/>
                    </a:cubicBezTo>
                    <a:cubicBezTo>
                      <a:pt x="1096" y="375"/>
                      <a:pt x="1203" y="726"/>
                      <a:pt x="1295" y="1078"/>
                    </a:cubicBezTo>
                    <a:cubicBezTo>
                      <a:pt x="1035" y="940"/>
                      <a:pt x="775" y="818"/>
                      <a:pt x="562" y="619"/>
                    </a:cubicBezTo>
                    <a:cubicBezTo>
                      <a:pt x="562" y="615"/>
                      <a:pt x="560" y="613"/>
                      <a:pt x="558" y="613"/>
                    </a:cubicBezTo>
                    <a:cubicBezTo>
                      <a:pt x="554" y="613"/>
                      <a:pt x="546" y="624"/>
                      <a:pt x="546" y="635"/>
                    </a:cubicBezTo>
                    <a:cubicBezTo>
                      <a:pt x="669" y="757"/>
                      <a:pt x="806" y="848"/>
                      <a:pt x="943" y="940"/>
                    </a:cubicBezTo>
                    <a:cubicBezTo>
                      <a:pt x="1066" y="1016"/>
                      <a:pt x="1188" y="1139"/>
                      <a:pt x="1325" y="1200"/>
                    </a:cubicBezTo>
                    <a:cubicBezTo>
                      <a:pt x="1371" y="1383"/>
                      <a:pt x="1417" y="1566"/>
                      <a:pt x="1463" y="1765"/>
                    </a:cubicBezTo>
                    <a:cubicBezTo>
                      <a:pt x="1333" y="1795"/>
                      <a:pt x="1203" y="1825"/>
                      <a:pt x="1069" y="1825"/>
                    </a:cubicBezTo>
                    <a:cubicBezTo>
                      <a:pt x="998" y="1825"/>
                      <a:pt x="926" y="1817"/>
                      <a:pt x="852" y="1795"/>
                    </a:cubicBezTo>
                    <a:cubicBezTo>
                      <a:pt x="577" y="1719"/>
                      <a:pt x="363" y="1536"/>
                      <a:pt x="226" y="1291"/>
                    </a:cubicBezTo>
                    <a:cubicBezTo>
                      <a:pt x="221" y="1282"/>
                      <a:pt x="214" y="1279"/>
                      <a:pt x="207" y="1279"/>
                    </a:cubicBezTo>
                    <a:cubicBezTo>
                      <a:pt x="189" y="1279"/>
                      <a:pt x="169" y="1300"/>
                      <a:pt x="180" y="1322"/>
                    </a:cubicBezTo>
                    <a:cubicBezTo>
                      <a:pt x="317" y="1536"/>
                      <a:pt x="516" y="1719"/>
                      <a:pt x="745" y="1826"/>
                    </a:cubicBezTo>
                    <a:cubicBezTo>
                      <a:pt x="862" y="1874"/>
                      <a:pt x="974" y="1891"/>
                      <a:pt x="1083" y="1891"/>
                    </a:cubicBezTo>
                    <a:cubicBezTo>
                      <a:pt x="1215" y="1891"/>
                      <a:pt x="1344" y="1866"/>
                      <a:pt x="1478" y="1841"/>
                    </a:cubicBezTo>
                    <a:cubicBezTo>
                      <a:pt x="1539" y="2055"/>
                      <a:pt x="1585" y="2269"/>
                      <a:pt x="1631" y="2483"/>
                    </a:cubicBezTo>
                    <a:cubicBezTo>
                      <a:pt x="1417" y="2467"/>
                      <a:pt x="1188" y="2406"/>
                      <a:pt x="974" y="2361"/>
                    </a:cubicBezTo>
                    <a:cubicBezTo>
                      <a:pt x="638" y="2269"/>
                      <a:pt x="378" y="2101"/>
                      <a:pt x="58" y="1979"/>
                    </a:cubicBezTo>
                    <a:cubicBezTo>
                      <a:pt x="51" y="1977"/>
                      <a:pt x="45" y="1976"/>
                      <a:pt x="40" y="1976"/>
                    </a:cubicBezTo>
                    <a:cubicBezTo>
                      <a:pt x="8" y="1976"/>
                      <a:pt x="1" y="2011"/>
                      <a:pt x="27" y="2025"/>
                    </a:cubicBezTo>
                    <a:cubicBezTo>
                      <a:pt x="333" y="2147"/>
                      <a:pt x="577" y="2315"/>
                      <a:pt x="898" y="2406"/>
                    </a:cubicBezTo>
                    <a:cubicBezTo>
                      <a:pt x="1142" y="2467"/>
                      <a:pt x="1402" y="2559"/>
                      <a:pt x="1646" y="2574"/>
                    </a:cubicBezTo>
                    <a:cubicBezTo>
                      <a:pt x="1646" y="2574"/>
                      <a:pt x="1661" y="2590"/>
                      <a:pt x="1661" y="2605"/>
                    </a:cubicBezTo>
                    <a:cubicBezTo>
                      <a:pt x="1661" y="2605"/>
                      <a:pt x="1661" y="2605"/>
                      <a:pt x="1661" y="2620"/>
                    </a:cubicBezTo>
                    <a:cubicBezTo>
                      <a:pt x="1646" y="2635"/>
                      <a:pt x="1661" y="2651"/>
                      <a:pt x="1677" y="2666"/>
                    </a:cubicBezTo>
                    <a:cubicBezTo>
                      <a:pt x="1722" y="2865"/>
                      <a:pt x="1768" y="3078"/>
                      <a:pt x="1814" y="3292"/>
                    </a:cubicBezTo>
                    <a:cubicBezTo>
                      <a:pt x="1814" y="3308"/>
                      <a:pt x="1814" y="3308"/>
                      <a:pt x="1829" y="3323"/>
                    </a:cubicBezTo>
                    <a:cubicBezTo>
                      <a:pt x="1777" y="3324"/>
                      <a:pt x="1721" y="3325"/>
                      <a:pt x="1664" y="3325"/>
                    </a:cubicBezTo>
                    <a:cubicBezTo>
                      <a:pt x="1126" y="3325"/>
                      <a:pt x="427" y="3245"/>
                      <a:pt x="164" y="2804"/>
                    </a:cubicBezTo>
                    <a:cubicBezTo>
                      <a:pt x="156" y="2790"/>
                      <a:pt x="143" y="2785"/>
                      <a:pt x="130" y="2785"/>
                    </a:cubicBezTo>
                    <a:cubicBezTo>
                      <a:pt x="100" y="2785"/>
                      <a:pt x="71" y="2817"/>
                      <a:pt x="103" y="2849"/>
                    </a:cubicBezTo>
                    <a:cubicBezTo>
                      <a:pt x="501" y="3369"/>
                      <a:pt x="1264" y="3323"/>
                      <a:pt x="1845" y="3445"/>
                    </a:cubicBezTo>
                    <a:cubicBezTo>
                      <a:pt x="1906" y="3674"/>
                      <a:pt x="1967" y="3903"/>
                      <a:pt x="2028" y="4148"/>
                    </a:cubicBezTo>
                    <a:cubicBezTo>
                      <a:pt x="1898" y="4159"/>
                      <a:pt x="1770" y="4167"/>
                      <a:pt x="1642" y="4167"/>
                    </a:cubicBezTo>
                    <a:cubicBezTo>
                      <a:pt x="1441" y="4167"/>
                      <a:pt x="1241" y="4149"/>
                      <a:pt x="1035" y="4102"/>
                    </a:cubicBezTo>
                    <a:cubicBezTo>
                      <a:pt x="745" y="4025"/>
                      <a:pt x="333" y="3964"/>
                      <a:pt x="103" y="3751"/>
                    </a:cubicBezTo>
                    <a:lnTo>
                      <a:pt x="103" y="3751"/>
                    </a:lnTo>
                    <a:cubicBezTo>
                      <a:pt x="317" y="3980"/>
                      <a:pt x="684" y="4041"/>
                      <a:pt x="974" y="4117"/>
                    </a:cubicBezTo>
                    <a:cubicBezTo>
                      <a:pt x="1240" y="4210"/>
                      <a:pt x="1516" y="4276"/>
                      <a:pt x="1793" y="4276"/>
                    </a:cubicBezTo>
                    <a:cubicBezTo>
                      <a:pt x="1881" y="4276"/>
                      <a:pt x="1970" y="4269"/>
                      <a:pt x="2059" y="4255"/>
                    </a:cubicBezTo>
                    <a:cubicBezTo>
                      <a:pt x="2059" y="4255"/>
                      <a:pt x="2059" y="4270"/>
                      <a:pt x="2074" y="4285"/>
                    </a:cubicBezTo>
                    <a:cubicBezTo>
                      <a:pt x="2120" y="4423"/>
                      <a:pt x="2150" y="4575"/>
                      <a:pt x="2196" y="4728"/>
                    </a:cubicBezTo>
                    <a:cubicBezTo>
                      <a:pt x="1978" y="4807"/>
                      <a:pt x="1698" y="4845"/>
                      <a:pt x="1410" y="4845"/>
                    </a:cubicBezTo>
                    <a:cubicBezTo>
                      <a:pt x="970" y="4845"/>
                      <a:pt x="511" y="4757"/>
                      <a:pt x="226" y="4591"/>
                    </a:cubicBezTo>
                    <a:lnTo>
                      <a:pt x="226" y="4591"/>
                    </a:lnTo>
                    <a:cubicBezTo>
                      <a:pt x="562" y="4820"/>
                      <a:pt x="928" y="4866"/>
                      <a:pt x="1325" y="4881"/>
                    </a:cubicBezTo>
                    <a:cubicBezTo>
                      <a:pt x="1431" y="4881"/>
                      <a:pt x="1540" y="4885"/>
                      <a:pt x="1651" y="4885"/>
                    </a:cubicBezTo>
                    <a:cubicBezTo>
                      <a:pt x="1845" y="4885"/>
                      <a:pt x="2042" y="4872"/>
                      <a:pt x="2227" y="4804"/>
                    </a:cubicBezTo>
                    <a:cubicBezTo>
                      <a:pt x="2303" y="5079"/>
                      <a:pt x="2379" y="5339"/>
                      <a:pt x="2456" y="5614"/>
                    </a:cubicBezTo>
                    <a:cubicBezTo>
                      <a:pt x="2181" y="5644"/>
                      <a:pt x="1921" y="5706"/>
                      <a:pt x="1646" y="5721"/>
                    </a:cubicBezTo>
                    <a:cubicBezTo>
                      <a:pt x="1604" y="5724"/>
                      <a:pt x="1562" y="5726"/>
                      <a:pt x="1521" y="5726"/>
                    </a:cubicBezTo>
                    <a:cubicBezTo>
                      <a:pt x="1159" y="5726"/>
                      <a:pt x="831" y="5607"/>
                      <a:pt x="516" y="5415"/>
                    </a:cubicBezTo>
                    <a:cubicBezTo>
                      <a:pt x="513" y="5412"/>
                      <a:pt x="509" y="5411"/>
                      <a:pt x="506" y="5411"/>
                    </a:cubicBezTo>
                    <a:cubicBezTo>
                      <a:pt x="491" y="5411"/>
                      <a:pt x="476" y="5434"/>
                      <a:pt x="501" y="5446"/>
                    </a:cubicBezTo>
                    <a:cubicBezTo>
                      <a:pt x="892" y="5707"/>
                      <a:pt x="1278" y="5780"/>
                      <a:pt x="1683" y="5780"/>
                    </a:cubicBezTo>
                    <a:cubicBezTo>
                      <a:pt x="1941" y="5780"/>
                      <a:pt x="2207" y="5751"/>
                      <a:pt x="2486" y="5721"/>
                    </a:cubicBezTo>
                    <a:cubicBezTo>
                      <a:pt x="2563" y="5950"/>
                      <a:pt x="2624" y="6164"/>
                      <a:pt x="2685" y="6393"/>
                    </a:cubicBezTo>
                    <a:cubicBezTo>
                      <a:pt x="2461" y="6447"/>
                      <a:pt x="2199" y="6480"/>
                      <a:pt x="1936" y="6480"/>
                    </a:cubicBezTo>
                    <a:cubicBezTo>
                      <a:pt x="1534" y="6480"/>
                      <a:pt x="1129" y="6403"/>
                      <a:pt x="852" y="6210"/>
                    </a:cubicBezTo>
                    <a:cubicBezTo>
                      <a:pt x="841" y="6203"/>
                      <a:pt x="831" y="6200"/>
                      <a:pt x="823" y="6200"/>
                    </a:cubicBezTo>
                    <a:cubicBezTo>
                      <a:pt x="795" y="6200"/>
                      <a:pt x="783" y="6232"/>
                      <a:pt x="806" y="6255"/>
                    </a:cubicBezTo>
                    <a:cubicBezTo>
                      <a:pt x="1112" y="6469"/>
                      <a:pt x="1478" y="6515"/>
                      <a:pt x="1829" y="6530"/>
                    </a:cubicBezTo>
                    <a:cubicBezTo>
                      <a:pt x="1959" y="6530"/>
                      <a:pt x="2116" y="6542"/>
                      <a:pt x="2272" y="6542"/>
                    </a:cubicBezTo>
                    <a:cubicBezTo>
                      <a:pt x="2429" y="6542"/>
                      <a:pt x="2585" y="6530"/>
                      <a:pt x="2715" y="6485"/>
                    </a:cubicBezTo>
                    <a:lnTo>
                      <a:pt x="2715" y="6500"/>
                    </a:lnTo>
                    <a:cubicBezTo>
                      <a:pt x="2807" y="6821"/>
                      <a:pt x="2883" y="7157"/>
                      <a:pt x="2960" y="7477"/>
                    </a:cubicBezTo>
                    <a:cubicBezTo>
                      <a:pt x="2841" y="7500"/>
                      <a:pt x="2725" y="7510"/>
                      <a:pt x="2610" y="7510"/>
                    </a:cubicBezTo>
                    <a:cubicBezTo>
                      <a:pt x="2107" y="7510"/>
                      <a:pt x="1640" y="7316"/>
                      <a:pt x="1142" y="7141"/>
                    </a:cubicBezTo>
                    <a:cubicBezTo>
                      <a:pt x="1137" y="7140"/>
                      <a:pt x="1132" y="7139"/>
                      <a:pt x="1128" y="7139"/>
                    </a:cubicBezTo>
                    <a:cubicBezTo>
                      <a:pt x="1093" y="7139"/>
                      <a:pt x="1084" y="7189"/>
                      <a:pt x="1112" y="7202"/>
                    </a:cubicBezTo>
                    <a:cubicBezTo>
                      <a:pt x="1627" y="7391"/>
                      <a:pt x="2111" y="7600"/>
                      <a:pt x="2633" y="7600"/>
                    </a:cubicBezTo>
                    <a:cubicBezTo>
                      <a:pt x="2745" y="7600"/>
                      <a:pt x="2859" y="7591"/>
                      <a:pt x="2975" y="7569"/>
                    </a:cubicBezTo>
                    <a:cubicBezTo>
                      <a:pt x="3036" y="7844"/>
                      <a:pt x="3097" y="8104"/>
                      <a:pt x="3143" y="8379"/>
                    </a:cubicBezTo>
                    <a:cubicBezTo>
                      <a:pt x="3020" y="8399"/>
                      <a:pt x="2893" y="8409"/>
                      <a:pt x="2764" y="8409"/>
                    </a:cubicBezTo>
                    <a:cubicBezTo>
                      <a:pt x="2314" y="8409"/>
                      <a:pt x="1839" y="8290"/>
                      <a:pt x="1448" y="8088"/>
                    </a:cubicBezTo>
                    <a:cubicBezTo>
                      <a:pt x="1444" y="8087"/>
                      <a:pt x="1441" y="8086"/>
                      <a:pt x="1438" y="8086"/>
                    </a:cubicBezTo>
                    <a:cubicBezTo>
                      <a:pt x="1411" y="8086"/>
                      <a:pt x="1390" y="8136"/>
                      <a:pt x="1417" y="8149"/>
                    </a:cubicBezTo>
                    <a:cubicBezTo>
                      <a:pt x="1872" y="8383"/>
                      <a:pt x="2393" y="8496"/>
                      <a:pt x="2906" y="8496"/>
                    </a:cubicBezTo>
                    <a:cubicBezTo>
                      <a:pt x="2995" y="8496"/>
                      <a:pt x="3085" y="8492"/>
                      <a:pt x="3174" y="8485"/>
                    </a:cubicBezTo>
                    <a:cubicBezTo>
                      <a:pt x="3219" y="8776"/>
                      <a:pt x="3280" y="9051"/>
                      <a:pt x="3326" y="9341"/>
                    </a:cubicBezTo>
                    <a:cubicBezTo>
                      <a:pt x="3165" y="9392"/>
                      <a:pt x="3003" y="9415"/>
                      <a:pt x="2842" y="9415"/>
                    </a:cubicBezTo>
                    <a:cubicBezTo>
                      <a:pt x="2472" y="9415"/>
                      <a:pt x="2109" y="9293"/>
                      <a:pt x="1768" y="9112"/>
                    </a:cubicBezTo>
                    <a:cubicBezTo>
                      <a:pt x="1753" y="9112"/>
                      <a:pt x="1738" y="9127"/>
                      <a:pt x="1753" y="9142"/>
                    </a:cubicBezTo>
                    <a:cubicBezTo>
                      <a:pt x="2097" y="9326"/>
                      <a:pt x="2537" y="9518"/>
                      <a:pt x="2954" y="9518"/>
                    </a:cubicBezTo>
                    <a:cubicBezTo>
                      <a:pt x="3092" y="9518"/>
                      <a:pt x="3228" y="9497"/>
                      <a:pt x="3357" y="9448"/>
                    </a:cubicBezTo>
                    <a:cubicBezTo>
                      <a:pt x="3372" y="9539"/>
                      <a:pt x="3387" y="9646"/>
                      <a:pt x="3403" y="9738"/>
                    </a:cubicBezTo>
                    <a:cubicBezTo>
                      <a:pt x="3418" y="9784"/>
                      <a:pt x="3418" y="9845"/>
                      <a:pt x="3433" y="9906"/>
                    </a:cubicBezTo>
                    <a:cubicBezTo>
                      <a:pt x="3210" y="9938"/>
                      <a:pt x="2991" y="9961"/>
                      <a:pt x="2769" y="9961"/>
                    </a:cubicBezTo>
                    <a:cubicBezTo>
                      <a:pt x="2566" y="9961"/>
                      <a:pt x="2362" y="9942"/>
                      <a:pt x="2150" y="9891"/>
                    </a:cubicBezTo>
                    <a:cubicBezTo>
                      <a:pt x="2150" y="9888"/>
                      <a:pt x="2150" y="9886"/>
                      <a:pt x="2149" y="9886"/>
                    </a:cubicBezTo>
                    <a:cubicBezTo>
                      <a:pt x="2145" y="9886"/>
                      <a:pt x="2138" y="9906"/>
                      <a:pt x="2150" y="9906"/>
                    </a:cubicBezTo>
                    <a:cubicBezTo>
                      <a:pt x="2419" y="9983"/>
                      <a:pt x="2693" y="10017"/>
                      <a:pt x="2966" y="10017"/>
                    </a:cubicBezTo>
                    <a:cubicBezTo>
                      <a:pt x="3128" y="10017"/>
                      <a:pt x="3289" y="10005"/>
                      <a:pt x="3448" y="9982"/>
                    </a:cubicBezTo>
                    <a:cubicBezTo>
                      <a:pt x="3479" y="10166"/>
                      <a:pt x="3510" y="10349"/>
                      <a:pt x="3540" y="10517"/>
                    </a:cubicBezTo>
                    <a:cubicBezTo>
                      <a:pt x="3433" y="10517"/>
                      <a:pt x="3311" y="10517"/>
                      <a:pt x="3189" y="10532"/>
                    </a:cubicBezTo>
                    <a:cubicBezTo>
                      <a:pt x="3147" y="10538"/>
                      <a:pt x="3107" y="10541"/>
                      <a:pt x="3068" y="10541"/>
                    </a:cubicBezTo>
                    <a:cubicBezTo>
                      <a:pt x="2908" y="10541"/>
                      <a:pt x="2765" y="10499"/>
                      <a:pt x="2593" y="10486"/>
                    </a:cubicBezTo>
                    <a:cubicBezTo>
                      <a:pt x="2578" y="10486"/>
                      <a:pt x="2563" y="10502"/>
                      <a:pt x="2593" y="10517"/>
                    </a:cubicBezTo>
                    <a:cubicBezTo>
                      <a:pt x="2760" y="10531"/>
                      <a:pt x="2901" y="10595"/>
                      <a:pt x="3075" y="10595"/>
                    </a:cubicBezTo>
                    <a:cubicBezTo>
                      <a:pt x="3092" y="10595"/>
                      <a:pt x="3110" y="10595"/>
                      <a:pt x="3128" y="10593"/>
                    </a:cubicBezTo>
                    <a:lnTo>
                      <a:pt x="3555" y="10593"/>
                    </a:lnTo>
                    <a:cubicBezTo>
                      <a:pt x="3678" y="11311"/>
                      <a:pt x="3846" y="12075"/>
                      <a:pt x="4212" y="12655"/>
                    </a:cubicBezTo>
                    <a:cubicBezTo>
                      <a:pt x="4244" y="12697"/>
                      <a:pt x="4293" y="12716"/>
                      <a:pt x="4344" y="12716"/>
                    </a:cubicBezTo>
                    <a:cubicBezTo>
                      <a:pt x="4439" y="12716"/>
                      <a:pt x="4538" y="12649"/>
                      <a:pt x="4518" y="12548"/>
                    </a:cubicBezTo>
                    <a:cubicBezTo>
                      <a:pt x="4426" y="12044"/>
                      <a:pt x="4197" y="11571"/>
                      <a:pt x="4029" y="11082"/>
                    </a:cubicBezTo>
                    <a:cubicBezTo>
                      <a:pt x="3983" y="10960"/>
                      <a:pt x="3953" y="10838"/>
                      <a:pt x="3907" y="10700"/>
                    </a:cubicBezTo>
                    <a:cubicBezTo>
                      <a:pt x="4136" y="10593"/>
                      <a:pt x="4304" y="10364"/>
                      <a:pt x="4457" y="10166"/>
                    </a:cubicBezTo>
                    <a:cubicBezTo>
                      <a:pt x="4701" y="9845"/>
                      <a:pt x="4854" y="9478"/>
                      <a:pt x="5006" y="9081"/>
                    </a:cubicBezTo>
                    <a:cubicBezTo>
                      <a:pt x="5006" y="9072"/>
                      <a:pt x="4996" y="9064"/>
                      <a:pt x="4985" y="9064"/>
                    </a:cubicBezTo>
                    <a:cubicBezTo>
                      <a:pt x="4976" y="9064"/>
                      <a:pt x="4967" y="9068"/>
                      <a:pt x="4961" y="9081"/>
                    </a:cubicBezTo>
                    <a:cubicBezTo>
                      <a:pt x="4808" y="9417"/>
                      <a:pt x="4640" y="9753"/>
                      <a:pt x="4395" y="10043"/>
                    </a:cubicBezTo>
                    <a:cubicBezTo>
                      <a:pt x="4258" y="10196"/>
                      <a:pt x="4059" y="10441"/>
                      <a:pt x="3861" y="10578"/>
                    </a:cubicBezTo>
                    <a:cubicBezTo>
                      <a:pt x="3815" y="10425"/>
                      <a:pt x="3769" y="10257"/>
                      <a:pt x="3723" y="10105"/>
                    </a:cubicBezTo>
                    <a:cubicBezTo>
                      <a:pt x="3953" y="9967"/>
                      <a:pt x="4105" y="9707"/>
                      <a:pt x="4243" y="9494"/>
                    </a:cubicBezTo>
                    <a:cubicBezTo>
                      <a:pt x="4487" y="9142"/>
                      <a:pt x="4655" y="8745"/>
                      <a:pt x="4854" y="8348"/>
                    </a:cubicBezTo>
                    <a:cubicBezTo>
                      <a:pt x="4854" y="8348"/>
                      <a:pt x="4847" y="8341"/>
                      <a:pt x="4842" y="8341"/>
                    </a:cubicBezTo>
                    <a:cubicBezTo>
                      <a:pt x="4840" y="8341"/>
                      <a:pt x="4838" y="8343"/>
                      <a:pt x="4838" y="8348"/>
                    </a:cubicBezTo>
                    <a:cubicBezTo>
                      <a:pt x="4533" y="8898"/>
                      <a:pt x="4243" y="9616"/>
                      <a:pt x="3693" y="9998"/>
                    </a:cubicBezTo>
                    <a:cubicBezTo>
                      <a:pt x="3647" y="9799"/>
                      <a:pt x="3601" y="9616"/>
                      <a:pt x="3555" y="9417"/>
                    </a:cubicBezTo>
                    <a:cubicBezTo>
                      <a:pt x="3555" y="9402"/>
                      <a:pt x="3540" y="9387"/>
                      <a:pt x="3540" y="9387"/>
                    </a:cubicBezTo>
                    <a:cubicBezTo>
                      <a:pt x="4151" y="8898"/>
                      <a:pt x="4350" y="8149"/>
                      <a:pt x="4670" y="7462"/>
                    </a:cubicBezTo>
                    <a:cubicBezTo>
                      <a:pt x="4681" y="7462"/>
                      <a:pt x="4677" y="7455"/>
                      <a:pt x="4669" y="7455"/>
                    </a:cubicBezTo>
                    <a:cubicBezTo>
                      <a:pt x="4665" y="7455"/>
                      <a:pt x="4660" y="7457"/>
                      <a:pt x="4655" y="7462"/>
                    </a:cubicBezTo>
                    <a:cubicBezTo>
                      <a:pt x="4334" y="8104"/>
                      <a:pt x="4059" y="8776"/>
                      <a:pt x="3510" y="9264"/>
                    </a:cubicBezTo>
                    <a:cubicBezTo>
                      <a:pt x="3448" y="8990"/>
                      <a:pt x="3387" y="8699"/>
                      <a:pt x="3326" y="8424"/>
                    </a:cubicBezTo>
                    <a:cubicBezTo>
                      <a:pt x="3846" y="7905"/>
                      <a:pt x="4166" y="7325"/>
                      <a:pt x="4365" y="6622"/>
                    </a:cubicBezTo>
                    <a:cubicBezTo>
                      <a:pt x="4365" y="6611"/>
                      <a:pt x="4357" y="6600"/>
                      <a:pt x="4353" y="6600"/>
                    </a:cubicBezTo>
                    <a:cubicBezTo>
                      <a:pt x="4351" y="6600"/>
                      <a:pt x="4350" y="6602"/>
                      <a:pt x="4350" y="6607"/>
                    </a:cubicBezTo>
                    <a:cubicBezTo>
                      <a:pt x="4121" y="7279"/>
                      <a:pt x="3754" y="7783"/>
                      <a:pt x="3311" y="8302"/>
                    </a:cubicBezTo>
                    <a:cubicBezTo>
                      <a:pt x="3250" y="8027"/>
                      <a:pt x="3189" y="7752"/>
                      <a:pt x="3112" y="7477"/>
                    </a:cubicBezTo>
                    <a:cubicBezTo>
                      <a:pt x="3326" y="7218"/>
                      <a:pt x="3571" y="7004"/>
                      <a:pt x="3739" y="6729"/>
                    </a:cubicBezTo>
                    <a:cubicBezTo>
                      <a:pt x="3891" y="6439"/>
                      <a:pt x="4029" y="6133"/>
                      <a:pt x="4059" y="5813"/>
                    </a:cubicBezTo>
                    <a:cubicBezTo>
                      <a:pt x="4059" y="5802"/>
                      <a:pt x="4052" y="5791"/>
                      <a:pt x="4042" y="5791"/>
                    </a:cubicBezTo>
                    <a:cubicBezTo>
                      <a:pt x="4038" y="5791"/>
                      <a:pt x="4033" y="5793"/>
                      <a:pt x="4029" y="5797"/>
                    </a:cubicBezTo>
                    <a:cubicBezTo>
                      <a:pt x="3922" y="6454"/>
                      <a:pt x="3464" y="6851"/>
                      <a:pt x="3097" y="7355"/>
                    </a:cubicBezTo>
                    <a:cubicBezTo>
                      <a:pt x="3036" y="7096"/>
                      <a:pt x="2960" y="6836"/>
                      <a:pt x="2899" y="6576"/>
                    </a:cubicBezTo>
                    <a:cubicBezTo>
                      <a:pt x="3311" y="6011"/>
                      <a:pt x="3784" y="5446"/>
                      <a:pt x="3830" y="4697"/>
                    </a:cubicBezTo>
                    <a:lnTo>
                      <a:pt x="3815" y="4697"/>
                    </a:lnTo>
                    <a:cubicBezTo>
                      <a:pt x="3739" y="5400"/>
                      <a:pt x="3250" y="5904"/>
                      <a:pt x="2853" y="6454"/>
                    </a:cubicBezTo>
                    <a:cubicBezTo>
                      <a:pt x="2853" y="6408"/>
                      <a:pt x="2837" y="6362"/>
                      <a:pt x="2822" y="6317"/>
                    </a:cubicBezTo>
                    <a:cubicBezTo>
                      <a:pt x="2746" y="6072"/>
                      <a:pt x="2685" y="5843"/>
                      <a:pt x="2608" y="5614"/>
                    </a:cubicBezTo>
                    <a:cubicBezTo>
                      <a:pt x="2868" y="5324"/>
                      <a:pt x="3097" y="5003"/>
                      <a:pt x="3296" y="4682"/>
                    </a:cubicBezTo>
                    <a:cubicBezTo>
                      <a:pt x="3433" y="4453"/>
                      <a:pt x="3601" y="4224"/>
                      <a:pt x="3632" y="3949"/>
                    </a:cubicBezTo>
                    <a:cubicBezTo>
                      <a:pt x="3632" y="3938"/>
                      <a:pt x="3624" y="3927"/>
                      <a:pt x="3614" y="3927"/>
                    </a:cubicBezTo>
                    <a:cubicBezTo>
                      <a:pt x="3610" y="3927"/>
                      <a:pt x="3606" y="3929"/>
                      <a:pt x="3601" y="3934"/>
                    </a:cubicBezTo>
                    <a:cubicBezTo>
                      <a:pt x="3510" y="4514"/>
                      <a:pt x="2960" y="5064"/>
                      <a:pt x="2578" y="5507"/>
                    </a:cubicBezTo>
                    <a:cubicBezTo>
                      <a:pt x="2501" y="5278"/>
                      <a:pt x="2440" y="5034"/>
                      <a:pt x="2364" y="4789"/>
                    </a:cubicBezTo>
                    <a:cubicBezTo>
                      <a:pt x="2746" y="4224"/>
                      <a:pt x="3296" y="3735"/>
                      <a:pt x="3357" y="3002"/>
                    </a:cubicBezTo>
                    <a:cubicBezTo>
                      <a:pt x="3357" y="2987"/>
                      <a:pt x="3349" y="2979"/>
                      <a:pt x="3342" y="2979"/>
                    </a:cubicBezTo>
                    <a:cubicBezTo>
                      <a:pt x="3334" y="2979"/>
                      <a:pt x="3326" y="2987"/>
                      <a:pt x="3326" y="3002"/>
                    </a:cubicBezTo>
                    <a:cubicBezTo>
                      <a:pt x="3235" y="3689"/>
                      <a:pt x="2700" y="4132"/>
                      <a:pt x="2333" y="4682"/>
                    </a:cubicBezTo>
                    <a:lnTo>
                      <a:pt x="2196" y="4239"/>
                    </a:lnTo>
                    <a:cubicBezTo>
                      <a:pt x="2685" y="3766"/>
                      <a:pt x="3128" y="2956"/>
                      <a:pt x="3189" y="2284"/>
                    </a:cubicBezTo>
                    <a:cubicBezTo>
                      <a:pt x="3197" y="2267"/>
                      <a:pt x="3183" y="2255"/>
                      <a:pt x="3168" y="2255"/>
                    </a:cubicBezTo>
                    <a:cubicBezTo>
                      <a:pt x="3155" y="2255"/>
                      <a:pt x="3143" y="2263"/>
                      <a:pt x="3143" y="2284"/>
                    </a:cubicBezTo>
                    <a:cubicBezTo>
                      <a:pt x="3036" y="2880"/>
                      <a:pt x="2639" y="3689"/>
                      <a:pt x="2165" y="4132"/>
                    </a:cubicBezTo>
                    <a:cubicBezTo>
                      <a:pt x="2104" y="3888"/>
                      <a:pt x="2028" y="3644"/>
                      <a:pt x="1967" y="3414"/>
                    </a:cubicBezTo>
                    <a:cubicBezTo>
                      <a:pt x="1967" y="3399"/>
                      <a:pt x="1967" y="3399"/>
                      <a:pt x="1967" y="3384"/>
                    </a:cubicBezTo>
                    <a:cubicBezTo>
                      <a:pt x="2196" y="3185"/>
                      <a:pt x="2364" y="2880"/>
                      <a:pt x="2532" y="2635"/>
                    </a:cubicBezTo>
                    <a:cubicBezTo>
                      <a:pt x="2715" y="2345"/>
                      <a:pt x="2883" y="2025"/>
                      <a:pt x="2929" y="1673"/>
                    </a:cubicBezTo>
                    <a:cubicBezTo>
                      <a:pt x="2929" y="1648"/>
                      <a:pt x="2911" y="1637"/>
                      <a:pt x="2894" y="1637"/>
                    </a:cubicBezTo>
                    <a:cubicBezTo>
                      <a:pt x="2880" y="1637"/>
                      <a:pt x="2868" y="1644"/>
                      <a:pt x="2868" y="1658"/>
                    </a:cubicBezTo>
                    <a:cubicBezTo>
                      <a:pt x="2822" y="2254"/>
                      <a:pt x="2349" y="2849"/>
                      <a:pt x="1921" y="3262"/>
                    </a:cubicBezTo>
                    <a:cubicBezTo>
                      <a:pt x="1906" y="3170"/>
                      <a:pt x="1875" y="3078"/>
                      <a:pt x="1860" y="2987"/>
                    </a:cubicBezTo>
                    <a:cubicBezTo>
                      <a:pt x="1829" y="2865"/>
                      <a:pt x="1799" y="2727"/>
                      <a:pt x="1768" y="2590"/>
                    </a:cubicBezTo>
                    <a:cubicBezTo>
                      <a:pt x="1906" y="2345"/>
                      <a:pt x="2135" y="2162"/>
                      <a:pt x="2272" y="1918"/>
                    </a:cubicBezTo>
                    <a:cubicBezTo>
                      <a:pt x="2395" y="1688"/>
                      <a:pt x="2486" y="1459"/>
                      <a:pt x="2563" y="1230"/>
                    </a:cubicBezTo>
                    <a:cubicBezTo>
                      <a:pt x="2572" y="1211"/>
                      <a:pt x="2558" y="1198"/>
                      <a:pt x="2546" y="1198"/>
                    </a:cubicBezTo>
                    <a:cubicBezTo>
                      <a:pt x="2539" y="1198"/>
                      <a:pt x="2532" y="1203"/>
                      <a:pt x="2532" y="1215"/>
                    </a:cubicBezTo>
                    <a:cubicBezTo>
                      <a:pt x="2410" y="1505"/>
                      <a:pt x="2288" y="1795"/>
                      <a:pt x="2089" y="2055"/>
                    </a:cubicBezTo>
                    <a:cubicBezTo>
                      <a:pt x="1982" y="2208"/>
                      <a:pt x="1845" y="2315"/>
                      <a:pt x="1738" y="2467"/>
                    </a:cubicBezTo>
                    <a:cubicBezTo>
                      <a:pt x="1692" y="2254"/>
                      <a:pt x="1631" y="2040"/>
                      <a:pt x="1585" y="1826"/>
                    </a:cubicBezTo>
                    <a:lnTo>
                      <a:pt x="1585" y="1811"/>
                    </a:lnTo>
                    <a:lnTo>
                      <a:pt x="1600" y="1811"/>
                    </a:lnTo>
                    <a:cubicBezTo>
                      <a:pt x="1616" y="1811"/>
                      <a:pt x="1616" y="1795"/>
                      <a:pt x="1616" y="1780"/>
                    </a:cubicBezTo>
                    <a:cubicBezTo>
                      <a:pt x="1875" y="1582"/>
                      <a:pt x="1982" y="1246"/>
                      <a:pt x="2074" y="940"/>
                    </a:cubicBezTo>
                    <a:cubicBezTo>
                      <a:pt x="2074" y="940"/>
                      <a:pt x="2067" y="933"/>
                      <a:pt x="2062" y="933"/>
                    </a:cubicBezTo>
                    <a:cubicBezTo>
                      <a:pt x="2060" y="933"/>
                      <a:pt x="2059" y="935"/>
                      <a:pt x="2059" y="940"/>
                    </a:cubicBezTo>
                    <a:cubicBezTo>
                      <a:pt x="1936" y="1215"/>
                      <a:pt x="1814" y="1520"/>
                      <a:pt x="1585" y="1734"/>
                    </a:cubicBezTo>
                    <a:lnTo>
                      <a:pt x="1554" y="1734"/>
                    </a:lnTo>
                    <a:cubicBezTo>
                      <a:pt x="1509" y="1566"/>
                      <a:pt x="1463" y="1383"/>
                      <a:pt x="1417" y="1215"/>
                    </a:cubicBezTo>
                    <a:cubicBezTo>
                      <a:pt x="1432" y="1200"/>
                      <a:pt x="1448" y="1169"/>
                      <a:pt x="1432" y="1154"/>
                    </a:cubicBezTo>
                    <a:cubicBezTo>
                      <a:pt x="1539" y="986"/>
                      <a:pt x="1616" y="787"/>
                      <a:pt x="1677" y="604"/>
                    </a:cubicBezTo>
                    <a:cubicBezTo>
                      <a:pt x="1692" y="589"/>
                      <a:pt x="1661" y="589"/>
                      <a:pt x="1661" y="589"/>
                    </a:cubicBezTo>
                    <a:cubicBezTo>
                      <a:pt x="1585" y="772"/>
                      <a:pt x="1493" y="925"/>
                      <a:pt x="1386" y="1078"/>
                    </a:cubicBezTo>
                    <a:cubicBezTo>
                      <a:pt x="1280" y="726"/>
                      <a:pt x="1157" y="360"/>
                      <a:pt x="1020" y="24"/>
                    </a:cubicBezTo>
                    <a:cubicBezTo>
                      <a:pt x="1014" y="7"/>
                      <a:pt x="1005" y="0"/>
                      <a:pt x="99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83;p41">
                <a:extLst>
                  <a:ext uri="{FF2B5EF4-FFF2-40B4-BE49-F238E27FC236}">
                    <a16:creationId xmlns:a16="http://schemas.microsoft.com/office/drawing/2014/main" id="{8348817E-E52B-EA22-BB05-36BFBEB13C09}"/>
                  </a:ext>
                </a:extLst>
              </p:cNvPr>
              <p:cNvSpPr/>
              <p:nvPr/>
            </p:nvSpPr>
            <p:spPr>
              <a:xfrm flipH="1">
                <a:off x="837777" y="2882125"/>
                <a:ext cx="292052" cy="673108"/>
              </a:xfrm>
              <a:custGeom>
                <a:avLst/>
                <a:gdLst/>
                <a:ahLst/>
                <a:cxnLst/>
                <a:rect l="l" t="t" r="r" b="b"/>
                <a:pathLst>
                  <a:path w="6661" h="15352" extrusionOk="0">
                    <a:moveTo>
                      <a:pt x="5637" y="8661"/>
                    </a:moveTo>
                    <a:cubicBezTo>
                      <a:pt x="5728" y="10677"/>
                      <a:pt x="6660" y="13885"/>
                      <a:pt x="4277" y="15046"/>
                    </a:cubicBezTo>
                    <a:cubicBezTo>
                      <a:pt x="3621" y="15351"/>
                      <a:pt x="2857" y="15046"/>
                      <a:pt x="2322" y="14603"/>
                    </a:cubicBezTo>
                    <a:cubicBezTo>
                      <a:pt x="1620" y="14038"/>
                      <a:pt x="1131" y="12571"/>
                      <a:pt x="917" y="11716"/>
                    </a:cubicBezTo>
                    <a:cubicBezTo>
                      <a:pt x="749" y="11029"/>
                      <a:pt x="795" y="10219"/>
                      <a:pt x="688" y="9516"/>
                    </a:cubicBezTo>
                    <a:cubicBezTo>
                      <a:pt x="581" y="8753"/>
                      <a:pt x="474" y="8004"/>
                      <a:pt x="367" y="7241"/>
                    </a:cubicBezTo>
                    <a:cubicBezTo>
                      <a:pt x="1" y="4506"/>
                      <a:pt x="825" y="1925"/>
                      <a:pt x="2842" y="1"/>
                    </a:cubicBezTo>
                    <a:cubicBezTo>
                      <a:pt x="3254" y="825"/>
                      <a:pt x="3850" y="1467"/>
                      <a:pt x="4430" y="2215"/>
                    </a:cubicBezTo>
                    <a:cubicBezTo>
                      <a:pt x="4690" y="2551"/>
                      <a:pt x="4934" y="2918"/>
                      <a:pt x="5148" y="3285"/>
                    </a:cubicBezTo>
                    <a:cubicBezTo>
                      <a:pt x="5530" y="3957"/>
                      <a:pt x="5469" y="4720"/>
                      <a:pt x="5469" y="5453"/>
                    </a:cubicBezTo>
                    <a:cubicBezTo>
                      <a:pt x="5469" y="6507"/>
                      <a:pt x="5591" y="7592"/>
                      <a:pt x="5637" y="866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84;p41">
                <a:extLst>
                  <a:ext uri="{FF2B5EF4-FFF2-40B4-BE49-F238E27FC236}">
                    <a16:creationId xmlns:a16="http://schemas.microsoft.com/office/drawing/2014/main" id="{10D88687-AFB8-694D-40BC-C37D91618B03}"/>
                  </a:ext>
                </a:extLst>
              </p:cNvPr>
              <p:cNvSpPr/>
              <p:nvPr/>
            </p:nvSpPr>
            <p:spPr>
              <a:xfrm flipH="1">
                <a:off x="888199" y="2927812"/>
                <a:ext cx="208790" cy="71169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16232" extrusionOk="0">
                    <a:moveTo>
                      <a:pt x="1996" y="0"/>
                    </a:moveTo>
                    <a:cubicBezTo>
                      <a:pt x="1976" y="0"/>
                      <a:pt x="1955" y="16"/>
                      <a:pt x="1955" y="43"/>
                    </a:cubicBezTo>
                    <a:cubicBezTo>
                      <a:pt x="2032" y="486"/>
                      <a:pt x="2077" y="929"/>
                      <a:pt x="2108" y="1372"/>
                    </a:cubicBezTo>
                    <a:cubicBezTo>
                      <a:pt x="1833" y="1158"/>
                      <a:pt x="1543" y="929"/>
                      <a:pt x="1329" y="654"/>
                    </a:cubicBezTo>
                    <a:cubicBezTo>
                      <a:pt x="1324" y="650"/>
                      <a:pt x="1320" y="648"/>
                      <a:pt x="1316" y="648"/>
                    </a:cubicBezTo>
                    <a:cubicBezTo>
                      <a:pt x="1306" y="648"/>
                      <a:pt x="1298" y="658"/>
                      <a:pt x="1298" y="669"/>
                    </a:cubicBezTo>
                    <a:cubicBezTo>
                      <a:pt x="1421" y="853"/>
                      <a:pt x="1558" y="990"/>
                      <a:pt x="1711" y="1127"/>
                    </a:cubicBezTo>
                    <a:cubicBezTo>
                      <a:pt x="1848" y="1265"/>
                      <a:pt x="1970" y="1418"/>
                      <a:pt x="2123" y="1525"/>
                    </a:cubicBezTo>
                    <a:cubicBezTo>
                      <a:pt x="2138" y="1769"/>
                      <a:pt x="2154" y="2013"/>
                      <a:pt x="2169" y="2243"/>
                    </a:cubicBezTo>
                    <a:cubicBezTo>
                      <a:pt x="2066" y="2254"/>
                      <a:pt x="1970" y="2263"/>
                      <a:pt x="1876" y="2263"/>
                    </a:cubicBezTo>
                    <a:cubicBezTo>
                      <a:pt x="1719" y="2263"/>
                      <a:pt x="1568" y="2237"/>
                      <a:pt x="1405" y="2151"/>
                    </a:cubicBezTo>
                    <a:cubicBezTo>
                      <a:pt x="1100" y="1998"/>
                      <a:pt x="871" y="1723"/>
                      <a:pt x="764" y="1402"/>
                    </a:cubicBezTo>
                    <a:cubicBezTo>
                      <a:pt x="757" y="1383"/>
                      <a:pt x="743" y="1375"/>
                      <a:pt x="729" y="1375"/>
                    </a:cubicBezTo>
                    <a:cubicBezTo>
                      <a:pt x="711" y="1375"/>
                      <a:pt x="694" y="1391"/>
                      <a:pt x="703" y="1418"/>
                    </a:cubicBezTo>
                    <a:cubicBezTo>
                      <a:pt x="810" y="1723"/>
                      <a:pt x="1008" y="1983"/>
                      <a:pt x="1283" y="2166"/>
                    </a:cubicBezTo>
                    <a:cubicBezTo>
                      <a:pt x="1509" y="2317"/>
                      <a:pt x="1745" y="2354"/>
                      <a:pt x="2000" y="2354"/>
                    </a:cubicBezTo>
                    <a:cubicBezTo>
                      <a:pt x="2056" y="2354"/>
                      <a:pt x="2112" y="2352"/>
                      <a:pt x="2169" y="2349"/>
                    </a:cubicBezTo>
                    <a:cubicBezTo>
                      <a:pt x="2184" y="2624"/>
                      <a:pt x="2184" y="2899"/>
                      <a:pt x="2200" y="3174"/>
                    </a:cubicBezTo>
                    <a:cubicBezTo>
                      <a:pt x="1940" y="3098"/>
                      <a:pt x="1680" y="2976"/>
                      <a:pt x="1436" y="2869"/>
                    </a:cubicBezTo>
                    <a:cubicBezTo>
                      <a:pt x="1023" y="2685"/>
                      <a:pt x="749" y="2411"/>
                      <a:pt x="397" y="2181"/>
                    </a:cubicBezTo>
                    <a:cubicBezTo>
                      <a:pt x="392" y="2180"/>
                      <a:pt x="387" y="2179"/>
                      <a:pt x="383" y="2179"/>
                    </a:cubicBezTo>
                    <a:cubicBezTo>
                      <a:pt x="345" y="2179"/>
                      <a:pt x="324" y="2229"/>
                      <a:pt x="351" y="2243"/>
                    </a:cubicBezTo>
                    <a:cubicBezTo>
                      <a:pt x="703" y="2456"/>
                      <a:pt x="962" y="2731"/>
                      <a:pt x="1329" y="2899"/>
                    </a:cubicBezTo>
                    <a:cubicBezTo>
                      <a:pt x="1604" y="3037"/>
                      <a:pt x="1894" y="3205"/>
                      <a:pt x="2200" y="3281"/>
                    </a:cubicBezTo>
                    <a:cubicBezTo>
                      <a:pt x="2200" y="3296"/>
                      <a:pt x="2200" y="3312"/>
                      <a:pt x="2200" y="3327"/>
                    </a:cubicBezTo>
                    <a:cubicBezTo>
                      <a:pt x="2184" y="3358"/>
                      <a:pt x="2184" y="3373"/>
                      <a:pt x="2200" y="3388"/>
                    </a:cubicBezTo>
                    <a:cubicBezTo>
                      <a:pt x="2215" y="3663"/>
                      <a:pt x="2215" y="3923"/>
                      <a:pt x="2230" y="4182"/>
                    </a:cubicBezTo>
                    <a:cubicBezTo>
                      <a:pt x="2230" y="4198"/>
                      <a:pt x="2230" y="4213"/>
                      <a:pt x="2230" y="4243"/>
                    </a:cubicBezTo>
                    <a:cubicBezTo>
                      <a:pt x="1573" y="4121"/>
                      <a:pt x="580" y="3877"/>
                      <a:pt x="336" y="3205"/>
                    </a:cubicBezTo>
                    <a:cubicBezTo>
                      <a:pt x="326" y="3184"/>
                      <a:pt x="309" y="3176"/>
                      <a:pt x="292" y="3176"/>
                    </a:cubicBezTo>
                    <a:cubicBezTo>
                      <a:pt x="258" y="3176"/>
                      <a:pt x="224" y="3210"/>
                      <a:pt x="244" y="3251"/>
                    </a:cubicBezTo>
                    <a:cubicBezTo>
                      <a:pt x="611" y="3984"/>
                      <a:pt x="1543" y="4106"/>
                      <a:pt x="2245" y="4381"/>
                    </a:cubicBezTo>
                    <a:cubicBezTo>
                      <a:pt x="2261" y="4671"/>
                      <a:pt x="2276" y="4977"/>
                      <a:pt x="2291" y="5282"/>
                    </a:cubicBezTo>
                    <a:cubicBezTo>
                      <a:pt x="1879" y="5236"/>
                      <a:pt x="1482" y="5175"/>
                      <a:pt x="1100" y="4992"/>
                    </a:cubicBezTo>
                    <a:cubicBezTo>
                      <a:pt x="749" y="4839"/>
                      <a:pt x="275" y="4671"/>
                      <a:pt x="46" y="4350"/>
                    </a:cubicBezTo>
                    <a:cubicBezTo>
                      <a:pt x="46" y="4345"/>
                      <a:pt x="44" y="4344"/>
                      <a:pt x="42" y="4344"/>
                    </a:cubicBezTo>
                    <a:cubicBezTo>
                      <a:pt x="37" y="4344"/>
                      <a:pt x="31" y="4350"/>
                      <a:pt x="31" y="4350"/>
                    </a:cubicBezTo>
                    <a:cubicBezTo>
                      <a:pt x="244" y="4686"/>
                      <a:pt x="672" y="4824"/>
                      <a:pt x="1008" y="5007"/>
                    </a:cubicBezTo>
                    <a:cubicBezTo>
                      <a:pt x="1421" y="5221"/>
                      <a:pt x="1833" y="5404"/>
                      <a:pt x="2306" y="5404"/>
                    </a:cubicBezTo>
                    <a:cubicBezTo>
                      <a:pt x="2306" y="5420"/>
                      <a:pt x="2306" y="5435"/>
                      <a:pt x="2306" y="5450"/>
                    </a:cubicBezTo>
                    <a:cubicBezTo>
                      <a:pt x="2322" y="5633"/>
                      <a:pt x="2352" y="5832"/>
                      <a:pt x="2368" y="6015"/>
                    </a:cubicBezTo>
                    <a:cubicBezTo>
                      <a:pt x="2253" y="6034"/>
                      <a:pt x="2129" y="6043"/>
                      <a:pt x="2000" y="6043"/>
                    </a:cubicBezTo>
                    <a:cubicBezTo>
                      <a:pt x="1297" y="6043"/>
                      <a:pt x="426" y="5778"/>
                      <a:pt x="0" y="5404"/>
                    </a:cubicBezTo>
                    <a:lnTo>
                      <a:pt x="0" y="5404"/>
                    </a:lnTo>
                    <a:cubicBezTo>
                      <a:pt x="351" y="5756"/>
                      <a:pt x="779" y="5908"/>
                      <a:pt x="1268" y="6000"/>
                    </a:cubicBezTo>
                    <a:cubicBezTo>
                      <a:pt x="1546" y="6061"/>
                      <a:pt x="1844" y="6140"/>
                      <a:pt x="2138" y="6140"/>
                    </a:cubicBezTo>
                    <a:cubicBezTo>
                      <a:pt x="2215" y="6140"/>
                      <a:pt x="2292" y="6135"/>
                      <a:pt x="2368" y="6122"/>
                    </a:cubicBezTo>
                    <a:cubicBezTo>
                      <a:pt x="2413" y="6458"/>
                      <a:pt x="2444" y="6809"/>
                      <a:pt x="2474" y="7161"/>
                    </a:cubicBezTo>
                    <a:cubicBezTo>
                      <a:pt x="2138" y="7130"/>
                      <a:pt x="1802" y="7161"/>
                      <a:pt x="1466" y="7115"/>
                    </a:cubicBezTo>
                    <a:cubicBezTo>
                      <a:pt x="962" y="7039"/>
                      <a:pt x="535" y="6809"/>
                      <a:pt x="153" y="6473"/>
                    </a:cubicBezTo>
                    <a:cubicBezTo>
                      <a:pt x="148" y="6465"/>
                      <a:pt x="143" y="6461"/>
                      <a:pt x="137" y="6461"/>
                    </a:cubicBezTo>
                    <a:cubicBezTo>
                      <a:pt x="124" y="6461"/>
                      <a:pt x="111" y="6482"/>
                      <a:pt x="122" y="6504"/>
                    </a:cubicBezTo>
                    <a:cubicBezTo>
                      <a:pt x="810" y="7161"/>
                      <a:pt x="1589" y="7207"/>
                      <a:pt x="2490" y="7298"/>
                    </a:cubicBezTo>
                    <a:cubicBezTo>
                      <a:pt x="2520" y="7588"/>
                      <a:pt x="2551" y="7863"/>
                      <a:pt x="2566" y="8154"/>
                    </a:cubicBezTo>
                    <a:cubicBezTo>
                      <a:pt x="2500" y="8158"/>
                      <a:pt x="2431" y="8160"/>
                      <a:pt x="2360" y="8160"/>
                    </a:cubicBezTo>
                    <a:cubicBezTo>
                      <a:pt x="1671" y="8160"/>
                      <a:pt x="825" y="7954"/>
                      <a:pt x="382" y="7497"/>
                    </a:cubicBezTo>
                    <a:cubicBezTo>
                      <a:pt x="373" y="7491"/>
                      <a:pt x="364" y="7488"/>
                      <a:pt x="355" y="7488"/>
                    </a:cubicBezTo>
                    <a:cubicBezTo>
                      <a:pt x="317" y="7488"/>
                      <a:pt x="284" y="7533"/>
                      <a:pt x="321" y="7558"/>
                    </a:cubicBezTo>
                    <a:cubicBezTo>
                      <a:pt x="626" y="7879"/>
                      <a:pt x="1069" y="8031"/>
                      <a:pt x="1497" y="8123"/>
                    </a:cubicBezTo>
                    <a:cubicBezTo>
                      <a:pt x="1749" y="8173"/>
                      <a:pt x="2095" y="8276"/>
                      <a:pt x="2396" y="8276"/>
                    </a:cubicBezTo>
                    <a:cubicBezTo>
                      <a:pt x="2460" y="8276"/>
                      <a:pt x="2523" y="8271"/>
                      <a:pt x="2581" y="8261"/>
                    </a:cubicBezTo>
                    <a:cubicBezTo>
                      <a:pt x="2581" y="8276"/>
                      <a:pt x="2581" y="8291"/>
                      <a:pt x="2581" y="8291"/>
                    </a:cubicBezTo>
                    <a:cubicBezTo>
                      <a:pt x="2612" y="8703"/>
                      <a:pt x="2643" y="9131"/>
                      <a:pt x="2658" y="9544"/>
                    </a:cubicBezTo>
                    <a:cubicBezTo>
                      <a:pt x="1848" y="9544"/>
                      <a:pt x="1207" y="9101"/>
                      <a:pt x="519" y="8719"/>
                    </a:cubicBezTo>
                    <a:cubicBezTo>
                      <a:pt x="512" y="8714"/>
                      <a:pt x="505" y="8712"/>
                      <a:pt x="498" y="8712"/>
                    </a:cubicBezTo>
                    <a:cubicBezTo>
                      <a:pt x="461" y="8712"/>
                      <a:pt x="435" y="8770"/>
                      <a:pt x="474" y="8795"/>
                    </a:cubicBezTo>
                    <a:cubicBezTo>
                      <a:pt x="1176" y="9208"/>
                      <a:pt x="1818" y="9650"/>
                      <a:pt x="2658" y="9666"/>
                    </a:cubicBezTo>
                    <a:cubicBezTo>
                      <a:pt x="2673" y="10002"/>
                      <a:pt x="2673" y="10338"/>
                      <a:pt x="2673" y="10674"/>
                    </a:cubicBezTo>
                    <a:cubicBezTo>
                      <a:pt x="1986" y="10659"/>
                      <a:pt x="1222" y="10368"/>
                      <a:pt x="672" y="9941"/>
                    </a:cubicBezTo>
                    <a:cubicBezTo>
                      <a:pt x="663" y="9935"/>
                      <a:pt x="655" y="9932"/>
                      <a:pt x="648" y="9932"/>
                    </a:cubicBezTo>
                    <a:cubicBezTo>
                      <a:pt x="617" y="9932"/>
                      <a:pt x="602" y="9977"/>
                      <a:pt x="626" y="10002"/>
                    </a:cubicBezTo>
                    <a:cubicBezTo>
                      <a:pt x="1207" y="10475"/>
                      <a:pt x="1955" y="10750"/>
                      <a:pt x="2673" y="10811"/>
                    </a:cubicBezTo>
                    <a:cubicBezTo>
                      <a:pt x="2673" y="11178"/>
                      <a:pt x="2673" y="11544"/>
                      <a:pt x="2673" y="11896"/>
                    </a:cubicBezTo>
                    <a:cubicBezTo>
                      <a:pt x="2599" y="11904"/>
                      <a:pt x="2526" y="11908"/>
                      <a:pt x="2453" y="11908"/>
                    </a:cubicBezTo>
                    <a:cubicBezTo>
                      <a:pt x="1855" y="11908"/>
                      <a:pt x="1315" y="11636"/>
                      <a:pt x="825" y="11254"/>
                    </a:cubicBezTo>
                    <a:cubicBezTo>
                      <a:pt x="810" y="11254"/>
                      <a:pt x="794" y="11270"/>
                      <a:pt x="810" y="11285"/>
                    </a:cubicBezTo>
                    <a:cubicBezTo>
                      <a:pt x="1248" y="11655"/>
                      <a:pt x="1859" y="12049"/>
                      <a:pt x="2465" y="12049"/>
                    </a:cubicBezTo>
                    <a:cubicBezTo>
                      <a:pt x="2535" y="12049"/>
                      <a:pt x="2604" y="12044"/>
                      <a:pt x="2673" y="12033"/>
                    </a:cubicBezTo>
                    <a:cubicBezTo>
                      <a:pt x="2673" y="12155"/>
                      <a:pt x="2673" y="12262"/>
                      <a:pt x="2673" y="12385"/>
                    </a:cubicBezTo>
                    <a:cubicBezTo>
                      <a:pt x="2673" y="12446"/>
                      <a:pt x="2673" y="12522"/>
                      <a:pt x="2673" y="12598"/>
                    </a:cubicBezTo>
                    <a:cubicBezTo>
                      <a:pt x="2138" y="12568"/>
                      <a:pt x="1619" y="12507"/>
                      <a:pt x="1130" y="12278"/>
                    </a:cubicBezTo>
                    <a:cubicBezTo>
                      <a:pt x="1115" y="12278"/>
                      <a:pt x="1100" y="12293"/>
                      <a:pt x="1115" y="12293"/>
                    </a:cubicBezTo>
                    <a:cubicBezTo>
                      <a:pt x="1604" y="12553"/>
                      <a:pt x="2123" y="12675"/>
                      <a:pt x="2673" y="12705"/>
                    </a:cubicBezTo>
                    <a:cubicBezTo>
                      <a:pt x="2673" y="12919"/>
                      <a:pt x="2658" y="13148"/>
                      <a:pt x="2658" y="13377"/>
                    </a:cubicBezTo>
                    <a:cubicBezTo>
                      <a:pt x="2520" y="13347"/>
                      <a:pt x="2383" y="13316"/>
                      <a:pt x="2230" y="13316"/>
                    </a:cubicBezTo>
                    <a:cubicBezTo>
                      <a:pt x="1970" y="13301"/>
                      <a:pt x="1772" y="13179"/>
                      <a:pt x="1512" y="13102"/>
                    </a:cubicBezTo>
                    <a:cubicBezTo>
                      <a:pt x="1497" y="13102"/>
                      <a:pt x="1482" y="13133"/>
                      <a:pt x="1497" y="13133"/>
                    </a:cubicBezTo>
                    <a:cubicBezTo>
                      <a:pt x="1726" y="13209"/>
                      <a:pt x="1894" y="13347"/>
                      <a:pt x="2138" y="13362"/>
                    </a:cubicBezTo>
                    <a:cubicBezTo>
                      <a:pt x="2306" y="13393"/>
                      <a:pt x="2474" y="13423"/>
                      <a:pt x="2658" y="13454"/>
                    </a:cubicBezTo>
                    <a:cubicBezTo>
                      <a:pt x="2643" y="14370"/>
                      <a:pt x="2673" y="15317"/>
                      <a:pt x="2979" y="16111"/>
                    </a:cubicBezTo>
                    <a:cubicBezTo>
                      <a:pt x="3012" y="16193"/>
                      <a:pt x="3094" y="16232"/>
                      <a:pt x="3175" y="16232"/>
                    </a:cubicBezTo>
                    <a:cubicBezTo>
                      <a:pt x="3276" y="16232"/>
                      <a:pt x="3376" y="16170"/>
                      <a:pt x="3376" y="16050"/>
                    </a:cubicBezTo>
                    <a:cubicBezTo>
                      <a:pt x="3360" y="15424"/>
                      <a:pt x="3192" y="14798"/>
                      <a:pt x="3116" y="14172"/>
                    </a:cubicBezTo>
                    <a:cubicBezTo>
                      <a:pt x="3085" y="14004"/>
                      <a:pt x="3070" y="13851"/>
                      <a:pt x="3055" y="13683"/>
                    </a:cubicBezTo>
                    <a:cubicBezTo>
                      <a:pt x="3345" y="13606"/>
                      <a:pt x="3620" y="13347"/>
                      <a:pt x="3849" y="13164"/>
                    </a:cubicBezTo>
                    <a:cubicBezTo>
                      <a:pt x="4231" y="12812"/>
                      <a:pt x="4491" y="12400"/>
                      <a:pt x="4750" y="11972"/>
                    </a:cubicBezTo>
                    <a:cubicBezTo>
                      <a:pt x="4762" y="11950"/>
                      <a:pt x="4748" y="11936"/>
                      <a:pt x="4734" y="11936"/>
                    </a:cubicBezTo>
                    <a:cubicBezTo>
                      <a:pt x="4729" y="11936"/>
                      <a:pt x="4724" y="11938"/>
                      <a:pt x="4720" y="11942"/>
                    </a:cubicBezTo>
                    <a:cubicBezTo>
                      <a:pt x="4445" y="12323"/>
                      <a:pt x="4155" y="12690"/>
                      <a:pt x="3788" y="12980"/>
                    </a:cubicBezTo>
                    <a:cubicBezTo>
                      <a:pt x="3590" y="13148"/>
                      <a:pt x="3299" y="13408"/>
                      <a:pt x="3024" y="13515"/>
                    </a:cubicBezTo>
                    <a:cubicBezTo>
                      <a:pt x="3009" y="13316"/>
                      <a:pt x="2994" y="13118"/>
                      <a:pt x="2979" y="12919"/>
                    </a:cubicBezTo>
                    <a:cubicBezTo>
                      <a:pt x="3284" y="12797"/>
                      <a:pt x="3513" y="12522"/>
                      <a:pt x="3742" y="12293"/>
                    </a:cubicBezTo>
                    <a:cubicBezTo>
                      <a:pt x="4124" y="11911"/>
                      <a:pt x="4430" y="11468"/>
                      <a:pt x="4735" y="11025"/>
                    </a:cubicBezTo>
                    <a:lnTo>
                      <a:pt x="4735" y="11025"/>
                    </a:lnTo>
                    <a:cubicBezTo>
                      <a:pt x="4231" y="11621"/>
                      <a:pt x="3712" y="12430"/>
                      <a:pt x="2963" y="12766"/>
                    </a:cubicBezTo>
                    <a:cubicBezTo>
                      <a:pt x="2948" y="12522"/>
                      <a:pt x="2933" y="12278"/>
                      <a:pt x="2917" y="12033"/>
                    </a:cubicBezTo>
                    <a:cubicBezTo>
                      <a:pt x="2917" y="12018"/>
                      <a:pt x="2917" y="12003"/>
                      <a:pt x="2917" y="11987"/>
                    </a:cubicBezTo>
                    <a:cubicBezTo>
                      <a:pt x="3758" y="11529"/>
                      <a:pt x="4185" y="10674"/>
                      <a:pt x="4735" y="9925"/>
                    </a:cubicBezTo>
                    <a:cubicBezTo>
                      <a:pt x="4746" y="9915"/>
                      <a:pt x="4741" y="9904"/>
                      <a:pt x="4732" y="9904"/>
                    </a:cubicBezTo>
                    <a:cubicBezTo>
                      <a:pt x="4729" y="9904"/>
                      <a:pt x="4724" y="9906"/>
                      <a:pt x="4720" y="9910"/>
                    </a:cubicBezTo>
                    <a:cubicBezTo>
                      <a:pt x="4170" y="10613"/>
                      <a:pt x="3681" y="11376"/>
                      <a:pt x="2902" y="11835"/>
                    </a:cubicBezTo>
                    <a:cubicBezTo>
                      <a:pt x="2902" y="11483"/>
                      <a:pt x="2887" y="11132"/>
                      <a:pt x="2872" y="10781"/>
                    </a:cubicBezTo>
                    <a:cubicBezTo>
                      <a:pt x="3620" y="10261"/>
                      <a:pt x="4155" y="9620"/>
                      <a:pt x="4552" y="8810"/>
                    </a:cubicBezTo>
                    <a:cubicBezTo>
                      <a:pt x="4552" y="8795"/>
                      <a:pt x="4537" y="8795"/>
                      <a:pt x="4537" y="8795"/>
                    </a:cubicBezTo>
                    <a:cubicBezTo>
                      <a:pt x="4094" y="9559"/>
                      <a:pt x="3528" y="10078"/>
                      <a:pt x="2872" y="10628"/>
                    </a:cubicBezTo>
                    <a:cubicBezTo>
                      <a:pt x="2856" y="10277"/>
                      <a:pt x="2856" y="9910"/>
                      <a:pt x="2841" y="9559"/>
                    </a:cubicBezTo>
                    <a:cubicBezTo>
                      <a:pt x="3147" y="9299"/>
                      <a:pt x="3498" y="9101"/>
                      <a:pt x="3758" y="8795"/>
                    </a:cubicBezTo>
                    <a:cubicBezTo>
                      <a:pt x="4032" y="8490"/>
                      <a:pt x="4246" y="8138"/>
                      <a:pt x="4368" y="7756"/>
                    </a:cubicBezTo>
                    <a:cubicBezTo>
                      <a:pt x="4379" y="7746"/>
                      <a:pt x="4367" y="7735"/>
                      <a:pt x="4354" y="7735"/>
                    </a:cubicBezTo>
                    <a:cubicBezTo>
                      <a:pt x="4348" y="7735"/>
                      <a:pt x="4342" y="7737"/>
                      <a:pt x="4338" y="7741"/>
                    </a:cubicBezTo>
                    <a:cubicBezTo>
                      <a:pt x="4048" y="8520"/>
                      <a:pt x="3406" y="8902"/>
                      <a:pt x="2826" y="9406"/>
                    </a:cubicBezTo>
                    <a:cubicBezTo>
                      <a:pt x="2826" y="9085"/>
                      <a:pt x="2795" y="8749"/>
                      <a:pt x="2780" y="8429"/>
                    </a:cubicBezTo>
                    <a:cubicBezTo>
                      <a:pt x="3406" y="7833"/>
                      <a:pt x="4124" y="7252"/>
                      <a:pt x="4353" y="6367"/>
                    </a:cubicBezTo>
                    <a:cubicBezTo>
                      <a:pt x="4353" y="6351"/>
                      <a:pt x="4338" y="6351"/>
                      <a:pt x="4338" y="6351"/>
                    </a:cubicBezTo>
                    <a:cubicBezTo>
                      <a:pt x="4063" y="7191"/>
                      <a:pt x="3376" y="7695"/>
                      <a:pt x="2765" y="8261"/>
                    </a:cubicBezTo>
                    <a:cubicBezTo>
                      <a:pt x="2749" y="8199"/>
                      <a:pt x="2749" y="8154"/>
                      <a:pt x="2749" y="8093"/>
                    </a:cubicBezTo>
                    <a:cubicBezTo>
                      <a:pt x="2719" y="7787"/>
                      <a:pt x="2688" y="7482"/>
                      <a:pt x="2658" y="7176"/>
                    </a:cubicBezTo>
                    <a:cubicBezTo>
                      <a:pt x="3040" y="6901"/>
                      <a:pt x="3391" y="6565"/>
                      <a:pt x="3712" y="6214"/>
                    </a:cubicBezTo>
                    <a:cubicBezTo>
                      <a:pt x="3926" y="5969"/>
                      <a:pt x="4185" y="5725"/>
                      <a:pt x="4292" y="5389"/>
                    </a:cubicBezTo>
                    <a:cubicBezTo>
                      <a:pt x="4292" y="5380"/>
                      <a:pt x="4282" y="5371"/>
                      <a:pt x="4273" y="5371"/>
                    </a:cubicBezTo>
                    <a:cubicBezTo>
                      <a:pt x="4267" y="5371"/>
                      <a:pt x="4262" y="5376"/>
                      <a:pt x="4262" y="5389"/>
                    </a:cubicBezTo>
                    <a:cubicBezTo>
                      <a:pt x="4002" y="6046"/>
                      <a:pt x="3223" y="6596"/>
                      <a:pt x="2643" y="7054"/>
                    </a:cubicBezTo>
                    <a:cubicBezTo>
                      <a:pt x="2612" y="6748"/>
                      <a:pt x="2581" y="6443"/>
                      <a:pt x="2551" y="6137"/>
                    </a:cubicBezTo>
                    <a:cubicBezTo>
                      <a:pt x="3147" y="5526"/>
                      <a:pt x="3926" y="5068"/>
                      <a:pt x="4170" y="4182"/>
                    </a:cubicBezTo>
                    <a:cubicBezTo>
                      <a:pt x="4179" y="4163"/>
                      <a:pt x="4165" y="4150"/>
                      <a:pt x="4153" y="4150"/>
                    </a:cubicBezTo>
                    <a:cubicBezTo>
                      <a:pt x="4146" y="4150"/>
                      <a:pt x="4139" y="4155"/>
                      <a:pt x="4139" y="4167"/>
                    </a:cubicBezTo>
                    <a:cubicBezTo>
                      <a:pt x="3864" y="4992"/>
                      <a:pt x="3116" y="5420"/>
                      <a:pt x="2536" y="5985"/>
                    </a:cubicBezTo>
                    <a:cubicBezTo>
                      <a:pt x="2520" y="5801"/>
                      <a:pt x="2490" y="5618"/>
                      <a:pt x="2474" y="5420"/>
                    </a:cubicBezTo>
                    <a:cubicBezTo>
                      <a:pt x="3177" y="4946"/>
                      <a:pt x="3910" y="4075"/>
                      <a:pt x="4139" y="3281"/>
                    </a:cubicBezTo>
                    <a:cubicBezTo>
                      <a:pt x="4149" y="3251"/>
                      <a:pt x="4127" y="3228"/>
                      <a:pt x="4106" y="3228"/>
                    </a:cubicBezTo>
                    <a:cubicBezTo>
                      <a:pt x="4095" y="3228"/>
                      <a:pt x="4084" y="3235"/>
                      <a:pt x="4078" y="3251"/>
                    </a:cubicBezTo>
                    <a:cubicBezTo>
                      <a:pt x="3819" y="3968"/>
                      <a:pt x="3147" y="4839"/>
                      <a:pt x="2459" y="5267"/>
                    </a:cubicBezTo>
                    <a:cubicBezTo>
                      <a:pt x="2429" y="4961"/>
                      <a:pt x="2413" y="4656"/>
                      <a:pt x="2383" y="4350"/>
                    </a:cubicBezTo>
                    <a:cubicBezTo>
                      <a:pt x="2383" y="4350"/>
                      <a:pt x="2383" y="4335"/>
                      <a:pt x="2383" y="4320"/>
                    </a:cubicBezTo>
                    <a:cubicBezTo>
                      <a:pt x="2704" y="4137"/>
                      <a:pt x="2994" y="3800"/>
                      <a:pt x="3238" y="3541"/>
                    </a:cubicBezTo>
                    <a:cubicBezTo>
                      <a:pt x="3544" y="3235"/>
                      <a:pt x="3819" y="2884"/>
                      <a:pt x="3956" y="2472"/>
                    </a:cubicBezTo>
                    <a:cubicBezTo>
                      <a:pt x="3966" y="2442"/>
                      <a:pt x="3937" y="2418"/>
                      <a:pt x="3911" y="2418"/>
                    </a:cubicBezTo>
                    <a:cubicBezTo>
                      <a:pt x="3898" y="2418"/>
                      <a:pt x="3885" y="2425"/>
                      <a:pt x="3880" y="2441"/>
                    </a:cubicBezTo>
                    <a:cubicBezTo>
                      <a:pt x="3696" y="3144"/>
                      <a:pt x="2994" y="3755"/>
                      <a:pt x="2368" y="4167"/>
                    </a:cubicBezTo>
                    <a:cubicBezTo>
                      <a:pt x="2368" y="4045"/>
                      <a:pt x="2352" y="3938"/>
                      <a:pt x="2352" y="3831"/>
                    </a:cubicBezTo>
                    <a:cubicBezTo>
                      <a:pt x="2337" y="3663"/>
                      <a:pt x="2337" y="3495"/>
                      <a:pt x="2322" y="3312"/>
                    </a:cubicBezTo>
                    <a:cubicBezTo>
                      <a:pt x="2551" y="3052"/>
                      <a:pt x="2887" y="2884"/>
                      <a:pt x="3101" y="2609"/>
                    </a:cubicBezTo>
                    <a:cubicBezTo>
                      <a:pt x="3299" y="2380"/>
                      <a:pt x="3467" y="2105"/>
                      <a:pt x="3620" y="1845"/>
                    </a:cubicBezTo>
                    <a:cubicBezTo>
                      <a:pt x="3631" y="1823"/>
                      <a:pt x="3610" y="1809"/>
                      <a:pt x="3591" y="1809"/>
                    </a:cubicBezTo>
                    <a:cubicBezTo>
                      <a:pt x="3585" y="1809"/>
                      <a:pt x="3578" y="1811"/>
                      <a:pt x="3574" y="1815"/>
                    </a:cubicBezTo>
                    <a:cubicBezTo>
                      <a:pt x="3360" y="2151"/>
                      <a:pt x="3131" y="2472"/>
                      <a:pt x="2841" y="2747"/>
                    </a:cubicBezTo>
                    <a:cubicBezTo>
                      <a:pt x="2673" y="2899"/>
                      <a:pt x="2474" y="3006"/>
                      <a:pt x="2322" y="3159"/>
                    </a:cubicBezTo>
                    <a:cubicBezTo>
                      <a:pt x="2306" y="2884"/>
                      <a:pt x="2291" y="2609"/>
                      <a:pt x="2276" y="2334"/>
                    </a:cubicBezTo>
                    <a:lnTo>
                      <a:pt x="2306" y="2334"/>
                    </a:lnTo>
                    <a:cubicBezTo>
                      <a:pt x="2322" y="2334"/>
                      <a:pt x="2337" y="2319"/>
                      <a:pt x="2337" y="2304"/>
                    </a:cubicBezTo>
                    <a:cubicBezTo>
                      <a:pt x="2688" y="2120"/>
                      <a:pt x="2902" y="1723"/>
                      <a:pt x="3085" y="1387"/>
                    </a:cubicBezTo>
                    <a:cubicBezTo>
                      <a:pt x="3085" y="1372"/>
                      <a:pt x="3070" y="1372"/>
                      <a:pt x="3070" y="1372"/>
                    </a:cubicBezTo>
                    <a:cubicBezTo>
                      <a:pt x="2872" y="1693"/>
                      <a:pt x="2643" y="2029"/>
                      <a:pt x="2306" y="2227"/>
                    </a:cubicBezTo>
                    <a:lnTo>
                      <a:pt x="2276" y="2227"/>
                    </a:lnTo>
                    <a:cubicBezTo>
                      <a:pt x="2261" y="2013"/>
                      <a:pt x="2245" y="1784"/>
                      <a:pt x="2230" y="1555"/>
                    </a:cubicBezTo>
                    <a:cubicBezTo>
                      <a:pt x="2261" y="1555"/>
                      <a:pt x="2276" y="1525"/>
                      <a:pt x="2261" y="1494"/>
                    </a:cubicBezTo>
                    <a:cubicBezTo>
                      <a:pt x="2429" y="1311"/>
                      <a:pt x="2566" y="1097"/>
                      <a:pt x="2688" y="883"/>
                    </a:cubicBezTo>
                    <a:cubicBezTo>
                      <a:pt x="2699" y="872"/>
                      <a:pt x="2687" y="862"/>
                      <a:pt x="2679" y="862"/>
                    </a:cubicBezTo>
                    <a:cubicBezTo>
                      <a:pt x="2676" y="862"/>
                      <a:pt x="2673" y="863"/>
                      <a:pt x="2673" y="868"/>
                    </a:cubicBezTo>
                    <a:cubicBezTo>
                      <a:pt x="2536" y="1066"/>
                      <a:pt x="2383" y="1234"/>
                      <a:pt x="2215" y="1402"/>
                    </a:cubicBezTo>
                    <a:cubicBezTo>
                      <a:pt x="2169" y="944"/>
                      <a:pt x="2123" y="486"/>
                      <a:pt x="2032" y="28"/>
                    </a:cubicBezTo>
                    <a:cubicBezTo>
                      <a:pt x="2025" y="9"/>
                      <a:pt x="2011" y="0"/>
                      <a:pt x="19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85;p41">
                <a:extLst>
                  <a:ext uri="{FF2B5EF4-FFF2-40B4-BE49-F238E27FC236}">
                    <a16:creationId xmlns:a16="http://schemas.microsoft.com/office/drawing/2014/main" id="{F6749917-C879-1AFD-BB2C-30C4045A823A}"/>
                  </a:ext>
                </a:extLst>
              </p:cNvPr>
              <p:cNvSpPr/>
              <p:nvPr/>
            </p:nvSpPr>
            <p:spPr>
              <a:xfrm flipH="1">
                <a:off x="824405" y="3581979"/>
                <a:ext cx="288018" cy="366369"/>
              </a:xfrm>
              <a:custGeom>
                <a:avLst/>
                <a:gdLst/>
                <a:ahLst/>
                <a:cxnLst/>
                <a:rect l="l" t="t" r="r" b="b"/>
                <a:pathLst>
                  <a:path w="6569" h="8356" extrusionOk="0">
                    <a:moveTo>
                      <a:pt x="1" y="0"/>
                    </a:moveTo>
                    <a:lnTo>
                      <a:pt x="92" y="1634"/>
                    </a:lnTo>
                    <a:lnTo>
                      <a:pt x="230" y="4170"/>
                    </a:lnTo>
                    <a:lnTo>
                      <a:pt x="459" y="8355"/>
                    </a:lnTo>
                    <a:lnTo>
                      <a:pt x="6110" y="8355"/>
                    </a:lnTo>
                    <a:lnTo>
                      <a:pt x="6340" y="4170"/>
                    </a:lnTo>
                    <a:lnTo>
                      <a:pt x="6477" y="1634"/>
                    </a:lnTo>
                    <a:lnTo>
                      <a:pt x="656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86;p41">
                <a:extLst>
                  <a:ext uri="{FF2B5EF4-FFF2-40B4-BE49-F238E27FC236}">
                    <a16:creationId xmlns:a16="http://schemas.microsoft.com/office/drawing/2014/main" id="{9C175E8B-F7E0-2824-B06E-7C5ED9C3B954}"/>
                  </a:ext>
                </a:extLst>
              </p:cNvPr>
              <p:cNvSpPr/>
              <p:nvPr/>
            </p:nvSpPr>
            <p:spPr>
              <a:xfrm flipH="1">
                <a:off x="828395" y="3653622"/>
                <a:ext cx="279994" cy="111191"/>
              </a:xfrm>
              <a:custGeom>
                <a:avLst/>
                <a:gdLst/>
                <a:ahLst/>
                <a:cxnLst/>
                <a:rect l="l" t="t" r="r" b="b"/>
                <a:pathLst>
                  <a:path w="6386" h="2536" extrusionOk="0">
                    <a:moveTo>
                      <a:pt x="0" y="0"/>
                    </a:moveTo>
                    <a:lnTo>
                      <a:pt x="16" y="336"/>
                    </a:lnTo>
                    <a:lnTo>
                      <a:pt x="31" y="672"/>
                    </a:lnTo>
                    <a:lnTo>
                      <a:pt x="138" y="2536"/>
                    </a:lnTo>
                    <a:lnTo>
                      <a:pt x="6248" y="2536"/>
                    </a:lnTo>
                    <a:lnTo>
                      <a:pt x="6339" y="672"/>
                    </a:lnTo>
                    <a:lnTo>
                      <a:pt x="6370" y="336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87;p41">
                <a:extLst>
                  <a:ext uri="{FF2B5EF4-FFF2-40B4-BE49-F238E27FC236}">
                    <a16:creationId xmlns:a16="http://schemas.microsoft.com/office/drawing/2014/main" id="{EF3F5B9B-6447-EA28-29AF-A8E84B1945BA}"/>
                  </a:ext>
                </a:extLst>
              </p:cNvPr>
              <p:cNvSpPr/>
              <p:nvPr/>
            </p:nvSpPr>
            <p:spPr>
              <a:xfrm flipH="1">
                <a:off x="829096" y="3668354"/>
                <a:ext cx="278635" cy="14776"/>
              </a:xfrm>
              <a:custGeom>
                <a:avLst/>
                <a:gdLst/>
                <a:ahLst/>
                <a:cxnLst/>
                <a:rect l="l" t="t" r="r" b="b"/>
                <a:pathLst>
                  <a:path w="6355" h="337" extrusionOk="0">
                    <a:moveTo>
                      <a:pt x="1" y="0"/>
                    </a:moveTo>
                    <a:lnTo>
                      <a:pt x="16" y="336"/>
                    </a:lnTo>
                    <a:lnTo>
                      <a:pt x="6324" y="336"/>
                    </a:lnTo>
                    <a:lnTo>
                      <a:pt x="63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688;p41">
              <a:extLst>
                <a:ext uri="{FF2B5EF4-FFF2-40B4-BE49-F238E27FC236}">
                  <a16:creationId xmlns:a16="http://schemas.microsoft.com/office/drawing/2014/main" id="{2DF8EB27-9A21-0184-768B-A9F5AA2596B4}"/>
                </a:ext>
              </a:extLst>
            </p:cNvPr>
            <p:cNvGrpSpPr/>
            <p:nvPr/>
          </p:nvGrpSpPr>
          <p:grpSpPr>
            <a:xfrm flipH="1">
              <a:off x="0" y="3963164"/>
              <a:ext cx="3706425" cy="178550"/>
              <a:chOff x="5527089" y="4218224"/>
              <a:chExt cx="3706425" cy="178550"/>
            </a:xfrm>
          </p:grpSpPr>
          <p:cxnSp>
            <p:nvCxnSpPr>
              <p:cNvPr id="5" name="Google Shape;689;p41">
                <a:extLst>
                  <a:ext uri="{FF2B5EF4-FFF2-40B4-BE49-F238E27FC236}">
                    <a16:creationId xmlns:a16="http://schemas.microsoft.com/office/drawing/2014/main" id="{5917A1AC-E34B-61AC-00EB-DEBEAA61DE3E}"/>
                  </a:ext>
                </a:extLst>
              </p:cNvPr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" name="Google Shape;690;p41">
                <a:extLst>
                  <a:ext uri="{FF2B5EF4-FFF2-40B4-BE49-F238E27FC236}">
                    <a16:creationId xmlns:a16="http://schemas.microsoft.com/office/drawing/2014/main" id="{32BDFE88-17A3-3439-6CA4-7067925CE21D}"/>
                  </a:ext>
                </a:extLst>
              </p:cNvPr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58022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m captura de ecrã, Saturação de cores, Gráficos, círculo&#10;&#10;Os conteúdos gerados por IA poderão estar incorretos.">
            <a:extLst>
              <a:ext uri="{FF2B5EF4-FFF2-40B4-BE49-F238E27FC236}">
                <a16:creationId xmlns:a16="http://schemas.microsoft.com/office/drawing/2014/main" id="{BAEAB421-DC49-C6EC-A27C-11C852AAA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1" y="1892962"/>
            <a:ext cx="1783976" cy="1783976"/>
          </a:xfrm>
          <a:prstGeom prst="rect">
            <a:avLst/>
          </a:prstGeom>
        </p:spPr>
      </p:pic>
      <p:pic>
        <p:nvPicPr>
          <p:cNvPr id="15" name="Imagem 14" descr="Uma imagem com texto, captura de ecrã, Tipo de letra, algebra&#10;&#10;Os conteúdos gerados por IA poderão estar incorretos.">
            <a:extLst>
              <a:ext uri="{FF2B5EF4-FFF2-40B4-BE49-F238E27FC236}">
                <a16:creationId xmlns:a16="http://schemas.microsoft.com/office/drawing/2014/main" id="{77952DDF-F546-AC41-AB0D-F92D50BBD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118" y="177052"/>
            <a:ext cx="4401673" cy="31849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7157598-4CA3-1B2E-73DF-4D35D3C709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3" r="15000"/>
          <a:stretch/>
        </p:blipFill>
        <p:spPr>
          <a:xfrm>
            <a:off x="3921243" y="2805015"/>
            <a:ext cx="4572091" cy="2161433"/>
          </a:xfrm>
          <a:prstGeom prst="rect">
            <a:avLst/>
          </a:prstGeom>
        </p:spPr>
      </p:pic>
      <p:cxnSp>
        <p:nvCxnSpPr>
          <p:cNvPr id="21" name="Conexão reta 20">
            <a:extLst>
              <a:ext uri="{FF2B5EF4-FFF2-40B4-BE49-F238E27FC236}">
                <a16:creationId xmlns:a16="http://schemas.microsoft.com/office/drawing/2014/main" id="{D748BDCA-E346-2C44-E11F-AAC6BAB7420E}"/>
              </a:ext>
            </a:extLst>
          </p:cNvPr>
          <p:cNvCxnSpPr/>
          <p:nvPr/>
        </p:nvCxnSpPr>
        <p:spPr>
          <a:xfrm>
            <a:off x="0" y="484094"/>
            <a:ext cx="2823882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D7A2BC4F-F27D-9E55-988D-07B0C10D27A0}"/>
              </a:ext>
            </a:extLst>
          </p:cNvPr>
          <p:cNvCxnSpPr>
            <a:cxnSpLocks/>
          </p:cNvCxnSpPr>
          <p:nvPr/>
        </p:nvCxnSpPr>
        <p:spPr>
          <a:xfrm>
            <a:off x="0" y="636494"/>
            <a:ext cx="3272118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A0C942E-2126-4236-0864-46AE12F0DFDA}"/>
              </a:ext>
            </a:extLst>
          </p:cNvPr>
          <p:cNvSpPr txBox="1"/>
          <p:nvPr/>
        </p:nvSpPr>
        <p:spPr>
          <a:xfrm>
            <a:off x="809550" y="3676938"/>
            <a:ext cx="1653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dirty="0">
                <a:solidFill>
                  <a:schemeClr val="tx1">
                    <a:lumMod val="85000"/>
                  </a:schemeClr>
                </a:solidFill>
                <a:latin typeface="Zen Dots" panose="020B0604020202020204" charset="0"/>
              </a:rPr>
              <a:t>FIGMA</a:t>
            </a:r>
          </a:p>
        </p:txBody>
      </p:sp>
      <p:sp>
        <p:nvSpPr>
          <p:cNvPr id="3" name="Google Shape;695;p42">
            <a:extLst>
              <a:ext uri="{FF2B5EF4-FFF2-40B4-BE49-F238E27FC236}">
                <a16:creationId xmlns:a16="http://schemas.microsoft.com/office/drawing/2014/main" id="{6987C8C3-B7D5-18BA-94B9-1DC14242E0C0}"/>
              </a:ext>
            </a:extLst>
          </p:cNvPr>
          <p:cNvSpPr txBox="1">
            <a:spLocks/>
          </p:cNvSpPr>
          <p:nvPr/>
        </p:nvSpPr>
        <p:spPr>
          <a:xfrm>
            <a:off x="-986244" y="552712"/>
            <a:ext cx="4572091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3. Objetivo</a:t>
            </a:r>
            <a:r>
              <a:rPr lang="en" sz="2000" dirty="0"/>
              <a:t>s</a:t>
            </a:r>
            <a:endParaRPr lang="pt-PT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CF026AC0-BB66-FA8A-9159-4177FF70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xão reta 20">
            <a:extLst>
              <a:ext uri="{FF2B5EF4-FFF2-40B4-BE49-F238E27FC236}">
                <a16:creationId xmlns:a16="http://schemas.microsoft.com/office/drawing/2014/main" id="{2E3F1A6B-8428-9B43-9063-14DBE4980D57}"/>
              </a:ext>
            </a:extLst>
          </p:cNvPr>
          <p:cNvCxnSpPr/>
          <p:nvPr/>
        </p:nvCxnSpPr>
        <p:spPr>
          <a:xfrm>
            <a:off x="0" y="484094"/>
            <a:ext cx="2823882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8F2DE97E-37E1-8E4A-B1FA-9D6F2E4B2A2E}"/>
              </a:ext>
            </a:extLst>
          </p:cNvPr>
          <p:cNvCxnSpPr>
            <a:cxnSpLocks/>
          </p:cNvCxnSpPr>
          <p:nvPr/>
        </p:nvCxnSpPr>
        <p:spPr>
          <a:xfrm>
            <a:off x="0" y="636494"/>
            <a:ext cx="3272118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62F212D-BC88-2D32-99C2-713558403C04}"/>
              </a:ext>
            </a:extLst>
          </p:cNvPr>
          <p:cNvSpPr txBox="1"/>
          <p:nvPr/>
        </p:nvSpPr>
        <p:spPr>
          <a:xfrm>
            <a:off x="772809" y="3664142"/>
            <a:ext cx="1879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dirty="0">
                <a:solidFill>
                  <a:schemeClr val="tx1">
                    <a:lumMod val="85000"/>
                  </a:schemeClr>
                </a:solidFill>
                <a:latin typeface="Zen Dots" panose="020B0604020202020204" charset="0"/>
              </a:rPr>
              <a:t>VUE.JS</a:t>
            </a:r>
          </a:p>
        </p:txBody>
      </p:sp>
      <p:pic>
        <p:nvPicPr>
          <p:cNvPr id="2" name="Imagem 1" descr="Uma imagem com Gráficos, Saturação de cores, design gráfic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031039CF-28A5-A2DE-CCB6-C73EB490E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28" y="2266950"/>
            <a:ext cx="1612145" cy="139719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AA43627-7754-9CEF-6C3A-FE4E46809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883" y="1093695"/>
            <a:ext cx="5014380" cy="3316940"/>
          </a:xfrm>
          <a:prstGeom prst="rect">
            <a:avLst/>
          </a:prstGeom>
        </p:spPr>
      </p:pic>
      <p:sp>
        <p:nvSpPr>
          <p:cNvPr id="5" name="Google Shape;695;p42">
            <a:extLst>
              <a:ext uri="{FF2B5EF4-FFF2-40B4-BE49-F238E27FC236}">
                <a16:creationId xmlns:a16="http://schemas.microsoft.com/office/drawing/2014/main" id="{699C9A50-C42B-1AAD-93CC-2C5E9F9E5938}"/>
              </a:ext>
            </a:extLst>
          </p:cNvPr>
          <p:cNvSpPr txBox="1">
            <a:spLocks/>
          </p:cNvSpPr>
          <p:nvPr/>
        </p:nvSpPr>
        <p:spPr>
          <a:xfrm>
            <a:off x="-986244" y="552712"/>
            <a:ext cx="4572091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3. Objetivo</a:t>
            </a:r>
            <a:r>
              <a:rPr lang="en" sz="2000" dirty="0"/>
              <a:t>s</a:t>
            </a:r>
            <a:endParaRPr lang="pt-PT" sz="2200" dirty="0"/>
          </a:p>
        </p:txBody>
      </p:sp>
    </p:spTree>
    <p:extLst>
      <p:ext uri="{BB962C8B-B14F-4D97-AF65-F5344CB8AC3E}">
        <p14:creationId xmlns:p14="http://schemas.microsoft.com/office/powerpoint/2010/main" val="204088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>
          <a:extLst>
            <a:ext uri="{FF2B5EF4-FFF2-40B4-BE49-F238E27FC236}">
              <a16:creationId xmlns:a16="http://schemas.microsoft.com/office/drawing/2014/main" id="{3D9C2ADC-B1AF-1C76-EF99-1153CE96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m texto, captura de ecrã, software, Ícone de computador&#10;&#10;Os conteúdos gerados por IA poderão estar incorretos.">
            <a:extLst>
              <a:ext uri="{FF2B5EF4-FFF2-40B4-BE49-F238E27FC236}">
                <a16:creationId xmlns:a16="http://schemas.microsoft.com/office/drawing/2014/main" id="{B5DAC636-046D-9A4C-3D86-C4B42F38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10" y="2475102"/>
            <a:ext cx="3151990" cy="1969994"/>
          </a:xfrm>
          <a:prstGeom prst="rect">
            <a:avLst/>
          </a:prstGeom>
        </p:spPr>
      </p:pic>
      <p:pic>
        <p:nvPicPr>
          <p:cNvPr id="12" name="Imagem 11" descr="Uma imagem com texto, captura de ecrã, software, Software de multimédia&#10;&#10;Os conteúdos gerados por IA poderão estar incorretos.">
            <a:extLst>
              <a:ext uri="{FF2B5EF4-FFF2-40B4-BE49-F238E27FC236}">
                <a16:creationId xmlns:a16="http://schemas.microsoft.com/office/drawing/2014/main" id="{69ADFED1-FFE8-58CC-5423-C5BD183A4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386" y="2345956"/>
            <a:ext cx="3507193" cy="1972796"/>
          </a:xfrm>
          <a:prstGeom prst="rect">
            <a:avLst/>
          </a:prstGeom>
        </p:spPr>
      </p:pic>
      <p:pic>
        <p:nvPicPr>
          <p:cNvPr id="14" name="Imagem 13" descr="Uma imagem com texto, captura de ecrã, software, Software de multimédia&#10;&#10;Os conteúdos gerados por IA poderão estar incorretos.">
            <a:extLst>
              <a:ext uri="{FF2B5EF4-FFF2-40B4-BE49-F238E27FC236}">
                <a16:creationId xmlns:a16="http://schemas.microsoft.com/office/drawing/2014/main" id="{C9A8E44E-FD14-4FC0-F636-16CC0C556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282" y="3227005"/>
            <a:ext cx="2905108" cy="1830680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39D4DAF2-B297-803B-B9BD-AD7490028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5373" y="838036"/>
            <a:ext cx="517768" cy="517766"/>
          </a:xfrm>
          <a:prstGeom prst="rect">
            <a:avLst/>
          </a:prstGeom>
        </p:spPr>
      </p:pic>
      <p:pic>
        <p:nvPicPr>
          <p:cNvPr id="55" name="Imagem 54" descr="Uma imagem com conjunto de serviço em metal, engrenagem, círculo, roda&#10;&#10;Os conteúdos gerados por IA poderão estar incorretos.">
            <a:extLst>
              <a:ext uri="{FF2B5EF4-FFF2-40B4-BE49-F238E27FC236}">
                <a16:creationId xmlns:a16="http://schemas.microsoft.com/office/drawing/2014/main" id="{F26C1193-8B00-F7A2-D8EA-0AF8F4EAB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9826">
            <a:off x="4037291" y="1118743"/>
            <a:ext cx="300378" cy="300376"/>
          </a:xfrm>
          <a:prstGeom prst="rect">
            <a:avLst/>
          </a:prstGeom>
        </p:spPr>
      </p:pic>
      <p:sp>
        <p:nvSpPr>
          <p:cNvPr id="579" name="CaixaDeTexto 578">
            <a:extLst>
              <a:ext uri="{FF2B5EF4-FFF2-40B4-BE49-F238E27FC236}">
                <a16:creationId xmlns:a16="http://schemas.microsoft.com/office/drawing/2014/main" id="{20DE2ECC-6E12-399D-874F-244BA30F7B7D}"/>
              </a:ext>
            </a:extLst>
          </p:cNvPr>
          <p:cNvSpPr txBox="1"/>
          <p:nvPr/>
        </p:nvSpPr>
        <p:spPr>
          <a:xfrm>
            <a:off x="3516910" y="1405903"/>
            <a:ext cx="204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solidFill>
                  <a:schemeClr val="tx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Ferramenta de Conversão</a:t>
            </a:r>
          </a:p>
        </p:txBody>
      </p:sp>
      <p:pic>
        <p:nvPicPr>
          <p:cNvPr id="3" name="Imagem 2" descr="Uma imagem com Azul elétrico, Gráficos&#10;&#10;Os conteúdos gerados por IA poderão estar incorretos.">
            <a:extLst>
              <a:ext uri="{FF2B5EF4-FFF2-40B4-BE49-F238E27FC236}">
                <a16:creationId xmlns:a16="http://schemas.microsoft.com/office/drawing/2014/main" id="{435E1719-7770-DA6C-A026-7454EFDCA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347113" flipH="1">
            <a:off x="4029595" y="1433778"/>
            <a:ext cx="851378" cy="1319192"/>
          </a:xfrm>
          <a:prstGeom prst="rect">
            <a:avLst/>
          </a:prstGeom>
        </p:spPr>
      </p:pic>
      <p:sp>
        <p:nvSpPr>
          <p:cNvPr id="4" name="Google Shape;695;p42">
            <a:extLst>
              <a:ext uri="{FF2B5EF4-FFF2-40B4-BE49-F238E27FC236}">
                <a16:creationId xmlns:a16="http://schemas.microsoft.com/office/drawing/2014/main" id="{6BE76D1A-3643-6B79-ABF7-13C6920C2171}"/>
              </a:ext>
            </a:extLst>
          </p:cNvPr>
          <p:cNvSpPr txBox="1">
            <a:spLocks/>
          </p:cNvSpPr>
          <p:nvPr/>
        </p:nvSpPr>
        <p:spPr>
          <a:xfrm>
            <a:off x="-851333" y="70097"/>
            <a:ext cx="4572091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3. Objetivo</a:t>
            </a:r>
            <a:r>
              <a:rPr lang="en" sz="2000" dirty="0"/>
              <a:t>s</a:t>
            </a:r>
            <a:endParaRPr lang="pt-PT" sz="2200" dirty="0"/>
          </a:p>
        </p:txBody>
      </p:sp>
    </p:spTree>
    <p:extLst>
      <p:ext uri="{BB962C8B-B14F-4D97-AF65-F5344CB8AC3E}">
        <p14:creationId xmlns:p14="http://schemas.microsoft.com/office/powerpoint/2010/main" val="171140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AB74795E-4AFC-37DC-7B60-7D410C91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1BEB8717-AA78-9FAB-0E68-45CA90934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3791" y="1783238"/>
            <a:ext cx="3261068" cy="1164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Desafios</a:t>
            </a:r>
            <a:endParaRPr sz="4000" dirty="0"/>
          </a:p>
        </p:txBody>
      </p:sp>
      <p:grpSp>
        <p:nvGrpSpPr>
          <p:cNvPr id="676" name="Google Shape;1019;p49">
            <a:extLst>
              <a:ext uri="{FF2B5EF4-FFF2-40B4-BE49-F238E27FC236}">
                <a16:creationId xmlns:a16="http://schemas.microsoft.com/office/drawing/2014/main" id="{6B12C2D0-14B8-ECAB-F74F-687B71C3E3A1}"/>
              </a:ext>
            </a:extLst>
          </p:cNvPr>
          <p:cNvGrpSpPr/>
          <p:nvPr/>
        </p:nvGrpSpPr>
        <p:grpSpPr>
          <a:xfrm>
            <a:off x="5437575" y="1304620"/>
            <a:ext cx="3706425" cy="3088107"/>
            <a:chOff x="0" y="1053608"/>
            <a:chExt cx="3706425" cy="3088107"/>
          </a:xfrm>
        </p:grpSpPr>
        <p:grpSp>
          <p:nvGrpSpPr>
            <p:cNvPr id="677" name="Google Shape;1020;p49">
              <a:extLst>
                <a:ext uri="{FF2B5EF4-FFF2-40B4-BE49-F238E27FC236}">
                  <a16:creationId xmlns:a16="http://schemas.microsoft.com/office/drawing/2014/main" id="{014C6C75-FBD6-2A27-474B-3305122CD691}"/>
                </a:ext>
              </a:extLst>
            </p:cNvPr>
            <p:cNvGrpSpPr/>
            <p:nvPr/>
          </p:nvGrpSpPr>
          <p:grpSpPr>
            <a:xfrm flipH="1">
              <a:off x="0" y="3963164"/>
              <a:ext cx="3706425" cy="178550"/>
              <a:chOff x="5527089" y="4218224"/>
              <a:chExt cx="3706425" cy="178550"/>
            </a:xfrm>
          </p:grpSpPr>
          <p:cxnSp>
            <p:nvCxnSpPr>
              <p:cNvPr id="760" name="Google Shape;1021;p49">
                <a:extLst>
                  <a:ext uri="{FF2B5EF4-FFF2-40B4-BE49-F238E27FC236}">
                    <a16:creationId xmlns:a16="http://schemas.microsoft.com/office/drawing/2014/main" id="{756C7B3A-CD2A-A524-7D8D-3A2ADED1B9D8}"/>
                  </a:ext>
                </a:extLst>
              </p:cNvPr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1" name="Google Shape;1022;p49">
                <a:extLst>
                  <a:ext uri="{FF2B5EF4-FFF2-40B4-BE49-F238E27FC236}">
                    <a16:creationId xmlns:a16="http://schemas.microsoft.com/office/drawing/2014/main" id="{29A8759E-1C51-82E7-EF5F-318091FF3CDF}"/>
                  </a:ext>
                </a:extLst>
              </p:cNvPr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78" name="Google Shape;1023;p49">
              <a:extLst>
                <a:ext uri="{FF2B5EF4-FFF2-40B4-BE49-F238E27FC236}">
                  <a16:creationId xmlns:a16="http://schemas.microsoft.com/office/drawing/2014/main" id="{2B3A0570-CF49-0F1A-5DEB-000A07CD7CE8}"/>
                </a:ext>
              </a:extLst>
            </p:cNvPr>
            <p:cNvGrpSpPr/>
            <p:nvPr/>
          </p:nvGrpSpPr>
          <p:grpSpPr>
            <a:xfrm>
              <a:off x="713215" y="1053608"/>
              <a:ext cx="2837895" cy="2909565"/>
              <a:chOff x="713215" y="1053608"/>
              <a:chExt cx="2837895" cy="2909565"/>
            </a:xfrm>
          </p:grpSpPr>
          <p:sp>
            <p:nvSpPr>
              <p:cNvPr id="679" name="Google Shape;1024;p49">
                <a:extLst>
                  <a:ext uri="{FF2B5EF4-FFF2-40B4-BE49-F238E27FC236}">
                    <a16:creationId xmlns:a16="http://schemas.microsoft.com/office/drawing/2014/main" id="{BC1EDE5C-2F7B-7A86-6966-A44E1CD0848C}"/>
                  </a:ext>
                </a:extLst>
              </p:cNvPr>
              <p:cNvSpPr/>
              <p:nvPr/>
            </p:nvSpPr>
            <p:spPr>
              <a:xfrm>
                <a:off x="1183534" y="3575812"/>
                <a:ext cx="33657" cy="98314"/>
              </a:xfrm>
              <a:custGeom>
                <a:avLst/>
                <a:gdLst/>
                <a:ahLst/>
                <a:cxnLst/>
                <a:rect l="l" t="t" r="r" b="b"/>
                <a:pathLst>
                  <a:path w="811" h="2369" extrusionOk="0">
                    <a:moveTo>
                      <a:pt x="581" y="1"/>
                    </a:moveTo>
                    <a:cubicBezTo>
                      <a:pt x="581" y="1"/>
                      <a:pt x="459" y="398"/>
                      <a:pt x="322" y="872"/>
                    </a:cubicBezTo>
                    <a:cubicBezTo>
                      <a:pt x="184" y="1360"/>
                      <a:pt x="31" y="1941"/>
                      <a:pt x="1" y="2353"/>
                    </a:cubicBezTo>
                    <a:lnTo>
                      <a:pt x="245" y="2368"/>
                    </a:lnTo>
                    <a:cubicBezTo>
                      <a:pt x="260" y="2002"/>
                      <a:pt x="413" y="1421"/>
                      <a:pt x="551" y="948"/>
                    </a:cubicBezTo>
                    <a:cubicBezTo>
                      <a:pt x="612" y="703"/>
                      <a:pt x="673" y="490"/>
                      <a:pt x="734" y="337"/>
                    </a:cubicBezTo>
                    <a:cubicBezTo>
                      <a:pt x="780" y="169"/>
                      <a:pt x="810" y="77"/>
                      <a:pt x="810" y="77"/>
                    </a:cubicBez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1025;p49">
                <a:extLst>
                  <a:ext uri="{FF2B5EF4-FFF2-40B4-BE49-F238E27FC236}">
                    <a16:creationId xmlns:a16="http://schemas.microsoft.com/office/drawing/2014/main" id="{CC733F07-5A58-F714-CC73-43A63033E1E2}"/>
                  </a:ext>
                </a:extLst>
              </p:cNvPr>
              <p:cNvSpPr/>
              <p:nvPr/>
            </p:nvSpPr>
            <p:spPr>
              <a:xfrm>
                <a:off x="1122073" y="3582784"/>
                <a:ext cx="12076" cy="9005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170" extrusionOk="0">
                    <a:moveTo>
                      <a:pt x="214" y="1"/>
                    </a:moveTo>
                    <a:lnTo>
                      <a:pt x="0" y="31"/>
                    </a:lnTo>
                    <a:cubicBezTo>
                      <a:pt x="0" y="31"/>
                      <a:pt x="0" y="62"/>
                      <a:pt x="0" y="138"/>
                    </a:cubicBezTo>
                    <a:cubicBezTo>
                      <a:pt x="31" y="352"/>
                      <a:pt x="61" y="856"/>
                      <a:pt x="61" y="1391"/>
                    </a:cubicBezTo>
                    <a:cubicBezTo>
                      <a:pt x="61" y="1651"/>
                      <a:pt x="61" y="1910"/>
                      <a:pt x="31" y="2155"/>
                    </a:cubicBezTo>
                    <a:lnTo>
                      <a:pt x="260" y="2170"/>
                    </a:lnTo>
                    <a:cubicBezTo>
                      <a:pt x="290" y="1925"/>
                      <a:pt x="290" y="1651"/>
                      <a:pt x="290" y="1391"/>
                    </a:cubicBezTo>
                    <a:cubicBezTo>
                      <a:pt x="290" y="658"/>
                      <a:pt x="214" y="1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1026;p49">
                <a:extLst>
                  <a:ext uri="{FF2B5EF4-FFF2-40B4-BE49-F238E27FC236}">
                    <a16:creationId xmlns:a16="http://schemas.microsoft.com/office/drawing/2014/main" id="{E40FA1FB-DADA-9DB1-FBDF-20E78D9A36E1}"/>
                  </a:ext>
                </a:extLst>
              </p:cNvPr>
              <p:cNvSpPr/>
              <p:nvPr/>
            </p:nvSpPr>
            <p:spPr>
              <a:xfrm>
                <a:off x="1073891" y="3641133"/>
                <a:ext cx="17140" cy="24111"/>
              </a:xfrm>
              <a:custGeom>
                <a:avLst/>
                <a:gdLst/>
                <a:ahLst/>
                <a:cxnLst/>
                <a:rect l="l" t="t" r="r" b="b"/>
                <a:pathLst>
                  <a:path w="413" h="581" extrusionOk="0">
                    <a:moveTo>
                      <a:pt x="168" y="0"/>
                    </a:moveTo>
                    <a:lnTo>
                      <a:pt x="0" y="153"/>
                    </a:lnTo>
                    <a:cubicBezTo>
                      <a:pt x="16" y="168"/>
                      <a:pt x="61" y="229"/>
                      <a:pt x="107" y="306"/>
                    </a:cubicBezTo>
                    <a:cubicBezTo>
                      <a:pt x="153" y="382"/>
                      <a:pt x="184" y="489"/>
                      <a:pt x="184" y="581"/>
                    </a:cubicBezTo>
                    <a:lnTo>
                      <a:pt x="413" y="581"/>
                    </a:lnTo>
                    <a:cubicBezTo>
                      <a:pt x="413" y="413"/>
                      <a:pt x="352" y="275"/>
                      <a:pt x="291" y="168"/>
                    </a:cubicBezTo>
                    <a:cubicBezTo>
                      <a:pt x="245" y="76"/>
                      <a:pt x="184" y="0"/>
                      <a:pt x="1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1027;p49">
                <a:extLst>
                  <a:ext uri="{FF2B5EF4-FFF2-40B4-BE49-F238E27FC236}">
                    <a16:creationId xmlns:a16="http://schemas.microsoft.com/office/drawing/2014/main" id="{67DEA2A2-986B-C6A5-8D9F-EE5F028676EB}"/>
                  </a:ext>
                </a:extLst>
              </p:cNvPr>
              <p:cNvSpPr/>
              <p:nvPr/>
            </p:nvSpPr>
            <p:spPr>
              <a:xfrm>
                <a:off x="1146765" y="3230988"/>
                <a:ext cx="323326" cy="394333"/>
              </a:xfrm>
              <a:custGeom>
                <a:avLst/>
                <a:gdLst/>
                <a:ahLst/>
                <a:cxnLst/>
                <a:rect l="l" t="t" r="r" b="b"/>
                <a:pathLst>
                  <a:path w="7791" h="9502" extrusionOk="0">
                    <a:moveTo>
                      <a:pt x="1192" y="8554"/>
                    </a:moveTo>
                    <a:cubicBezTo>
                      <a:pt x="1192" y="8554"/>
                      <a:pt x="1" y="7042"/>
                      <a:pt x="1834" y="3896"/>
                    </a:cubicBezTo>
                    <a:cubicBezTo>
                      <a:pt x="3667" y="764"/>
                      <a:pt x="7439" y="1"/>
                      <a:pt x="7623" y="413"/>
                    </a:cubicBezTo>
                    <a:cubicBezTo>
                      <a:pt x="7791" y="826"/>
                      <a:pt x="5698" y="1605"/>
                      <a:pt x="5118" y="4018"/>
                    </a:cubicBezTo>
                    <a:cubicBezTo>
                      <a:pt x="4537" y="6431"/>
                      <a:pt x="4461" y="7760"/>
                      <a:pt x="3743" y="8493"/>
                    </a:cubicBezTo>
                    <a:cubicBezTo>
                      <a:pt x="3010" y="9211"/>
                      <a:pt x="2017" y="9501"/>
                      <a:pt x="1192" y="855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1028;p49">
                <a:extLst>
                  <a:ext uri="{FF2B5EF4-FFF2-40B4-BE49-F238E27FC236}">
                    <a16:creationId xmlns:a16="http://schemas.microsoft.com/office/drawing/2014/main" id="{C851D857-28DC-B5BE-4A0B-32E4219D96F4}"/>
                  </a:ext>
                </a:extLst>
              </p:cNvPr>
              <p:cNvSpPr/>
              <p:nvPr/>
            </p:nvSpPr>
            <p:spPr>
              <a:xfrm>
                <a:off x="713215" y="3449693"/>
                <a:ext cx="382879" cy="211733"/>
              </a:xfrm>
              <a:custGeom>
                <a:avLst/>
                <a:gdLst/>
                <a:ahLst/>
                <a:cxnLst/>
                <a:rect l="l" t="t" r="r" b="b"/>
                <a:pathLst>
                  <a:path w="9226" h="5102" extrusionOk="0">
                    <a:moveTo>
                      <a:pt x="9195" y="3590"/>
                    </a:moveTo>
                    <a:cubicBezTo>
                      <a:pt x="9195" y="3590"/>
                      <a:pt x="9058" y="1879"/>
                      <a:pt x="5988" y="932"/>
                    </a:cubicBezTo>
                    <a:cubicBezTo>
                      <a:pt x="2918" y="0"/>
                      <a:pt x="0" y="1772"/>
                      <a:pt x="122" y="2139"/>
                    </a:cubicBezTo>
                    <a:cubicBezTo>
                      <a:pt x="260" y="2505"/>
                      <a:pt x="2093" y="1757"/>
                      <a:pt x="3910" y="2979"/>
                    </a:cubicBezTo>
                    <a:cubicBezTo>
                      <a:pt x="5743" y="4201"/>
                      <a:pt x="6599" y="5026"/>
                      <a:pt x="7500" y="5071"/>
                    </a:cubicBezTo>
                    <a:cubicBezTo>
                      <a:pt x="8416" y="5102"/>
                      <a:pt x="9226" y="4705"/>
                      <a:pt x="9195" y="359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1029;p49">
                <a:extLst>
                  <a:ext uri="{FF2B5EF4-FFF2-40B4-BE49-F238E27FC236}">
                    <a16:creationId xmlns:a16="http://schemas.microsoft.com/office/drawing/2014/main" id="{B0558A19-5962-E957-3838-E8EDEE714CB5}"/>
                  </a:ext>
                </a:extLst>
              </p:cNvPr>
              <p:cNvSpPr/>
              <p:nvPr/>
            </p:nvSpPr>
            <p:spPr>
              <a:xfrm>
                <a:off x="827298" y="3158114"/>
                <a:ext cx="429193" cy="443096"/>
              </a:xfrm>
              <a:custGeom>
                <a:avLst/>
                <a:gdLst/>
                <a:ahLst/>
                <a:cxnLst/>
                <a:rect l="l" t="t" r="r" b="b"/>
                <a:pathLst>
                  <a:path w="10342" h="10677" extrusionOk="0">
                    <a:moveTo>
                      <a:pt x="8295" y="9501"/>
                    </a:moveTo>
                    <a:cubicBezTo>
                      <a:pt x="8295" y="9501"/>
                      <a:pt x="10341" y="7301"/>
                      <a:pt x="7974" y="3773"/>
                    </a:cubicBezTo>
                    <a:cubicBezTo>
                      <a:pt x="5591" y="245"/>
                      <a:pt x="337" y="0"/>
                      <a:pt x="169" y="489"/>
                    </a:cubicBezTo>
                    <a:cubicBezTo>
                      <a:pt x="1" y="978"/>
                      <a:pt x="2215" y="1894"/>
                      <a:pt x="3086" y="4674"/>
                    </a:cubicBezTo>
                    <a:cubicBezTo>
                      <a:pt x="3957" y="7439"/>
                      <a:pt x="4415" y="8829"/>
                      <a:pt x="5331" y="9623"/>
                    </a:cubicBezTo>
                    <a:cubicBezTo>
                      <a:pt x="6233" y="10417"/>
                      <a:pt x="7409" y="10677"/>
                      <a:pt x="8295" y="95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1030;p49">
                <a:extLst>
                  <a:ext uri="{FF2B5EF4-FFF2-40B4-BE49-F238E27FC236}">
                    <a16:creationId xmlns:a16="http://schemas.microsoft.com/office/drawing/2014/main" id="{3DDA30A0-B017-F29A-6748-DAEEF8F17CA6}"/>
                  </a:ext>
                </a:extLst>
              </p:cNvPr>
              <p:cNvSpPr/>
              <p:nvPr/>
            </p:nvSpPr>
            <p:spPr>
              <a:xfrm>
                <a:off x="1211422" y="3291827"/>
                <a:ext cx="161684" cy="274522"/>
              </a:xfrm>
              <a:custGeom>
                <a:avLst/>
                <a:gdLst/>
                <a:ahLst/>
                <a:cxnLst/>
                <a:rect l="l" t="t" r="r" b="b"/>
                <a:pathLst>
                  <a:path w="3896" h="6615" extrusionOk="0">
                    <a:moveTo>
                      <a:pt x="3761" y="0"/>
                    </a:moveTo>
                    <a:cubicBezTo>
                      <a:pt x="3740" y="0"/>
                      <a:pt x="3719" y="5"/>
                      <a:pt x="3697" y="16"/>
                    </a:cubicBezTo>
                    <a:cubicBezTo>
                      <a:pt x="1345" y="1758"/>
                      <a:pt x="62" y="6279"/>
                      <a:pt x="16" y="6477"/>
                    </a:cubicBezTo>
                    <a:cubicBezTo>
                      <a:pt x="1" y="6538"/>
                      <a:pt x="31" y="6599"/>
                      <a:pt x="92" y="6615"/>
                    </a:cubicBezTo>
                    <a:lnTo>
                      <a:pt x="123" y="6615"/>
                    </a:lnTo>
                    <a:cubicBezTo>
                      <a:pt x="169" y="6615"/>
                      <a:pt x="230" y="6584"/>
                      <a:pt x="230" y="6538"/>
                    </a:cubicBezTo>
                    <a:cubicBezTo>
                      <a:pt x="245" y="6493"/>
                      <a:pt x="1544" y="1895"/>
                      <a:pt x="3835" y="215"/>
                    </a:cubicBezTo>
                    <a:cubicBezTo>
                      <a:pt x="3896" y="169"/>
                      <a:pt x="3896" y="93"/>
                      <a:pt x="3865" y="47"/>
                    </a:cubicBezTo>
                    <a:cubicBezTo>
                      <a:pt x="3836" y="17"/>
                      <a:pt x="3800" y="0"/>
                      <a:pt x="3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1031;p49">
                <a:extLst>
                  <a:ext uri="{FF2B5EF4-FFF2-40B4-BE49-F238E27FC236}">
                    <a16:creationId xmlns:a16="http://schemas.microsoft.com/office/drawing/2014/main" id="{1FD64D9E-1633-9BFC-00FC-DA34B65751DB}"/>
                  </a:ext>
                </a:extLst>
              </p:cNvPr>
              <p:cNvSpPr/>
              <p:nvPr/>
            </p:nvSpPr>
            <p:spPr>
              <a:xfrm>
                <a:off x="898927" y="3192808"/>
                <a:ext cx="224432" cy="350094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8436" extrusionOk="0">
                    <a:moveTo>
                      <a:pt x="122" y="0"/>
                    </a:moveTo>
                    <a:cubicBezTo>
                      <a:pt x="73" y="0"/>
                      <a:pt x="29" y="30"/>
                      <a:pt x="16" y="81"/>
                    </a:cubicBezTo>
                    <a:cubicBezTo>
                      <a:pt x="1" y="142"/>
                      <a:pt x="31" y="203"/>
                      <a:pt x="108" y="233"/>
                    </a:cubicBezTo>
                    <a:cubicBezTo>
                      <a:pt x="4369" y="1348"/>
                      <a:pt x="5041" y="6633"/>
                      <a:pt x="5148" y="8222"/>
                    </a:cubicBezTo>
                    <a:cubicBezTo>
                      <a:pt x="5148" y="8313"/>
                      <a:pt x="5163" y="8329"/>
                      <a:pt x="5163" y="8344"/>
                    </a:cubicBezTo>
                    <a:cubicBezTo>
                      <a:pt x="5179" y="8390"/>
                      <a:pt x="5224" y="8436"/>
                      <a:pt x="5286" y="8436"/>
                    </a:cubicBezTo>
                    <a:cubicBezTo>
                      <a:pt x="5286" y="8436"/>
                      <a:pt x="5301" y="8436"/>
                      <a:pt x="5301" y="8420"/>
                    </a:cubicBezTo>
                    <a:cubicBezTo>
                      <a:pt x="5377" y="8405"/>
                      <a:pt x="5408" y="8344"/>
                      <a:pt x="5392" y="8283"/>
                    </a:cubicBezTo>
                    <a:cubicBezTo>
                      <a:pt x="5377" y="8268"/>
                      <a:pt x="5377" y="8252"/>
                      <a:pt x="5377" y="8207"/>
                    </a:cubicBezTo>
                    <a:cubicBezTo>
                      <a:pt x="5270" y="6572"/>
                      <a:pt x="4568" y="1150"/>
                      <a:pt x="153" y="4"/>
                    </a:cubicBezTo>
                    <a:cubicBezTo>
                      <a:pt x="143" y="2"/>
                      <a:pt x="132" y="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1032;p49">
                <a:extLst>
                  <a:ext uri="{FF2B5EF4-FFF2-40B4-BE49-F238E27FC236}">
                    <a16:creationId xmlns:a16="http://schemas.microsoft.com/office/drawing/2014/main" id="{6E504F3A-F597-9422-EF6B-0DD9EDC81C4C}"/>
                  </a:ext>
                </a:extLst>
              </p:cNvPr>
              <p:cNvSpPr/>
              <p:nvPr/>
            </p:nvSpPr>
            <p:spPr>
              <a:xfrm>
                <a:off x="813977" y="3510698"/>
                <a:ext cx="249789" cy="119686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884" extrusionOk="0">
                    <a:moveTo>
                      <a:pt x="460" y="0"/>
                    </a:moveTo>
                    <a:cubicBezTo>
                      <a:pt x="347" y="0"/>
                      <a:pt x="235" y="4"/>
                      <a:pt x="123" y="12"/>
                    </a:cubicBezTo>
                    <a:cubicBezTo>
                      <a:pt x="62" y="27"/>
                      <a:pt x="1" y="73"/>
                      <a:pt x="16" y="134"/>
                    </a:cubicBezTo>
                    <a:cubicBezTo>
                      <a:pt x="16" y="201"/>
                      <a:pt x="62" y="244"/>
                      <a:pt x="115" y="244"/>
                    </a:cubicBezTo>
                    <a:cubicBezTo>
                      <a:pt x="123" y="244"/>
                      <a:pt x="130" y="243"/>
                      <a:pt x="138" y="241"/>
                    </a:cubicBezTo>
                    <a:cubicBezTo>
                      <a:pt x="237" y="235"/>
                      <a:pt x="337" y="232"/>
                      <a:pt x="437" y="232"/>
                    </a:cubicBezTo>
                    <a:cubicBezTo>
                      <a:pt x="2075" y="232"/>
                      <a:pt x="3808" y="1058"/>
                      <a:pt x="5622" y="2685"/>
                    </a:cubicBezTo>
                    <a:cubicBezTo>
                      <a:pt x="5790" y="2838"/>
                      <a:pt x="5836" y="2883"/>
                      <a:pt x="5897" y="2883"/>
                    </a:cubicBezTo>
                    <a:lnTo>
                      <a:pt x="5927" y="2883"/>
                    </a:lnTo>
                    <a:cubicBezTo>
                      <a:pt x="5988" y="2853"/>
                      <a:pt x="6019" y="2792"/>
                      <a:pt x="6004" y="2731"/>
                    </a:cubicBezTo>
                    <a:cubicBezTo>
                      <a:pt x="5988" y="2700"/>
                      <a:pt x="5973" y="2670"/>
                      <a:pt x="5943" y="2654"/>
                    </a:cubicBezTo>
                    <a:cubicBezTo>
                      <a:pt x="5912" y="2639"/>
                      <a:pt x="5836" y="2578"/>
                      <a:pt x="5775" y="2517"/>
                    </a:cubicBezTo>
                    <a:cubicBezTo>
                      <a:pt x="3928" y="856"/>
                      <a:pt x="2148" y="0"/>
                      <a:pt x="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1033;p49">
                <a:extLst>
                  <a:ext uri="{FF2B5EF4-FFF2-40B4-BE49-F238E27FC236}">
                    <a16:creationId xmlns:a16="http://schemas.microsoft.com/office/drawing/2014/main" id="{D14CFB77-717E-36F8-0AC2-691801FD7FF9}"/>
                  </a:ext>
                </a:extLst>
              </p:cNvPr>
              <p:cNvSpPr/>
              <p:nvPr/>
            </p:nvSpPr>
            <p:spPr>
              <a:xfrm>
                <a:off x="928724" y="3665203"/>
                <a:ext cx="405081" cy="292243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7042" extrusionOk="0">
                    <a:moveTo>
                      <a:pt x="1" y="1"/>
                    </a:moveTo>
                    <a:lnTo>
                      <a:pt x="1574" y="6782"/>
                    </a:lnTo>
                    <a:cubicBezTo>
                      <a:pt x="1604" y="6935"/>
                      <a:pt x="1742" y="7042"/>
                      <a:pt x="1895" y="7042"/>
                    </a:cubicBezTo>
                    <a:lnTo>
                      <a:pt x="7882" y="7042"/>
                    </a:lnTo>
                    <a:cubicBezTo>
                      <a:pt x="8035" y="7042"/>
                      <a:pt x="8157" y="6935"/>
                      <a:pt x="8203" y="6782"/>
                    </a:cubicBezTo>
                    <a:lnTo>
                      <a:pt x="976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1034;p49">
                <a:extLst>
                  <a:ext uri="{FF2B5EF4-FFF2-40B4-BE49-F238E27FC236}">
                    <a16:creationId xmlns:a16="http://schemas.microsoft.com/office/drawing/2014/main" id="{47680C55-E45A-F7D5-4FDF-60C356B7080E}"/>
                  </a:ext>
                </a:extLst>
              </p:cNvPr>
              <p:cNvSpPr/>
              <p:nvPr/>
            </p:nvSpPr>
            <p:spPr>
              <a:xfrm>
                <a:off x="928724" y="3665203"/>
                <a:ext cx="405081" cy="81796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1971" extrusionOk="0">
                    <a:moveTo>
                      <a:pt x="1" y="1"/>
                    </a:moveTo>
                    <a:lnTo>
                      <a:pt x="459" y="1971"/>
                    </a:lnTo>
                    <a:lnTo>
                      <a:pt x="9303" y="1971"/>
                    </a:lnTo>
                    <a:lnTo>
                      <a:pt x="9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1035;p49">
                <a:extLst>
                  <a:ext uri="{FF2B5EF4-FFF2-40B4-BE49-F238E27FC236}">
                    <a16:creationId xmlns:a16="http://schemas.microsoft.com/office/drawing/2014/main" id="{CDB86C18-3B72-4BC9-FF49-FE9634504C9B}"/>
                  </a:ext>
                </a:extLst>
              </p:cNvPr>
              <p:cNvSpPr/>
              <p:nvPr/>
            </p:nvSpPr>
            <p:spPr>
              <a:xfrm>
                <a:off x="928724" y="3665203"/>
                <a:ext cx="405081" cy="16517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398" extrusionOk="0">
                    <a:moveTo>
                      <a:pt x="1" y="1"/>
                    </a:moveTo>
                    <a:lnTo>
                      <a:pt x="92" y="398"/>
                    </a:lnTo>
                    <a:lnTo>
                      <a:pt x="9669" y="398"/>
                    </a:lnTo>
                    <a:lnTo>
                      <a:pt x="976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1036;p49">
                <a:extLst>
                  <a:ext uri="{FF2B5EF4-FFF2-40B4-BE49-F238E27FC236}">
                    <a16:creationId xmlns:a16="http://schemas.microsoft.com/office/drawing/2014/main" id="{4C17C373-DF98-17DB-0CD2-3B9B5F21CA82}"/>
                  </a:ext>
                </a:extLst>
              </p:cNvPr>
              <p:cNvSpPr/>
              <p:nvPr/>
            </p:nvSpPr>
            <p:spPr>
              <a:xfrm>
                <a:off x="2188872" y="1366767"/>
                <a:ext cx="1136602" cy="618682"/>
              </a:xfrm>
              <a:custGeom>
                <a:avLst/>
                <a:gdLst/>
                <a:ahLst/>
                <a:cxnLst/>
                <a:rect l="l" t="t" r="r" b="b"/>
                <a:pathLst>
                  <a:path w="27388" h="14908" extrusionOk="0">
                    <a:moveTo>
                      <a:pt x="1" y="0"/>
                    </a:moveTo>
                    <a:lnTo>
                      <a:pt x="1" y="14908"/>
                    </a:lnTo>
                    <a:lnTo>
                      <a:pt x="27387" y="14908"/>
                    </a:lnTo>
                    <a:lnTo>
                      <a:pt x="27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1037;p49">
                <a:extLst>
                  <a:ext uri="{FF2B5EF4-FFF2-40B4-BE49-F238E27FC236}">
                    <a16:creationId xmlns:a16="http://schemas.microsoft.com/office/drawing/2014/main" id="{E5EC0C02-A419-A1F6-663A-D58B5E861361}"/>
                  </a:ext>
                </a:extLst>
              </p:cNvPr>
              <p:cNvSpPr/>
              <p:nvPr/>
            </p:nvSpPr>
            <p:spPr>
              <a:xfrm>
                <a:off x="2215515" y="1388305"/>
                <a:ext cx="24112" cy="24153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82" extrusionOk="0">
                    <a:moveTo>
                      <a:pt x="290" y="1"/>
                    </a:moveTo>
                    <a:cubicBezTo>
                      <a:pt x="122" y="1"/>
                      <a:pt x="0" y="138"/>
                      <a:pt x="0" y="291"/>
                    </a:cubicBezTo>
                    <a:cubicBezTo>
                      <a:pt x="0" y="459"/>
                      <a:pt x="122" y="581"/>
                      <a:pt x="290" y="581"/>
                    </a:cubicBezTo>
                    <a:cubicBezTo>
                      <a:pt x="443" y="581"/>
                      <a:pt x="581" y="459"/>
                      <a:pt x="581" y="291"/>
                    </a:cubicBezTo>
                    <a:cubicBezTo>
                      <a:pt x="581" y="138"/>
                      <a:pt x="443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1038;p49">
                <a:extLst>
                  <a:ext uri="{FF2B5EF4-FFF2-40B4-BE49-F238E27FC236}">
                    <a16:creationId xmlns:a16="http://schemas.microsoft.com/office/drawing/2014/main" id="{0E628953-5D75-41AE-169D-760F669FB744}"/>
                  </a:ext>
                </a:extLst>
              </p:cNvPr>
              <p:cNvSpPr/>
              <p:nvPr/>
            </p:nvSpPr>
            <p:spPr>
              <a:xfrm>
                <a:off x="2265564" y="1388305"/>
                <a:ext cx="23489" cy="24153"/>
              </a:xfrm>
              <a:custGeom>
                <a:avLst/>
                <a:gdLst/>
                <a:ahLst/>
                <a:cxnLst/>
                <a:rect l="l" t="t" r="r" b="b"/>
                <a:pathLst>
                  <a:path w="566" h="582" extrusionOk="0">
                    <a:moveTo>
                      <a:pt x="291" y="1"/>
                    </a:moveTo>
                    <a:cubicBezTo>
                      <a:pt x="123" y="1"/>
                      <a:pt x="1" y="138"/>
                      <a:pt x="1" y="291"/>
                    </a:cubicBezTo>
                    <a:cubicBezTo>
                      <a:pt x="1" y="459"/>
                      <a:pt x="123" y="581"/>
                      <a:pt x="291" y="581"/>
                    </a:cubicBezTo>
                    <a:cubicBezTo>
                      <a:pt x="444" y="581"/>
                      <a:pt x="566" y="459"/>
                      <a:pt x="566" y="291"/>
                    </a:cubicBezTo>
                    <a:cubicBezTo>
                      <a:pt x="566" y="138"/>
                      <a:pt x="444" y="1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1039;p49">
                <a:extLst>
                  <a:ext uri="{FF2B5EF4-FFF2-40B4-BE49-F238E27FC236}">
                    <a16:creationId xmlns:a16="http://schemas.microsoft.com/office/drawing/2014/main" id="{45F7E51C-2633-D069-8C7E-B3CA16495D56}"/>
                  </a:ext>
                </a:extLst>
              </p:cNvPr>
              <p:cNvSpPr/>
              <p:nvPr/>
            </p:nvSpPr>
            <p:spPr>
              <a:xfrm>
                <a:off x="2311836" y="1389592"/>
                <a:ext cx="24153" cy="24111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81" extrusionOk="0">
                    <a:moveTo>
                      <a:pt x="291" y="0"/>
                    </a:moveTo>
                    <a:cubicBezTo>
                      <a:pt x="138" y="0"/>
                      <a:pt x="1" y="138"/>
                      <a:pt x="1" y="290"/>
                    </a:cubicBezTo>
                    <a:cubicBezTo>
                      <a:pt x="1" y="458"/>
                      <a:pt x="138" y="581"/>
                      <a:pt x="291" y="581"/>
                    </a:cubicBezTo>
                    <a:cubicBezTo>
                      <a:pt x="444" y="581"/>
                      <a:pt x="581" y="458"/>
                      <a:pt x="581" y="290"/>
                    </a:cubicBezTo>
                    <a:cubicBezTo>
                      <a:pt x="581" y="138"/>
                      <a:pt x="444" y="0"/>
                      <a:pt x="2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1040;p49">
                <a:extLst>
                  <a:ext uri="{FF2B5EF4-FFF2-40B4-BE49-F238E27FC236}">
                    <a16:creationId xmlns:a16="http://schemas.microsoft.com/office/drawing/2014/main" id="{30EEB539-BAD6-B9E4-EF1A-F499C66CD216}"/>
                  </a:ext>
                </a:extLst>
              </p:cNvPr>
              <p:cNvSpPr/>
              <p:nvPr/>
            </p:nvSpPr>
            <p:spPr>
              <a:xfrm>
                <a:off x="2306773" y="1492885"/>
                <a:ext cx="625696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5077" h="200" extrusionOk="0">
                    <a:moveTo>
                      <a:pt x="1" y="1"/>
                    </a:moveTo>
                    <a:lnTo>
                      <a:pt x="1" y="199"/>
                    </a:lnTo>
                    <a:lnTo>
                      <a:pt x="15076" y="199"/>
                    </a:lnTo>
                    <a:lnTo>
                      <a:pt x="150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1041;p49">
                <a:extLst>
                  <a:ext uri="{FF2B5EF4-FFF2-40B4-BE49-F238E27FC236}">
                    <a16:creationId xmlns:a16="http://schemas.microsoft.com/office/drawing/2014/main" id="{267C73DC-3BC0-0216-0951-7C7BC109A66B}"/>
                  </a:ext>
                </a:extLst>
              </p:cNvPr>
              <p:cNvSpPr/>
              <p:nvPr/>
            </p:nvSpPr>
            <p:spPr>
              <a:xfrm>
                <a:off x="2335948" y="1536004"/>
                <a:ext cx="887478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21385" h="184" extrusionOk="0">
                    <a:moveTo>
                      <a:pt x="0" y="1"/>
                    </a:moveTo>
                    <a:lnTo>
                      <a:pt x="0" y="184"/>
                    </a:lnTo>
                    <a:lnTo>
                      <a:pt x="21384" y="184"/>
                    </a:lnTo>
                    <a:lnTo>
                      <a:pt x="213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1042;p49">
                <a:extLst>
                  <a:ext uri="{FF2B5EF4-FFF2-40B4-BE49-F238E27FC236}">
                    <a16:creationId xmlns:a16="http://schemas.microsoft.com/office/drawing/2014/main" id="{6F7AFB04-A275-970E-6475-F6A6CB7EF328}"/>
                  </a:ext>
                </a:extLst>
              </p:cNvPr>
              <p:cNvSpPr/>
              <p:nvPr/>
            </p:nvSpPr>
            <p:spPr>
              <a:xfrm>
                <a:off x="2385997" y="1578458"/>
                <a:ext cx="685912" cy="7677"/>
              </a:xfrm>
              <a:custGeom>
                <a:avLst/>
                <a:gdLst/>
                <a:ahLst/>
                <a:cxnLst/>
                <a:rect l="l" t="t" r="r" b="b"/>
                <a:pathLst>
                  <a:path w="16528" h="185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6528" y="184"/>
                    </a:lnTo>
                    <a:lnTo>
                      <a:pt x="165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1043;p49">
                <a:extLst>
                  <a:ext uri="{FF2B5EF4-FFF2-40B4-BE49-F238E27FC236}">
                    <a16:creationId xmlns:a16="http://schemas.microsoft.com/office/drawing/2014/main" id="{E164F46D-4196-32BE-CEE4-F66250EB5C5E}"/>
                  </a:ext>
                </a:extLst>
              </p:cNvPr>
              <p:cNvSpPr/>
              <p:nvPr/>
            </p:nvSpPr>
            <p:spPr>
              <a:xfrm>
                <a:off x="2436087" y="1620954"/>
                <a:ext cx="715709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17246" h="184" extrusionOk="0">
                    <a:moveTo>
                      <a:pt x="1" y="0"/>
                    </a:moveTo>
                    <a:lnTo>
                      <a:pt x="1" y="184"/>
                    </a:lnTo>
                    <a:lnTo>
                      <a:pt x="17245" y="184"/>
                    </a:lnTo>
                    <a:lnTo>
                      <a:pt x="172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1044;p49">
                <a:extLst>
                  <a:ext uri="{FF2B5EF4-FFF2-40B4-BE49-F238E27FC236}">
                    <a16:creationId xmlns:a16="http://schemas.microsoft.com/office/drawing/2014/main" id="{D0FB5203-5F4E-20E4-BDAD-C6A55E47166C}"/>
                  </a:ext>
                </a:extLst>
              </p:cNvPr>
              <p:cNvSpPr/>
              <p:nvPr/>
            </p:nvSpPr>
            <p:spPr>
              <a:xfrm>
                <a:off x="2503276" y="1663409"/>
                <a:ext cx="483683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11655" h="184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1655" y="184"/>
                    </a:lnTo>
                    <a:lnTo>
                      <a:pt x="116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1045;p49">
                <a:extLst>
                  <a:ext uri="{FF2B5EF4-FFF2-40B4-BE49-F238E27FC236}">
                    <a16:creationId xmlns:a16="http://schemas.microsoft.com/office/drawing/2014/main" id="{65478F63-A6A2-3E54-140D-A0BDDDAFF04E}"/>
                  </a:ext>
                </a:extLst>
              </p:cNvPr>
              <p:cNvSpPr/>
              <p:nvPr/>
            </p:nvSpPr>
            <p:spPr>
              <a:xfrm>
                <a:off x="2306773" y="1884023"/>
                <a:ext cx="281494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6783" h="184" extrusionOk="0">
                    <a:moveTo>
                      <a:pt x="1" y="0"/>
                    </a:moveTo>
                    <a:lnTo>
                      <a:pt x="1" y="183"/>
                    </a:lnTo>
                    <a:lnTo>
                      <a:pt x="6782" y="183"/>
                    </a:lnTo>
                    <a:lnTo>
                      <a:pt x="67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1046;p49">
                <a:extLst>
                  <a:ext uri="{FF2B5EF4-FFF2-40B4-BE49-F238E27FC236}">
                    <a16:creationId xmlns:a16="http://schemas.microsoft.com/office/drawing/2014/main" id="{7F6213F9-7144-B6A1-F63E-03E8FCF86E23}"/>
                  </a:ext>
                </a:extLst>
              </p:cNvPr>
              <p:cNvSpPr/>
              <p:nvPr/>
            </p:nvSpPr>
            <p:spPr>
              <a:xfrm>
                <a:off x="2335948" y="1841527"/>
                <a:ext cx="685871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16527" h="185" extrusionOk="0">
                    <a:moveTo>
                      <a:pt x="0" y="1"/>
                    </a:moveTo>
                    <a:lnTo>
                      <a:pt x="0" y="184"/>
                    </a:lnTo>
                    <a:lnTo>
                      <a:pt x="16527" y="184"/>
                    </a:lnTo>
                    <a:lnTo>
                      <a:pt x="1652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1047;p49">
                <a:extLst>
                  <a:ext uri="{FF2B5EF4-FFF2-40B4-BE49-F238E27FC236}">
                    <a16:creationId xmlns:a16="http://schemas.microsoft.com/office/drawing/2014/main" id="{6B17C37C-F363-C609-5782-759B6D5C7C6C}"/>
                  </a:ext>
                </a:extLst>
              </p:cNvPr>
              <p:cNvSpPr/>
              <p:nvPr/>
            </p:nvSpPr>
            <p:spPr>
              <a:xfrm>
                <a:off x="2385997" y="1799072"/>
                <a:ext cx="888142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21401" h="184" extrusionOk="0">
                    <a:moveTo>
                      <a:pt x="1" y="0"/>
                    </a:moveTo>
                    <a:lnTo>
                      <a:pt x="1" y="184"/>
                    </a:lnTo>
                    <a:lnTo>
                      <a:pt x="21400" y="184"/>
                    </a:lnTo>
                    <a:lnTo>
                      <a:pt x="214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1048;p49">
                <a:extLst>
                  <a:ext uri="{FF2B5EF4-FFF2-40B4-BE49-F238E27FC236}">
                    <a16:creationId xmlns:a16="http://schemas.microsoft.com/office/drawing/2014/main" id="{13B53E9F-0066-386A-A6AD-9A06DAADAA72}"/>
                  </a:ext>
                </a:extLst>
              </p:cNvPr>
              <p:cNvSpPr/>
              <p:nvPr/>
            </p:nvSpPr>
            <p:spPr>
              <a:xfrm>
                <a:off x="2436087" y="1756576"/>
                <a:ext cx="483683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11655" h="185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1655" y="184"/>
                    </a:lnTo>
                    <a:lnTo>
                      <a:pt x="116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1049;p49">
                <a:extLst>
                  <a:ext uri="{FF2B5EF4-FFF2-40B4-BE49-F238E27FC236}">
                    <a16:creationId xmlns:a16="http://schemas.microsoft.com/office/drawing/2014/main" id="{879B4608-09D9-967C-9B4C-937518942CC1}"/>
                  </a:ext>
                </a:extLst>
              </p:cNvPr>
              <p:cNvSpPr/>
              <p:nvPr/>
            </p:nvSpPr>
            <p:spPr>
              <a:xfrm>
                <a:off x="2503276" y="1714122"/>
                <a:ext cx="584486" cy="7636"/>
              </a:xfrm>
              <a:custGeom>
                <a:avLst/>
                <a:gdLst/>
                <a:ahLst/>
                <a:cxnLst/>
                <a:rect l="l" t="t" r="r" b="b"/>
                <a:pathLst>
                  <a:path w="14084" h="184" extrusionOk="0">
                    <a:moveTo>
                      <a:pt x="1" y="1"/>
                    </a:moveTo>
                    <a:lnTo>
                      <a:pt x="1" y="184"/>
                    </a:lnTo>
                    <a:lnTo>
                      <a:pt x="14083" y="184"/>
                    </a:lnTo>
                    <a:lnTo>
                      <a:pt x="140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1050;p49">
                <a:extLst>
                  <a:ext uri="{FF2B5EF4-FFF2-40B4-BE49-F238E27FC236}">
                    <a16:creationId xmlns:a16="http://schemas.microsoft.com/office/drawing/2014/main" id="{D288FC95-C0CD-8D3C-9DFB-65BDC90B7B78}"/>
                  </a:ext>
                </a:extLst>
              </p:cNvPr>
              <p:cNvSpPr/>
              <p:nvPr/>
            </p:nvSpPr>
            <p:spPr>
              <a:xfrm>
                <a:off x="2245312" y="1485913"/>
                <a:ext cx="10167" cy="9586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1" extrusionOk="0">
                    <a:moveTo>
                      <a:pt x="0" y="1"/>
                    </a:moveTo>
                    <a:lnTo>
                      <a:pt x="0" y="230"/>
                    </a:lnTo>
                    <a:lnTo>
                      <a:pt x="244" y="230"/>
                    </a:lnTo>
                    <a:lnTo>
                      <a:pt x="2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1051;p49">
                <a:extLst>
                  <a:ext uri="{FF2B5EF4-FFF2-40B4-BE49-F238E27FC236}">
                    <a16:creationId xmlns:a16="http://schemas.microsoft.com/office/drawing/2014/main" id="{9F822D6E-21DD-A494-3358-ADFDBC11EB22}"/>
                  </a:ext>
                </a:extLst>
              </p:cNvPr>
              <p:cNvSpPr/>
              <p:nvPr/>
            </p:nvSpPr>
            <p:spPr>
              <a:xfrm>
                <a:off x="2245312" y="1526500"/>
                <a:ext cx="10167" cy="329676"/>
              </a:xfrm>
              <a:custGeom>
                <a:avLst/>
                <a:gdLst/>
                <a:ahLst/>
                <a:cxnLst/>
                <a:rect l="l" t="t" r="r" b="b"/>
                <a:pathLst>
                  <a:path w="245" h="7944" extrusionOk="0">
                    <a:moveTo>
                      <a:pt x="0" y="0"/>
                    </a:moveTo>
                    <a:lnTo>
                      <a:pt x="0" y="505"/>
                    </a:lnTo>
                    <a:lnTo>
                      <a:pt x="244" y="505"/>
                    </a:lnTo>
                    <a:lnTo>
                      <a:pt x="244" y="0"/>
                    </a:lnTo>
                    <a:close/>
                    <a:moveTo>
                      <a:pt x="0" y="1253"/>
                    </a:moveTo>
                    <a:lnTo>
                      <a:pt x="0" y="1742"/>
                    </a:lnTo>
                    <a:lnTo>
                      <a:pt x="244" y="1742"/>
                    </a:lnTo>
                    <a:lnTo>
                      <a:pt x="244" y="1253"/>
                    </a:lnTo>
                    <a:close/>
                    <a:moveTo>
                      <a:pt x="0" y="2490"/>
                    </a:moveTo>
                    <a:lnTo>
                      <a:pt x="0" y="2979"/>
                    </a:lnTo>
                    <a:lnTo>
                      <a:pt x="244" y="2979"/>
                    </a:lnTo>
                    <a:lnTo>
                      <a:pt x="244" y="2490"/>
                    </a:lnTo>
                    <a:close/>
                    <a:moveTo>
                      <a:pt x="0" y="3727"/>
                    </a:moveTo>
                    <a:lnTo>
                      <a:pt x="0" y="4231"/>
                    </a:lnTo>
                    <a:lnTo>
                      <a:pt x="244" y="4231"/>
                    </a:lnTo>
                    <a:lnTo>
                      <a:pt x="244" y="3727"/>
                    </a:lnTo>
                    <a:close/>
                    <a:moveTo>
                      <a:pt x="0" y="4965"/>
                    </a:moveTo>
                    <a:lnTo>
                      <a:pt x="0" y="5469"/>
                    </a:lnTo>
                    <a:lnTo>
                      <a:pt x="244" y="5469"/>
                    </a:lnTo>
                    <a:lnTo>
                      <a:pt x="244" y="4965"/>
                    </a:lnTo>
                    <a:close/>
                    <a:moveTo>
                      <a:pt x="0" y="6217"/>
                    </a:moveTo>
                    <a:lnTo>
                      <a:pt x="0" y="6706"/>
                    </a:lnTo>
                    <a:lnTo>
                      <a:pt x="244" y="6706"/>
                    </a:lnTo>
                    <a:lnTo>
                      <a:pt x="244" y="6217"/>
                    </a:lnTo>
                    <a:close/>
                    <a:moveTo>
                      <a:pt x="0" y="7454"/>
                    </a:moveTo>
                    <a:lnTo>
                      <a:pt x="0" y="7943"/>
                    </a:lnTo>
                    <a:lnTo>
                      <a:pt x="244" y="7943"/>
                    </a:lnTo>
                    <a:lnTo>
                      <a:pt x="244" y="745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1052;p49">
                <a:extLst>
                  <a:ext uri="{FF2B5EF4-FFF2-40B4-BE49-F238E27FC236}">
                    <a16:creationId xmlns:a16="http://schemas.microsoft.com/office/drawing/2014/main" id="{330E1D2C-BC10-FECB-495B-C429BC923207}"/>
                  </a:ext>
                </a:extLst>
              </p:cNvPr>
              <p:cNvSpPr/>
              <p:nvPr/>
            </p:nvSpPr>
            <p:spPr>
              <a:xfrm>
                <a:off x="2245312" y="1887177"/>
                <a:ext cx="10167" cy="10167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45" extrusionOk="0">
                    <a:moveTo>
                      <a:pt x="0" y="0"/>
                    </a:moveTo>
                    <a:lnTo>
                      <a:pt x="0" y="245"/>
                    </a:lnTo>
                    <a:lnTo>
                      <a:pt x="244" y="245"/>
                    </a:lnTo>
                    <a:lnTo>
                      <a:pt x="2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1053;p49">
                <a:extLst>
                  <a:ext uri="{FF2B5EF4-FFF2-40B4-BE49-F238E27FC236}">
                    <a16:creationId xmlns:a16="http://schemas.microsoft.com/office/drawing/2014/main" id="{9D97B032-0099-5089-B681-0162E87B721C}"/>
                  </a:ext>
                </a:extLst>
              </p:cNvPr>
              <p:cNvSpPr/>
              <p:nvPr/>
            </p:nvSpPr>
            <p:spPr>
              <a:xfrm>
                <a:off x="2441814" y="2190791"/>
                <a:ext cx="806304" cy="493228"/>
              </a:xfrm>
              <a:custGeom>
                <a:avLst/>
                <a:gdLst/>
                <a:ahLst/>
                <a:cxnLst/>
                <a:rect l="l" t="t" r="r" b="b"/>
                <a:pathLst>
                  <a:path w="19429" h="11885" extrusionOk="0">
                    <a:moveTo>
                      <a:pt x="18772" y="1"/>
                    </a:moveTo>
                    <a:lnTo>
                      <a:pt x="12662" y="11136"/>
                    </a:lnTo>
                    <a:lnTo>
                      <a:pt x="0" y="11136"/>
                    </a:lnTo>
                    <a:lnTo>
                      <a:pt x="0" y="11884"/>
                    </a:lnTo>
                    <a:lnTo>
                      <a:pt x="13105" y="11884"/>
                    </a:lnTo>
                    <a:lnTo>
                      <a:pt x="19429" y="352"/>
                    </a:lnTo>
                    <a:lnTo>
                      <a:pt x="187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1054;p49">
                <a:extLst>
                  <a:ext uri="{FF2B5EF4-FFF2-40B4-BE49-F238E27FC236}">
                    <a16:creationId xmlns:a16="http://schemas.microsoft.com/office/drawing/2014/main" id="{9C65912F-387A-6E58-9D08-DD7EBBE7DA9C}"/>
                  </a:ext>
                </a:extLst>
              </p:cNvPr>
              <p:cNvSpPr/>
              <p:nvPr/>
            </p:nvSpPr>
            <p:spPr>
              <a:xfrm>
                <a:off x="1772419" y="1494794"/>
                <a:ext cx="351215" cy="418403"/>
              </a:xfrm>
              <a:custGeom>
                <a:avLst/>
                <a:gdLst/>
                <a:ahLst/>
                <a:cxnLst/>
                <a:rect l="l" t="t" r="r" b="b"/>
                <a:pathLst>
                  <a:path w="8463" h="10082" extrusionOk="0">
                    <a:moveTo>
                      <a:pt x="8249" y="4995"/>
                    </a:moveTo>
                    <a:cubicBezTo>
                      <a:pt x="8249" y="4995"/>
                      <a:pt x="8081" y="6141"/>
                      <a:pt x="7378" y="7225"/>
                    </a:cubicBezTo>
                    <a:cubicBezTo>
                      <a:pt x="6675" y="8310"/>
                      <a:pt x="5102" y="9883"/>
                      <a:pt x="4674" y="10021"/>
                    </a:cubicBezTo>
                    <a:cubicBezTo>
                      <a:pt x="4491" y="10082"/>
                      <a:pt x="3865" y="9791"/>
                      <a:pt x="3193" y="9440"/>
                    </a:cubicBezTo>
                    <a:cubicBezTo>
                      <a:pt x="2964" y="9318"/>
                      <a:pt x="2735" y="9196"/>
                      <a:pt x="2505" y="9074"/>
                    </a:cubicBezTo>
                    <a:cubicBezTo>
                      <a:pt x="1726" y="8631"/>
                      <a:pt x="1039" y="8218"/>
                      <a:pt x="1039" y="8218"/>
                    </a:cubicBezTo>
                    <a:lnTo>
                      <a:pt x="0" y="6752"/>
                    </a:lnTo>
                    <a:cubicBezTo>
                      <a:pt x="413" y="4614"/>
                      <a:pt x="1177" y="3025"/>
                      <a:pt x="2322" y="1513"/>
                    </a:cubicBezTo>
                    <a:cubicBezTo>
                      <a:pt x="3483" y="1"/>
                      <a:pt x="6064" y="917"/>
                      <a:pt x="6996" y="1635"/>
                    </a:cubicBezTo>
                    <a:cubicBezTo>
                      <a:pt x="7943" y="2368"/>
                      <a:pt x="8462" y="3499"/>
                      <a:pt x="8249" y="4995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1055;p49">
                <a:extLst>
                  <a:ext uri="{FF2B5EF4-FFF2-40B4-BE49-F238E27FC236}">
                    <a16:creationId xmlns:a16="http://schemas.microsoft.com/office/drawing/2014/main" id="{A6342640-C509-82C9-1305-5CF7E2E02B08}"/>
                  </a:ext>
                </a:extLst>
              </p:cNvPr>
              <p:cNvSpPr/>
              <p:nvPr/>
            </p:nvSpPr>
            <p:spPr>
              <a:xfrm>
                <a:off x="1843426" y="1709059"/>
                <a:ext cx="65694" cy="92130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2220" extrusionOk="0">
                    <a:moveTo>
                      <a:pt x="749" y="0"/>
                    </a:moveTo>
                    <a:cubicBezTo>
                      <a:pt x="748" y="1"/>
                      <a:pt x="0" y="1726"/>
                      <a:pt x="382" y="2124"/>
                    </a:cubicBezTo>
                    <a:cubicBezTo>
                      <a:pt x="450" y="2191"/>
                      <a:pt x="531" y="2219"/>
                      <a:pt x="620" y="2219"/>
                    </a:cubicBezTo>
                    <a:cubicBezTo>
                      <a:pt x="1031" y="2219"/>
                      <a:pt x="1582" y="1605"/>
                      <a:pt x="1482" y="1467"/>
                    </a:cubicBezTo>
                    <a:cubicBezTo>
                      <a:pt x="1344" y="1314"/>
                      <a:pt x="718" y="947"/>
                      <a:pt x="749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1056;p49">
                <a:extLst>
                  <a:ext uri="{FF2B5EF4-FFF2-40B4-BE49-F238E27FC236}">
                    <a16:creationId xmlns:a16="http://schemas.microsoft.com/office/drawing/2014/main" id="{09D2C46D-3226-BCBC-B3FF-9B465ABF468A}"/>
                  </a:ext>
                </a:extLst>
              </p:cNvPr>
              <p:cNvSpPr/>
              <p:nvPr/>
            </p:nvSpPr>
            <p:spPr>
              <a:xfrm>
                <a:off x="2714345" y="3695000"/>
                <a:ext cx="157244" cy="114789"/>
              </a:xfrm>
              <a:custGeom>
                <a:avLst/>
                <a:gdLst/>
                <a:ahLst/>
                <a:cxnLst/>
                <a:rect l="l" t="t" r="r" b="b"/>
                <a:pathLst>
                  <a:path w="3789" h="2766" extrusionOk="0">
                    <a:moveTo>
                      <a:pt x="3315" y="0"/>
                    </a:moveTo>
                    <a:lnTo>
                      <a:pt x="1" y="214"/>
                    </a:lnTo>
                    <a:lnTo>
                      <a:pt x="719" y="2765"/>
                    </a:lnTo>
                    <a:lnTo>
                      <a:pt x="3789" y="2246"/>
                    </a:lnTo>
                    <a:lnTo>
                      <a:pt x="3315" y="0"/>
                    </a:lnTo>
                    <a:close/>
                  </a:path>
                </a:pathLst>
              </a:custGeom>
              <a:solidFill>
                <a:srgbClr val="FFC8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1057;p49">
                <a:extLst>
                  <a:ext uri="{FF2B5EF4-FFF2-40B4-BE49-F238E27FC236}">
                    <a16:creationId xmlns:a16="http://schemas.microsoft.com/office/drawing/2014/main" id="{FFFA25BB-24A6-5775-B32C-877E785E2FBA}"/>
                  </a:ext>
                </a:extLst>
              </p:cNvPr>
              <p:cNvSpPr/>
              <p:nvPr/>
            </p:nvSpPr>
            <p:spPr>
              <a:xfrm>
                <a:off x="2711813" y="3830663"/>
                <a:ext cx="412095" cy="119188"/>
              </a:xfrm>
              <a:custGeom>
                <a:avLst/>
                <a:gdLst/>
                <a:ahLst/>
                <a:cxnLst/>
                <a:rect l="l" t="t" r="r" b="b"/>
                <a:pathLst>
                  <a:path w="9930" h="2872" extrusionOk="0">
                    <a:moveTo>
                      <a:pt x="9731" y="0"/>
                    </a:moveTo>
                    <a:lnTo>
                      <a:pt x="9563" y="31"/>
                    </a:lnTo>
                    <a:cubicBezTo>
                      <a:pt x="8631" y="122"/>
                      <a:pt x="1" y="1757"/>
                      <a:pt x="1" y="1757"/>
                    </a:cubicBezTo>
                    <a:lnTo>
                      <a:pt x="199" y="2872"/>
                    </a:lnTo>
                    <a:lnTo>
                      <a:pt x="9929" y="1130"/>
                    </a:lnTo>
                    <a:lnTo>
                      <a:pt x="97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1058;p49">
                <a:extLst>
                  <a:ext uri="{FF2B5EF4-FFF2-40B4-BE49-F238E27FC236}">
                    <a16:creationId xmlns:a16="http://schemas.microsoft.com/office/drawing/2014/main" id="{9137966B-5B30-4D8C-4B7E-46BC50A07BA5}"/>
                  </a:ext>
                </a:extLst>
              </p:cNvPr>
              <p:cNvSpPr/>
              <p:nvPr/>
            </p:nvSpPr>
            <p:spPr>
              <a:xfrm>
                <a:off x="2711191" y="3746335"/>
                <a:ext cx="397487" cy="157243"/>
              </a:xfrm>
              <a:custGeom>
                <a:avLst/>
                <a:gdLst/>
                <a:ahLst/>
                <a:cxnLst/>
                <a:rect l="l" t="t" r="r" b="b"/>
                <a:pathLst>
                  <a:path w="9578" h="3789" extrusionOk="0">
                    <a:moveTo>
                      <a:pt x="5606" y="719"/>
                    </a:moveTo>
                    <a:cubicBezTo>
                      <a:pt x="5622" y="703"/>
                      <a:pt x="5637" y="673"/>
                      <a:pt x="5637" y="642"/>
                    </a:cubicBezTo>
                    <a:cubicBezTo>
                      <a:pt x="5835" y="719"/>
                      <a:pt x="6034" y="795"/>
                      <a:pt x="6248" y="871"/>
                    </a:cubicBezTo>
                    <a:lnTo>
                      <a:pt x="5545" y="1834"/>
                    </a:lnTo>
                    <a:cubicBezTo>
                      <a:pt x="5499" y="1910"/>
                      <a:pt x="5515" y="2017"/>
                      <a:pt x="5591" y="2063"/>
                    </a:cubicBezTo>
                    <a:cubicBezTo>
                      <a:pt x="5637" y="2093"/>
                      <a:pt x="5683" y="2108"/>
                      <a:pt x="5713" y="2093"/>
                    </a:cubicBezTo>
                    <a:cubicBezTo>
                      <a:pt x="5759" y="2093"/>
                      <a:pt x="5805" y="2063"/>
                      <a:pt x="5820" y="2032"/>
                    </a:cubicBezTo>
                    <a:lnTo>
                      <a:pt x="6538" y="1039"/>
                    </a:lnTo>
                    <a:cubicBezTo>
                      <a:pt x="6553" y="1024"/>
                      <a:pt x="6553" y="1009"/>
                      <a:pt x="6553" y="993"/>
                    </a:cubicBezTo>
                    <a:cubicBezTo>
                      <a:pt x="7867" y="1482"/>
                      <a:pt x="9242" y="2002"/>
                      <a:pt x="9578" y="2063"/>
                    </a:cubicBezTo>
                    <a:cubicBezTo>
                      <a:pt x="8646" y="2154"/>
                      <a:pt x="1" y="3789"/>
                      <a:pt x="1" y="3789"/>
                    </a:cubicBezTo>
                    <a:lnTo>
                      <a:pt x="321" y="1207"/>
                    </a:lnTo>
                    <a:cubicBezTo>
                      <a:pt x="321" y="1100"/>
                      <a:pt x="428" y="1039"/>
                      <a:pt x="535" y="1055"/>
                    </a:cubicBezTo>
                    <a:cubicBezTo>
                      <a:pt x="2826" y="1497"/>
                      <a:pt x="3621" y="505"/>
                      <a:pt x="3834" y="123"/>
                    </a:cubicBezTo>
                    <a:cubicBezTo>
                      <a:pt x="3880" y="31"/>
                      <a:pt x="3987" y="1"/>
                      <a:pt x="4064" y="31"/>
                    </a:cubicBezTo>
                    <a:cubicBezTo>
                      <a:pt x="4170" y="77"/>
                      <a:pt x="4308" y="138"/>
                      <a:pt x="4491" y="199"/>
                    </a:cubicBezTo>
                    <a:lnTo>
                      <a:pt x="3804" y="1146"/>
                    </a:lnTo>
                    <a:cubicBezTo>
                      <a:pt x="3758" y="1223"/>
                      <a:pt x="3773" y="1314"/>
                      <a:pt x="3850" y="1375"/>
                    </a:cubicBezTo>
                    <a:cubicBezTo>
                      <a:pt x="3880" y="1406"/>
                      <a:pt x="3926" y="1421"/>
                      <a:pt x="3972" y="1406"/>
                    </a:cubicBezTo>
                    <a:cubicBezTo>
                      <a:pt x="4018" y="1406"/>
                      <a:pt x="4064" y="1375"/>
                      <a:pt x="4079" y="1345"/>
                    </a:cubicBezTo>
                    <a:lnTo>
                      <a:pt x="4797" y="352"/>
                    </a:lnTo>
                    <a:cubicBezTo>
                      <a:pt x="4797" y="352"/>
                      <a:pt x="4812" y="337"/>
                      <a:pt x="4812" y="321"/>
                    </a:cubicBezTo>
                    <a:cubicBezTo>
                      <a:pt x="4965" y="382"/>
                      <a:pt x="5148" y="459"/>
                      <a:pt x="5331" y="535"/>
                    </a:cubicBezTo>
                    <a:lnTo>
                      <a:pt x="4613" y="1513"/>
                    </a:lnTo>
                    <a:cubicBezTo>
                      <a:pt x="4568" y="1589"/>
                      <a:pt x="4583" y="1696"/>
                      <a:pt x="4659" y="1742"/>
                    </a:cubicBezTo>
                    <a:cubicBezTo>
                      <a:pt x="4690" y="1772"/>
                      <a:pt x="4736" y="1788"/>
                      <a:pt x="4781" y="1772"/>
                    </a:cubicBezTo>
                    <a:cubicBezTo>
                      <a:pt x="4827" y="1772"/>
                      <a:pt x="4873" y="1742"/>
                      <a:pt x="4888" y="17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1059;p49">
                <a:extLst>
                  <a:ext uri="{FF2B5EF4-FFF2-40B4-BE49-F238E27FC236}">
                    <a16:creationId xmlns:a16="http://schemas.microsoft.com/office/drawing/2014/main" id="{2BD86B5B-B1BD-7600-24A8-0CD21D723A31}"/>
                  </a:ext>
                </a:extLst>
              </p:cNvPr>
              <p:cNvSpPr/>
              <p:nvPr/>
            </p:nvSpPr>
            <p:spPr>
              <a:xfrm>
                <a:off x="2939399" y="3782482"/>
                <a:ext cx="43783" cy="51004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229" extrusionOk="0">
                    <a:moveTo>
                      <a:pt x="749" y="0"/>
                    </a:moveTo>
                    <a:lnTo>
                      <a:pt x="46" y="963"/>
                    </a:lnTo>
                    <a:cubicBezTo>
                      <a:pt x="0" y="1039"/>
                      <a:pt x="16" y="1146"/>
                      <a:pt x="92" y="1192"/>
                    </a:cubicBezTo>
                    <a:cubicBezTo>
                      <a:pt x="126" y="1214"/>
                      <a:pt x="159" y="1228"/>
                      <a:pt x="187" y="1228"/>
                    </a:cubicBezTo>
                    <a:cubicBezTo>
                      <a:pt x="197" y="1228"/>
                      <a:pt x="206" y="1226"/>
                      <a:pt x="214" y="1222"/>
                    </a:cubicBezTo>
                    <a:cubicBezTo>
                      <a:pt x="260" y="1222"/>
                      <a:pt x="306" y="1192"/>
                      <a:pt x="321" y="1161"/>
                    </a:cubicBezTo>
                    <a:lnTo>
                      <a:pt x="1039" y="168"/>
                    </a:lnTo>
                    <a:cubicBezTo>
                      <a:pt x="1054" y="153"/>
                      <a:pt x="1054" y="138"/>
                      <a:pt x="1054" y="122"/>
                    </a:cubicBezTo>
                    <a:cubicBezTo>
                      <a:pt x="947" y="92"/>
                      <a:pt x="856" y="46"/>
                      <a:pt x="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1060;p49">
                <a:extLst>
                  <a:ext uri="{FF2B5EF4-FFF2-40B4-BE49-F238E27FC236}">
                    <a16:creationId xmlns:a16="http://schemas.microsoft.com/office/drawing/2014/main" id="{B92C259B-93A0-23F9-64D5-F290E7F514BE}"/>
                  </a:ext>
                </a:extLst>
              </p:cNvPr>
              <p:cNvSpPr/>
              <p:nvPr/>
            </p:nvSpPr>
            <p:spPr>
              <a:xfrm>
                <a:off x="2900721" y="3767874"/>
                <a:ext cx="44405" cy="5229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260" extrusionOk="0">
                    <a:moveTo>
                      <a:pt x="764" y="1"/>
                    </a:moveTo>
                    <a:lnTo>
                      <a:pt x="62" y="994"/>
                    </a:lnTo>
                    <a:cubicBezTo>
                      <a:pt x="1" y="1070"/>
                      <a:pt x="16" y="1177"/>
                      <a:pt x="92" y="1223"/>
                    </a:cubicBezTo>
                    <a:cubicBezTo>
                      <a:pt x="115" y="1245"/>
                      <a:pt x="153" y="1259"/>
                      <a:pt x="190" y="1259"/>
                    </a:cubicBezTo>
                    <a:cubicBezTo>
                      <a:pt x="204" y="1259"/>
                      <a:pt x="217" y="1258"/>
                      <a:pt x="230" y="1253"/>
                    </a:cubicBezTo>
                    <a:cubicBezTo>
                      <a:pt x="260" y="1253"/>
                      <a:pt x="306" y="1223"/>
                      <a:pt x="321" y="1192"/>
                    </a:cubicBezTo>
                    <a:lnTo>
                      <a:pt x="1039" y="200"/>
                    </a:lnTo>
                    <a:cubicBezTo>
                      <a:pt x="1055" y="184"/>
                      <a:pt x="1070" y="154"/>
                      <a:pt x="1070" y="123"/>
                    </a:cubicBezTo>
                    <a:cubicBezTo>
                      <a:pt x="963" y="77"/>
                      <a:pt x="856" y="47"/>
                      <a:pt x="7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1061;p49">
                <a:extLst>
                  <a:ext uri="{FF2B5EF4-FFF2-40B4-BE49-F238E27FC236}">
                    <a16:creationId xmlns:a16="http://schemas.microsoft.com/office/drawing/2014/main" id="{D9A92EDD-7597-6C00-52D6-37092E5FE755}"/>
                  </a:ext>
                </a:extLst>
              </p:cNvPr>
              <p:cNvSpPr/>
              <p:nvPr/>
            </p:nvSpPr>
            <p:spPr>
              <a:xfrm>
                <a:off x="2867148" y="3754594"/>
                <a:ext cx="43741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213" extrusionOk="0">
                    <a:moveTo>
                      <a:pt x="733" y="0"/>
                    </a:moveTo>
                    <a:lnTo>
                      <a:pt x="61" y="947"/>
                    </a:lnTo>
                    <a:cubicBezTo>
                      <a:pt x="0" y="1024"/>
                      <a:pt x="15" y="1115"/>
                      <a:pt x="92" y="1176"/>
                    </a:cubicBezTo>
                    <a:cubicBezTo>
                      <a:pt x="125" y="1199"/>
                      <a:pt x="159" y="1213"/>
                      <a:pt x="192" y="1213"/>
                    </a:cubicBezTo>
                    <a:cubicBezTo>
                      <a:pt x="205" y="1213"/>
                      <a:pt x="217" y="1211"/>
                      <a:pt x="229" y="1207"/>
                    </a:cubicBezTo>
                    <a:cubicBezTo>
                      <a:pt x="260" y="1207"/>
                      <a:pt x="306" y="1176"/>
                      <a:pt x="336" y="1130"/>
                    </a:cubicBezTo>
                    <a:lnTo>
                      <a:pt x="1039" y="153"/>
                    </a:lnTo>
                    <a:cubicBezTo>
                      <a:pt x="1039" y="138"/>
                      <a:pt x="1054" y="138"/>
                      <a:pt x="1054" y="122"/>
                    </a:cubicBezTo>
                    <a:cubicBezTo>
                      <a:pt x="932" y="77"/>
                      <a:pt x="825" y="31"/>
                      <a:pt x="7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1062;p49">
                <a:extLst>
                  <a:ext uri="{FF2B5EF4-FFF2-40B4-BE49-F238E27FC236}">
                    <a16:creationId xmlns:a16="http://schemas.microsoft.com/office/drawing/2014/main" id="{37617B1E-731B-ADE8-618B-50E21545A511}"/>
                  </a:ext>
                </a:extLst>
              </p:cNvPr>
              <p:cNvSpPr/>
              <p:nvPr/>
            </p:nvSpPr>
            <p:spPr>
              <a:xfrm>
                <a:off x="1421329" y="2731868"/>
                <a:ext cx="1457895" cy="1015131"/>
              </a:xfrm>
              <a:custGeom>
                <a:avLst/>
                <a:gdLst/>
                <a:ahLst/>
                <a:cxnLst/>
                <a:rect l="l" t="t" r="r" b="b"/>
                <a:pathLst>
                  <a:path w="35130" h="24461" extrusionOk="0">
                    <a:moveTo>
                      <a:pt x="12357" y="1"/>
                    </a:moveTo>
                    <a:cubicBezTo>
                      <a:pt x="11637" y="1"/>
                      <a:pt x="11210" y="7"/>
                      <a:pt x="11210" y="7"/>
                    </a:cubicBezTo>
                    <a:lnTo>
                      <a:pt x="1908" y="129"/>
                    </a:lnTo>
                    <a:cubicBezTo>
                      <a:pt x="1908" y="129"/>
                      <a:pt x="0" y="9198"/>
                      <a:pt x="9087" y="9198"/>
                    </a:cubicBezTo>
                    <a:cubicBezTo>
                      <a:pt x="9271" y="9198"/>
                      <a:pt x="9459" y="9194"/>
                      <a:pt x="9652" y="9187"/>
                    </a:cubicBezTo>
                    <a:cubicBezTo>
                      <a:pt x="13134" y="9065"/>
                      <a:pt x="15807" y="8912"/>
                      <a:pt x="17793" y="8820"/>
                    </a:cubicBezTo>
                    <a:cubicBezTo>
                      <a:pt x="19623" y="8727"/>
                      <a:pt x="20889" y="8662"/>
                      <a:pt x="21708" y="8662"/>
                    </a:cubicBezTo>
                    <a:cubicBezTo>
                      <a:pt x="22501" y="8662"/>
                      <a:pt x="22873" y="8723"/>
                      <a:pt x="22925" y="8881"/>
                    </a:cubicBezTo>
                    <a:cubicBezTo>
                      <a:pt x="22986" y="9019"/>
                      <a:pt x="23643" y="10332"/>
                      <a:pt x="24544" y="12089"/>
                    </a:cubicBezTo>
                    <a:cubicBezTo>
                      <a:pt x="26728" y="16396"/>
                      <a:pt x="30486" y="24461"/>
                      <a:pt x="30486" y="24461"/>
                    </a:cubicBezTo>
                    <a:lnTo>
                      <a:pt x="35129" y="23178"/>
                    </a:lnTo>
                    <a:cubicBezTo>
                      <a:pt x="35129" y="23178"/>
                      <a:pt x="30868" y="3535"/>
                      <a:pt x="27966" y="1672"/>
                    </a:cubicBezTo>
                    <a:cubicBezTo>
                      <a:pt x="25561" y="136"/>
                      <a:pt x="15735" y="1"/>
                      <a:pt x="12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1063;p49">
                <a:extLst>
                  <a:ext uri="{FF2B5EF4-FFF2-40B4-BE49-F238E27FC236}">
                    <a16:creationId xmlns:a16="http://schemas.microsoft.com/office/drawing/2014/main" id="{D1DD95D9-AC47-C861-CDC5-9F750E106FDA}"/>
                  </a:ext>
                </a:extLst>
              </p:cNvPr>
              <p:cNvSpPr/>
              <p:nvPr/>
            </p:nvSpPr>
            <p:spPr>
              <a:xfrm>
                <a:off x="1454197" y="2732117"/>
                <a:ext cx="455794" cy="328390"/>
              </a:xfrm>
              <a:custGeom>
                <a:avLst/>
                <a:gdLst/>
                <a:ahLst/>
                <a:cxnLst/>
                <a:rect l="l" t="t" r="r" b="b"/>
                <a:pathLst>
                  <a:path w="10983" h="7913" extrusionOk="0">
                    <a:moveTo>
                      <a:pt x="10418" y="1"/>
                    </a:moveTo>
                    <a:lnTo>
                      <a:pt x="1116" y="123"/>
                    </a:lnTo>
                    <a:cubicBezTo>
                      <a:pt x="1116" y="123"/>
                      <a:pt x="1" y="5423"/>
                      <a:pt x="3529" y="7913"/>
                    </a:cubicBezTo>
                    <a:cubicBezTo>
                      <a:pt x="7042" y="7073"/>
                      <a:pt x="9135" y="3499"/>
                      <a:pt x="10983" y="291"/>
                    </a:cubicBezTo>
                    <a:lnTo>
                      <a:pt x="107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1064;p49">
                <a:extLst>
                  <a:ext uri="{FF2B5EF4-FFF2-40B4-BE49-F238E27FC236}">
                    <a16:creationId xmlns:a16="http://schemas.microsoft.com/office/drawing/2014/main" id="{0C6796B3-89AA-9FEC-ACD3-9BAAEAA53ECE}"/>
                  </a:ext>
                </a:extLst>
              </p:cNvPr>
              <p:cNvSpPr/>
              <p:nvPr/>
            </p:nvSpPr>
            <p:spPr>
              <a:xfrm>
                <a:off x="2159739" y="3091548"/>
                <a:ext cx="280208" cy="630759"/>
              </a:xfrm>
              <a:custGeom>
                <a:avLst/>
                <a:gdLst/>
                <a:ahLst/>
                <a:cxnLst/>
                <a:rect l="l" t="t" r="r" b="b"/>
                <a:pathLst>
                  <a:path w="6752" h="15199" extrusionOk="0">
                    <a:moveTo>
                      <a:pt x="3872" y="0"/>
                    </a:moveTo>
                    <a:cubicBezTo>
                      <a:pt x="3051" y="0"/>
                      <a:pt x="1795" y="62"/>
                      <a:pt x="0" y="153"/>
                    </a:cubicBezTo>
                    <a:lnTo>
                      <a:pt x="901" y="15198"/>
                    </a:lnTo>
                    <a:lnTo>
                      <a:pt x="1818" y="15183"/>
                    </a:lnTo>
                    <a:lnTo>
                      <a:pt x="1818" y="14618"/>
                    </a:lnTo>
                    <a:lnTo>
                      <a:pt x="5132" y="14618"/>
                    </a:lnTo>
                    <a:lnTo>
                      <a:pt x="5132" y="15091"/>
                    </a:lnTo>
                    <a:lnTo>
                      <a:pt x="5972" y="15076"/>
                    </a:lnTo>
                    <a:lnTo>
                      <a:pt x="6751" y="3422"/>
                    </a:lnTo>
                    <a:cubicBezTo>
                      <a:pt x="5850" y="1665"/>
                      <a:pt x="5193" y="352"/>
                      <a:pt x="5132" y="214"/>
                    </a:cubicBezTo>
                    <a:cubicBezTo>
                      <a:pt x="5079" y="62"/>
                      <a:pt x="4693" y="0"/>
                      <a:pt x="38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1065;p49">
                <a:extLst>
                  <a:ext uri="{FF2B5EF4-FFF2-40B4-BE49-F238E27FC236}">
                    <a16:creationId xmlns:a16="http://schemas.microsoft.com/office/drawing/2014/main" id="{50D2EE33-E8C6-E551-64EC-2F36DCBBBBAF}"/>
                  </a:ext>
                </a:extLst>
              </p:cNvPr>
              <p:cNvSpPr/>
              <p:nvPr/>
            </p:nvSpPr>
            <p:spPr>
              <a:xfrm>
                <a:off x="2235144" y="3717825"/>
                <a:ext cx="138237" cy="88146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2124" extrusionOk="0">
                    <a:moveTo>
                      <a:pt x="3330" y="0"/>
                    </a:moveTo>
                    <a:lnTo>
                      <a:pt x="1" y="92"/>
                    </a:lnTo>
                    <a:lnTo>
                      <a:pt x="1" y="2123"/>
                    </a:lnTo>
                    <a:lnTo>
                      <a:pt x="3330" y="2123"/>
                    </a:lnTo>
                    <a:lnTo>
                      <a:pt x="3330" y="0"/>
                    </a:lnTo>
                    <a:close/>
                  </a:path>
                </a:pathLst>
              </a:custGeom>
              <a:solidFill>
                <a:srgbClr val="FFC8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1066;p49">
                <a:extLst>
                  <a:ext uri="{FF2B5EF4-FFF2-40B4-BE49-F238E27FC236}">
                    <a16:creationId xmlns:a16="http://schemas.microsoft.com/office/drawing/2014/main" id="{B9D2733D-3C2E-5B74-4CCF-F0C529B60E3D}"/>
                  </a:ext>
                </a:extLst>
              </p:cNvPr>
              <p:cNvSpPr/>
              <p:nvPr/>
            </p:nvSpPr>
            <p:spPr>
              <a:xfrm>
                <a:off x="2235144" y="3698154"/>
                <a:ext cx="138237" cy="23489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566" extrusionOk="0">
                    <a:moveTo>
                      <a:pt x="1" y="1"/>
                    </a:moveTo>
                    <a:lnTo>
                      <a:pt x="1" y="566"/>
                    </a:lnTo>
                    <a:lnTo>
                      <a:pt x="3330" y="474"/>
                    </a:lnTo>
                    <a:lnTo>
                      <a:pt x="33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1067;p49">
                <a:extLst>
                  <a:ext uri="{FF2B5EF4-FFF2-40B4-BE49-F238E27FC236}">
                    <a16:creationId xmlns:a16="http://schemas.microsoft.com/office/drawing/2014/main" id="{98665029-B4C9-B9D9-574F-32AB78D68AA1}"/>
                  </a:ext>
                </a:extLst>
              </p:cNvPr>
              <p:cNvSpPr/>
              <p:nvPr/>
            </p:nvSpPr>
            <p:spPr>
              <a:xfrm>
                <a:off x="2195844" y="3891212"/>
                <a:ext cx="410808" cy="48514"/>
              </a:xfrm>
              <a:custGeom>
                <a:avLst/>
                <a:gdLst/>
                <a:ahLst/>
                <a:cxnLst/>
                <a:rect l="l" t="t" r="r" b="b"/>
                <a:pathLst>
                  <a:path w="9899" h="1169" extrusionOk="0">
                    <a:moveTo>
                      <a:pt x="7218" y="1"/>
                    </a:moveTo>
                    <a:cubicBezTo>
                      <a:pt x="4312" y="1"/>
                      <a:pt x="1" y="53"/>
                      <a:pt x="1" y="53"/>
                    </a:cubicBezTo>
                    <a:lnTo>
                      <a:pt x="1" y="1168"/>
                    </a:lnTo>
                    <a:lnTo>
                      <a:pt x="9898" y="1168"/>
                    </a:lnTo>
                    <a:lnTo>
                      <a:pt x="9898" y="38"/>
                    </a:lnTo>
                    <a:lnTo>
                      <a:pt x="9730" y="38"/>
                    </a:lnTo>
                    <a:cubicBezTo>
                      <a:pt x="9451" y="10"/>
                      <a:pt x="8463" y="1"/>
                      <a:pt x="72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1068;p49">
                <a:extLst>
                  <a:ext uri="{FF2B5EF4-FFF2-40B4-BE49-F238E27FC236}">
                    <a16:creationId xmlns:a16="http://schemas.microsoft.com/office/drawing/2014/main" id="{84FC3B85-573C-B294-4171-165E22C99114}"/>
                  </a:ext>
                </a:extLst>
              </p:cNvPr>
              <p:cNvSpPr/>
              <p:nvPr/>
            </p:nvSpPr>
            <p:spPr>
              <a:xfrm>
                <a:off x="2195844" y="3767251"/>
                <a:ext cx="403836" cy="126201"/>
              </a:xfrm>
              <a:custGeom>
                <a:avLst/>
                <a:gdLst/>
                <a:ahLst/>
                <a:cxnLst/>
                <a:rect l="l" t="t" r="r" b="b"/>
                <a:pathLst>
                  <a:path w="9731" h="3041" extrusionOk="0">
                    <a:moveTo>
                      <a:pt x="6065" y="993"/>
                    </a:moveTo>
                    <a:cubicBezTo>
                      <a:pt x="6080" y="978"/>
                      <a:pt x="6095" y="948"/>
                      <a:pt x="6095" y="932"/>
                    </a:cubicBezTo>
                    <a:cubicBezTo>
                      <a:pt x="6278" y="1039"/>
                      <a:pt x="6462" y="1146"/>
                      <a:pt x="6660" y="1268"/>
                    </a:cubicBezTo>
                    <a:lnTo>
                      <a:pt x="5805" y="2078"/>
                    </a:lnTo>
                    <a:cubicBezTo>
                      <a:pt x="5744" y="2139"/>
                      <a:pt x="5744" y="2246"/>
                      <a:pt x="5805" y="2322"/>
                    </a:cubicBezTo>
                    <a:cubicBezTo>
                      <a:pt x="5835" y="2353"/>
                      <a:pt x="5881" y="2368"/>
                      <a:pt x="5927" y="2368"/>
                    </a:cubicBezTo>
                    <a:cubicBezTo>
                      <a:pt x="5973" y="2368"/>
                      <a:pt x="6019" y="2353"/>
                      <a:pt x="6049" y="2322"/>
                    </a:cubicBezTo>
                    <a:lnTo>
                      <a:pt x="6920" y="1482"/>
                    </a:lnTo>
                    <a:cubicBezTo>
                      <a:pt x="6935" y="1467"/>
                      <a:pt x="6935" y="1452"/>
                      <a:pt x="6950" y="1436"/>
                    </a:cubicBezTo>
                    <a:cubicBezTo>
                      <a:pt x="8142" y="2154"/>
                      <a:pt x="9410" y="2887"/>
                      <a:pt x="9730" y="3025"/>
                    </a:cubicBezTo>
                    <a:cubicBezTo>
                      <a:pt x="8799" y="2933"/>
                      <a:pt x="1" y="3040"/>
                      <a:pt x="1" y="3040"/>
                    </a:cubicBezTo>
                    <a:lnTo>
                      <a:pt x="764" y="551"/>
                    </a:lnTo>
                    <a:cubicBezTo>
                      <a:pt x="795" y="444"/>
                      <a:pt x="917" y="398"/>
                      <a:pt x="1009" y="428"/>
                    </a:cubicBezTo>
                    <a:cubicBezTo>
                      <a:pt x="3193" y="1268"/>
                      <a:pt x="4140" y="428"/>
                      <a:pt x="4415" y="92"/>
                    </a:cubicBezTo>
                    <a:cubicBezTo>
                      <a:pt x="4476" y="16"/>
                      <a:pt x="4583" y="1"/>
                      <a:pt x="4659" y="46"/>
                    </a:cubicBezTo>
                    <a:cubicBezTo>
                      <a:pt x="4751" y="108"/>
                      <a:pt x="4888" y="184"/>
                      <a:pt x="5056" y="291"/>
                    </a:cubicBezTo>
                    <a:lnTo>
                      <a:pt x="4216" y="1100"/>
                    </a:lnTo>
                    <a:cubicBezTo>
                      <a:pt x="4140" y="1162"/>
                      <a:pt x="4140" y="1268"/>
                      <a:pt x="4216" y="1330"/>
                    </a:cubicBezTo>
                    <a:cubicBezTo>
                      <a:pt x="4247" y="1360"/>
                      <a:pt x="4293" y="1391"/>
                      <a:pt x="4339" y="1391"/>
                    </a:cubicBezTo>
                    <a:cubicBezTo>
                      <a:pt x="4369" y="1391"/>
                      <a:pt x="4415" y="1375"/>
                      <a:pt x="4445" y="1330"/>
                    </a:cubicBezTo>
                    <a:lnTo>
                      <a:pt x="5316" y="489"/>
                    </a:lnTo>
                    <a:cubicBezTo>
                      <a:pt x="5331" y="474"/>
                      <a:pt x="5331" y="474"/>
                      <a:pt x="5347" y="459"/>
                    </a:cubicBezTo>
                    <a:cubicBezTo>
                      <a:pt x="5484" y="551"/>
                      <a:pt x="5652" y="657"/>
                      <a:pt x="5820" y="749"/>
                    </a:cubicBezTo>
                    <a:lnTo>
                      <a:pt x="4950" y="1604"/>
                    </a:lnTo>
                    <a:cubicBezTo>
                      <a:pt x="4888" y="1666"/>
                      <a:pt x="4873" y="1772"/>
                      <a:pt x="4950" y="1834"/>
                    </a:cubicBezTo>
                    <a:cubicBezTo>
                      <a:pt x="4980" y="1879"/>
                      <a:pt x="5026" y="1895"/>
                      <a:pt x="5072" y="1895"/>
                    </a:cubicBezTo>
                    <a:cubicBezTo>
                      <a:pt x="5102" y="1895"/>
                      <a:pt x="5148" y="1879"/>
                      <a:pt x="5179" y="18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1069;p49">
                <a:extLst>
                  <a:ext uri="{FF2B5EF4-FFF2-40B4-BE49-F238E27FC236}">
                    <a16:creationId xmlns:a16="http://schemas.microsoft.com/office/drawing/2014/main" id="{65237813-721D-CD51-B54A-87D799C01DE7}"/>
                  </a:ext>
                </a:extLst>
              </p:cNvPr>
              <p:cNvSpPr/>
              <p:nvPr/>
            </p:nvSpPr>
            <p:spPr>
              <a:xfrm>
                <a:off x="2434178" y="3819873"/>
                <a:ext cx="50132" cy="45692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1101" extrusionOk="0">
                    <a:moveTo>
                      <a:pt x="917" y="0"/>
                    </a:moveTo>
                    <a:lnTo>
                      <a:pt x="62" y="810"/>
                    </a:lnTo>
                    <a:cubicBezTo>
                      <a:pt x="1" y="871"/>
                      <a:pt x="1" y="993"/>
                      <a:pt x="62" y="1054"/>
                    </a:cubicBezTo>
                    <a:cubicBezTo>
                      <a:pt x="92" y="1085"/>
                      <a:pt x="138" y="1100"/>
                      <a:pt x="184" y="1100"/>
                    </a:cubicBezTo>
                    <a:cubicBezTo>
                      <a:pt x="230" y="1100"/>
                      <a:pt x="276" y="1085"/>
                      <a:pt x="306" y="1054"/>
                    </a:cubicBezTo>
                    <a:lnTo>
                      <a:pt x="1177" y="214"/>
                    </a:lnTo>
                    <a:cubicBezTo>
                      <a:pt x="1192" y="199"/>
                      <a:pt x="1192" y="184"/>
                      <a:pt x="1207" y="168"/>
                    </a:cubicBezTo>
                    <a:cubicBezTo>
                      <a:pt x="1101" y="107"/>
                      <a:pt x="1009" y="46"/>
                      <a:pt x="9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1070;p49">
                <a:extLst>
                  <a:ext uri="{FF2B5EF4-FFF2-40B4-BE49-F238E27FC236}">
                    <a16:creationId xmlns:a16="http://schemas.microsoft.com/office/drawing/2014/main" id="{8577D8D1-3CE3-63FD-616B-ABF5852811B0}"/>
                  </a:ext>
                </a:extLst>
              </p:cNvPr>
              <p:cNvSpPr/>
              <p:nvPr/>
            </p:nvSpPr>
            <p:spPr>
              <a:xfrm>
                <a:off x="2398073" y="3798957"/>
                <a:ext cx="50754" cy="46936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131" extrusionOk="0">
                    <a:moveTo>
                      <a:pt x="947" y="0"/>
                    </a:moveTo>
                    <a:lnTo>
                      <a:pt x="77" y="840"/>
                    </a:lnTo>
                    <a:cubicBezTo>
                      <a:pt x="15" y="902"/>
                      <a:pt x="0" y="1008"/>
                      <a:pt x="77" y="1085"/>
                    </a:cubicBezTo>
                    <a:cubicBezTo>
                      <a:pt x="107" y="1115"/>
                      <a:pt x="153" y="1131"/>
                      <a:pt x="199" y="1131"/>
                    </a:cubicBezTo>
                    <a:cubicBezTo>
                      <a:pt x="229" y="1131"/>
                      <a:pt x="275" y="1115"/>
                      <a:pt x="306" y="1085"/>
                    </a:cubicBezTo>
                    <a:lnTo>
                      <a:pt x="1192" y="229"/>
                    </a:lnTo>
                    <a:cubicBezTo>
                      <a:pt x="1207" y="214"/>
                      <a:pt x="1222" y="184"/>
                      <a:pt x="1222" y="168"/>
                    </a:cubicBezTo>
                    <a:cubicBezTo>
                      <a:pt x="1130" y="107"/>
                      <a:pt x="1039" y="46"/>
                      <a:pt x="9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1071;p49">
                <a:extLst>
                  <a:ext uri="{FF2B5EF4-FFF2-40B4-BE49-F238E27FC236}">
                    <a16:creationId xmlns:a16="http://schemas.microsoft.com/office/drawing/2014/main" id="{808C2B9D-B294-0599-88C5-BF6D759B9DED}"/>
                  </a:ext>
                </a:extLst>
              </p:cNvPr>
              <p:cNvSpPr/>
              <p:nvPr/>
            </p:nvSpPr>
            <p:spPr>
              <a:xfrm>
                <a:off x="2368276" y="3779286"/>
                <a:ext cx="49468" cy="45692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1101" extrusionOk="0">
                    <a:moveTo>
                      <a:pt x="901" y="1"/>
                    </a:moveTo>
                    <a:lnTo>
                      <a:pt x="61" y="810"/>
                    </a:lnTo>
                    <a:cubicBezTo>
                      <a:pt x="0" y="872"/>
                      <a:pt x="0" y="978"/>
                      <a:pt x="61" y="1040"/>
                    </a:cubicBezTo>
                    <a:cubicBezTo>
                      <a:pt x="92" y="1070"/>
                      <a:pt x="138" y="1101"/>
                      <a:pt x="184" y="1101"/>
                    </a:cubicBezTo>
                    <a:cubicBezTo>
                      <a:pt x="214" y="1101"/>
                      <a:pt x="260" y="1085"/>
                      <a:pt x="290" y="1040"/>
                    </a:cubicBezTo>
                    <a:lnTo>
                      <a:pt x="1176" y="199"/>
                    </a:lnTo>
                    <a:cubicBezTo>
                      <a:pt x="1176" y="199"/>
                      <a:pt x="1192" y="184"/>
                      <a:pt x="1192" y="184"/>
                    </a:cubicBezTo>
                    <a:cubicBezTo>
                      <a:pt x="1085" y="108"/>
                      <a:pt x="993" y="47"/>
                      <a:pt x="9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1072;p49">
                <a:extLst>
                  <a:ext uri="{FF2B5EF4-FFF2-40B4-BE49-F238E27FC236}">
                    <a16:creationId xmlns:a16="http://schemas.microsoft.com/office/drawing/2014/main" id="{43FABA9E-7F60-396E-7681-9BE684444A23}"/>
                  </a:ext>
                </a:extLst>
              </p:cNvPr>
              <p:cNvSpPr/>
              <p:nvPr/>
            </p:nvSpPr>
            <p:spPr>
              <a:xfrm>
                <a:off x="1847202" y="2283336"/>
                <a:ext cx="749947" cy="341088"/>
              </a:xfrm>
              <a:custGeom>
                <a:avLst/>
                <a:gdLst/>
                <a:ahLst/>
                <a:cxnLst/>
                <a:rect l="l" t="t" r="r" b="b"/>
                <a:pathLst>
                  <a:path w="18071" h="8219" extrusionOk="0">
                    <a:moveTo>
                      <a:pt x="3743" y="1"/>
                    </a:moveTo>
                    <a:lnTo>
                      <a:pt x="1" y="3117"/>
                    </a:lnTo>
                    <a:cubicBezTo>
                      <a:pt x="1055" y="4385"/>
                      <a:pt x="2078" y="5515"/>
                      <a:pt x="2689" y="5881"/>
                    </a:cubicBezTo>
                    <a:cubicBezTo>
                      <a:pt x="4293" y="6874"/>
                      <a:pt x="12587" y="8218"/>
                      <a:pt x="12587" y="8218"/>
                    </a:cubicBezTo>
                    <a:lnTo>
                      <a:pt x="18070" y="8218"/>
                    </a:lnTo>
                    <a:cubicBezTo>
                      <a:pt x="16947" y="5723"/>
                      <a:pt x="13788" y="5667"/>
                      <a:pt x="12882" y="5667"/>
                    </a:cubicBezTo>
                    <a:cubicBezTo>
                      <a:pt x="12840" y="5667"/>
                      <a:pt x="12802" y="5668"/>
                      <a:pt x="12770" y="5668"/>
                    </a:cubicBezTo>
                    <a:cubicBezTo>
                      <a:pt x="12052" y="5668"/>
                      <a:pt x="5881" y="2231"/>
                      <a:pt x="5225" y="1971"/>
                    </a:cubicBezTo>
                    <a:cubicBezTo>
                      <a:pt x="4996" y="1880"/>
                      <a:pt x="4400" y="1039"/>
                      <a:pt x="3743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1073;p49">
                <a:extLst>
                  <a:ext uri="{FF2B5EF4-FFF2-40B4-BE49-F238E27FC236}">
                    <a16:creationId xmlns:a16="http://schemas.microsoft.com/office/drawing/2014/main" id="{A7091EB5-FD06-D0B4-ECE2-DA29244C0134}"/>
                  </a:ext>
                </a:extLst>
              </p:cNvPr>
              <p:cNvSpPr/>
              <p:nvPr/>
            </p:nvSpPr>
            <p:spPr>
              <a:xfrm>
                <a:off x="1693196" y="2072889"/>
                <a:ext cx="319508" cy="339802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8188" extrusionOk="0">
                    <a:moveTo>
                      <a:pt x="7698" y="4995"/>
                    </a:moveTo>
                    <a:lnTo>
                      <a:pt x="3712" y="8188"/>
                    </a:lnTo>
                    <a:cubicBezTo>
                      <a:pt x="1894" y="6019"/>
                      <a:pt x="0" y="3422"/>
                      <a:pt x="0" y="3422"/>
                    </a:cubicBezTo>
                    <a:lnTo>
                      <a:pt x="5667" y="1"/>
                    </a:lnTo>
                    <a:cubicBezTo>
                      <a:pt x="5667" y="1"/>
                      <a:pt x="7118" y="3453"/>
                      <a:pt x="7698" y="49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1074;p49">
                <a:extLst>
                  <a:ext uri="{FF2B5EF4-FFF2-40B4-BE49-F238E27FC236}">
                    <a16:creationId xmlns:a16="http://schemas.microsoft.com/office/drawing/2014/main" id="{4115EE17-8E7C-D765-DD70-7C1B11B2863C}"/>
                  </a:ext>
                </a:extLst>
              </p:cNvPr>
              <p:cNvSpPr/>
              <p:nvPr/>
            </p:nvSpPr>
            <p:spPr>
              <a:xfrm>
                <a:off x="1481463" y="1887799"/>
                <a:ext cx="479906" cy="1193665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28763" extrusionOk="0">
                    <a:moveTo>
                      <a:pt x="9394" y="1605"/>
                    </a:moveTo>
                    <a:lnTo>
                      <a:pt x="5286" y="1"/>
                    </a:lnTo>
                    <a:cubicBezTo>
                      <a:pt x="5286" y="1"/>
                      <a:pt x="413" y="566"/>
                      <a:pt x="77" y="12327"/>
                    </a:cubicBezTo>
                    <a:cubicBezTo>
                      <a:pt x="1" y="14603"/>
                      <a:pt x="31" y="27158"/>
                      <a:pt x="719" y="27479"/>
                    </a:cubicBezTo>
                    <a:cubicBezTo>
                      <a:pt x="3483" y="28762"/>
                      <a:pt x="10586" y="20346"/>
                      <a:pt x="10586" y="20346"/>
                    </a:cubicBezTo>
                    <a:cubicBezTo>
                      <a:pt x="10723" y="20086"/>
                      <a:pt x="10525" y="17367"/>
                      <a:pt x="10586" y="17108"/>
                    </a:cubicBezTo>
                    <a:cubicBezTo>
                      <a:pt x="10418" y="17031"/>
                      <a:pt x="10280" y="16970"/>
                      <a:pt x="10158" y="16909"/>
                    </a:cubicBezTo>
                    <a:cubicBezTo>
                      <a:pt x="9440" y="16482"/>
                      <a:pt x="8081" y="14679"/>
                      <a:pt x="6752" y="12739"/>
                    </a:cubicBezTo>
                    <a:lnTo>
                      <a:pt x="10968" y="9455"/>
                    </a:lnTo>
                    <a:cubicBezTo>
                      <a:pt x="11136" y="9715"/>
                      <a:pt x="11304" y="9975"/>
                      <a:pt x="11456" y="10234"/>
                    </a:cubicBezTo>
                    <a:cubicBezTo>
                      <a:pt x="11563" y="3957"/>
                      <a:pt x="9394" y="1605"/>
                      <a:pt x="9394" y="16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1075;p49">
                <a:extLst>
                  <a:ext uri="{FF2B5EF4-FFF2-40B4-BE49-F238E27FC236}">
                    <a16:creationId xmlns:a16="http://schemas.microsoft.com/office/drawing/2014/main" id="{14C19120-9E82-37F1-CF82-87D0627C66C9}"/>
                  </a:ext>
                </a:extLst>
              </p:cNvPr>
              <p:cNvSpPr/>
              <p:nvPr/>
            </p:nvSpPr>
            <p:spPr>
              <a:xfrm>
                <a:off x="1606959" y="2121071"/>
                <a:ext cx="314446" cy="524270"/>
              </a:xfrm>
              <a:custGeom>
                <a:avLst/>
                <a:gdLst/>
                <a:ahLst/>
                <a:cxnLst/>
                <a:rect l="l" t="t" r="r" b="b"/>
                <a:pathLst>
                  <a:path w="7577" h="12633" extrusionOk="0">
                    <a:moveTo>
                      <a:pt x="1" y="1"/>
                    </a:moveTo>
                    <a:lnTo>
                      <a:pt x="1" y="1681"/>
                    </a:lnTo>
                    <a:cubicBezTo>
                      <a:pt x="1" y="1681"/>
                      <a:pt x="1589" y="6019"/>
                      <a:pt x="3499" y="9425"/>
                    </a:cubicBezTo>
                    <a:cubicBezTo>
                      <a:pt x="4522" y="11273"/>
                      <a:pt x="6233" y="12189"/>
                      <a:pt x="7577" y="12632"/>
                    </a:cubicBezTo>
                    <a:cubicBezTo>
                      <a:pt x="7562" y="12067"/>
                      <a:pt x="7531" y="11594"/>
                      <a:pt x="7562" y="11487"/>
                    </a:cubicBezTo>
                    <a:cubicBezTo>
                      <a:pt x="7394" y="11410"/>
                      <a:pt x="7241" y="11349"/>
                      <a:pt x="7134" y="11288"/>
                    </a:cubicBezTo>
                    <a:cubicBezTo>
                      <a:pt x="6416" y="10861"/>
                      <a:pt x="5057" y="9058"/>
                      <a:pt x="3728" y="7118"/>
                    </a:cubicBezTo>
                    <a:lnTo>
                      <a:pt x="5790" y="5515"/>
                    </a:lnTo>
                    <a:lnTo>
                      <a:pt x="3728" y="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1076;p49">
                <a:extLst>
                  <a:ext uri="{FF2B5EF4-FFF2-40B4-BE49-F238E27FC236}">
                    <a16:creationId xmlns:a16="http://schemas.microsoft.com/office/drawing/2014/main" id="{9EAB87D6-FEE2-B4B7-3259-C4F38EA9159F}"/>
                  </a:ext>
                </a:extLst>
              </p:cNvPr>
              <p:cNvSpPr/>
              <p:nvPr/>
            </p:nvSpPr>
            <p:spPr>
              <a:xfrm>
                <a:off x="1761629" y="2280182"/>
                <a:ext cx="880506" cy="393047"/>
              </a:xfrm>
              <a:custGeom>
                <a:avLst/>
                <a:gdLst/>
                <a:ahLst/>
                <a:cxnLst/>
                <a:rect l="l" t="t" r="r" b="b"/>
                <a:pathLst>
                  <a:path w="21217" h="9471" extrusionOk="0">
                    <a:moveTo>
                      <a:pt x="15855" y="6996"/>
                    </a:moveTo>
                    <a:cubicBezTo>
                      <a:pt x="15855" y="6996"/>
                      <a:pt x="7195" y="3452"/>
                      <a:pt x="6599" y="3330"/>
                    </a:cubicBezTo>
                    <a:cubicBezTo>
                      <a:pt x="6416" y="3284"/>
                      <a:pt x="5790" y="2414"/>
                      <a:pt x="4996" y="1222"/>
                    </a:cubicBezTo>
                    <a:cubicBezTo>
                      <a:pt x="4843" y="963"/>
                      <a:pt x="4369" y="260"/>
                      <a:pt x="4217" y="0"/>
                    </a:cubicBezTo>
                    <a:lnTo>
                      <a:pt x="1" y="3284"/>
                    </a:lnTo>
                    <a:cubicBezTo>
                      <a:pt x="1330" y="5224"/>
                      <a:pt x="2689" y="7027"/>
                      <a:pt x="3407" y="7454"/>
                    </a:cubicBezTo>
                    <a:cubicBezTo>
                      <a:pt x="3529" y="7515"/>
                      <a:pt x="3667" y="7592"/>
                      <a:pt x="3835" y="7653"/>
                    </a:cubicBezTo>
                    <a:cubicBezTo>
                      <a:pt x="3835" y="7638"/>
                      <a:pt x="3835" y="7638"/>
                      <a:pt x="3835" y="7622"/>
                    </a:cubicBezTo>
                    <a:cubicBezTo>
                      <a:pt x="3835" y="7638"/>
                      <a:pt x="3835" y="7638"/>
                      <a:pt x="3835" y="7653"/>
                    </a:cubicBezTo>
                    <a:cubicBezTo>
                      <a:pt x="6355" y="8585"/>
                      <a:pt x="15413" y="9027"/>
                      <a:pt x="15581" y="9089"/>
                    </a:cubicBezTo>
                    <a:cubicBezTo>
                      <a:pt x="15901" y="9333"/>
                      <a:pt x="16680" y="9348"/>
                      <a:pt x="17352" y="9165"/>
                    </a:cubicBezTo>
                    <a:cubicBezTo>
                      <a:pt x="17673" y="9073"/>
                      <a:pt x="17979" y="8951"/>
                      <a:pt x="18208" y="8768"/>
                    </a:cubicBezTo>
                    <a:cubicBezTo>
                      <a:pt x="18819" y="8310"/>
                      <a:pt x="19720" y="8951"/>
                      <a:pt x="20132" y="9272"/>
                    </a:cubicBezTo>
                    <a:cubicBezTo>
                      <a:pt x="20392" y="9470"/>
                      <a:pt x="21018" y="9455"/>
                      <a:pt x="21217" y="9257"/>
                    </a:cubicBezTo>
                    <a:cubicBezTo>
                      <a:pt x="20758" y="6645"/>
                      <a:pt x="15855" y="6996"/>
                      <a:pt x="15855" y="6996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1077;p49">
                <a:extLst>
                  <a:ext uri="{FF2B5EF4-FFF2-40B4-BE49-F238E27FC236}">
                    <a16:creationId xmlns:a16="http://schemas.microsoft.com/office/drawing/2014/main" id="{21ABE018-82D3-D7BD-B7A4-9982B7F54571}"/>
                  </a:ext>
                </a:extLst>
              </p:cNvPr>
              <p:cNvSpPr/>
              <p:nvPr/>
            </p:nvSpPr>
            <p:spPr>
              <a:xfrm>
                <a:off x="1700790" y="1774961"/>
                <a:ext cx="209201" cy="179446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4324" extrusionOk="0">
                    <a:moveTo>
                      <a:pt x="5041" y="2445"/>
                    </a:moveTo>
                    <a:lnTo>
                      <a:pt x="4919" y="2689"/>
                    </a:lnTo>
                    <a:lnTo>
                      <a:pt x="4644" y="3224"/>
                    </a:lnTo>
                    <a:lnTo>
                      <a:pt x="4598" y="3315"/>
                    </a:lnTo>
                    <a:lnTo>
                      <a:pt x="4109" y="4324"/>
                    </a:lnTo>
                    <a:lnTo>
                      <a:pt x="1" y="2720"/>
                    </a:lnTo>
                    <a:lnTo>
                      <a:pt x="1726" y="1"/>
                    </a:lnTo>
                    <a:lnTo>
                      <a:pt x="4430" y="2002"/>
                    </a:ln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1078;p49">
                <a:extLst>
                  <a:ext uri="{FF2B5EF4-FFF2-40B4-BE49-F238E27FC236}">
                    <a16:creationId xmlns:a16="http://schemas.microsoft.com/office/drawing/2014/main" id="{1B180C02-90EA-89AD-D4D7-2DA600A5970E}"/>
                  </a:ext>
                </a:extLst>
              </p:cNvPr>
              <p:cNvSpPr/>
              <p:nvPr/>
            </p:nvSpPr>
            <p:spPr>
              <a:xfrm>
                <a:off x="1574630" y="1909379"/>
                <a:ext cx="412095" cy="554025"/>
              </a:xfrm>
              <a:custGeom>
                <a:avLst/>
                <a:gdLst/>
                <a:ahLst/>
                <a:cxnLst/>
                <a:rect l="l" t="t" r="r" b="b"/>
                <a:pathLst>
                  <a:path w="9930" h="13350" extrusionOk="0">
                    <a:moveTo>
                      <a:pt x="780" y="6782"/>
                    </a:moveTo>
                    <a:lnTo>
                      <a:pt x="5041" y="13350"/>
                    </a:lnTo>
                    <a:lnTo>
                      <a:pt x="9929" y="10539"/>
                    </a:lnTo>
                    <a:cubicBezTo>
                      <a:pt x="9929" y="10539"/>
                      <a:pt x="8600" y="5422"/>
                      <a:pt x="7302" y="2612"/>
                    </a:cubicBezTo>
                    <a:cubicBezTo>
                      <a:pt x="6508" y="871"/>
                      <a:pt x="4201" y="0"/>
                      <a:pt x="1956" y="1390"/>
                    </a:cubicBezTo>
                    <a:cubicBezTo>
                      <a:pt x="1" y="2612"/>
                      <a:pt x="62" y="5468"/>
                      <a:pt x="780" y="67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1079;p49">
                <a:extLst>
                  <a:ext uri="{FF2B5EF4-FFF2-40B4-BE49-F238E27FC236}">
                    <a16:creationId xmlns:a16="http://schemas.microsoft.com/office/drawing/2014/main" id="{A7AD6866-4F48-DCD6-06E6-F5CE46059D48}"/>
                  </a:ext>
                </a:extLst>
              </p:cNvPr>
              <p:cNvSpPr/>
              <p:nvPr/>
            </p:nvSpPr>
            <p:spPr>
              <a:xfrm>
                <a:off x="1768601" y="1463752"/>
                <a:ext cx="477374" cy="315691"/>
              </a:xfrm>
              <a:custGeom>
                <a:avLst/>
                <a:gdLst/>
                <a:ahLst/>
                <a:cxnLst/>
                <a:rect l="l" t="t" r="r" b="b"/>
                <a:pathLst>
                  <a:path w="11503" h="7607" extrusionOk="0">
                    <a:moveTo>
                      <a:pt x="4155" y="5713"/>
                    </a:moveTo>
                    <a:cubicBezTo>
                      <a:pt x="4003" y="5010"/>
                      <a:pt x="3346" y="4353"/>
                      <a:pt x="2750" y="5300"/>
                    </a:cubicBezTo>
                    <a:cubicBezTo>
                      <a:pt x="2613" y="5545"/>
                      <a:pt x="2567" y="5820"/>
                      <a:pt x="2536" y="6095"/>
                    </a:cubicBezTo>
                    <a:cubicBezTo>
                      <a:pt x="2429" y="7088"/>
                      <a:pt x="1269" y="7530"/>
                      <a:pt x="413" y="7592"/>
                    </a:cubicBezTo>
                    <a:cubicBezTo>
                      <a:pt x="276" y="7607"/>
                      <a:pt x="138" y="7607"/>
                      <a:pt x="1" y="7576"/>
                    </a:cubicBezTo>
                    <a:cubicBezTo>
                      <a:pt x="1" y="7576"/>
                      <a:pt x="215" y="5942"/>
                      <a:pt x="703" y="3972"/>
                    </a:cubicBezTo>
                    <a:cubicBezTo>
                      <a:pt x="1177" y="2017"/>
                      <a:pt x="2277" y="0"/>
                      <a:pt x="3865" y="810"/>
                    </a:cubicBezTo>
                    <a:cubicBezTo>
                      <a:pt x="3865" y="810"/>
                      <a:pt x="5316" y="123"/>
                      <a:pt x="6202" y="1253"/>
                    </a:cubicBezTo>
                    <a:cubicBezTo>
                      <a:pt x="6202" y="1253"/>
                      <a:pt x="7714" y="718"/>
                      <a:pt x="8493" y="1925"/>
                    </a:cubicBezTo>
                    <a:cubicBezTo>
                      <a:pt x="8493" y="1925"/>
                      <a:pt x="10601" y="2322"/>
                      <a:pt x="10998" y="3636"/>
                    </a:cubicBezTo>
                    <a:cubicBezTo>
                      <a:pt x="11502" y="5316"/>
                      <a:pt x="9165" y="5713"/>
                      <a:pt x="8386" y="5239"/>
                    </a:cubicBezTo>
                    <a:cubicBezTo>
                      <a:pt x="7607" y="4766"/>
                      <a:pt x="7012" y="3880"/>
                      <a:pt x="6477" y="3895"/>
                    </a:cubicBezTo>
                    <a:cubicBezTo>
                      <a:pt x="5943" y="3911"/>
                      <a:pt x="6065" y="4735"/>
                      <a:pt x="5988" y="5239"/>
                    </a:cubicBezTo>
                    <a:cubicBezTo>
                      <a:pt x="5912" y="5743"/>
                      <a:pt x="5118" y="5224"/>
                      <a:pt x="4782" y="5911"/>
                    </a:cubicBezTo>
                    <a:cubicBezTo>
                      <a:pt x="4446" y="6599"/>
                      <a:pt x="4278" y="6981"/>
                      <a:pt x="4079" y="6858"/>
                    </a:cubicBezTo>
                    <a:cubicBezTo>
                      <a:pt x="3865" y="6736"/>
                      <a:pt x="4155" y="5713"/>
                      <a:pt x="4155" y="5713"/>
                    </a:cubicBezTo>
                    <a:close/>
                  </a:path>
                </a:pathLst>
              </a:custGeom>
              <a:solidFill>
                <a:srgbClr val="FBD1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1080;p49">
                <a:extLst>
                  <a:ext uri="{FF2B5EF4-FFF2-40B4-BE49-F238E27FC236}">
                    <a16:creationId xmlns:a16="http://schemas.microsoft.com/office/drawing/2014/main" id="{B04BF06A-A9B0-8FD5-BC76-D3093F43FD3B}"/>
                  </a:ext>
                </a:extLst>
              </p:cNvPr>
              <p:cNvSpPr/>
              <p:nvPr/>
            </p:nvSpPr>
            <p:spPr>
              <a:xfrm>
                <a:off x="1896712" y="1681793"/>
                <a:ext cx="34860" cy="54531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314" extrusionOk="0">
                    <a:moveTo>
                      <a:pt x="439" y="0"/>
                    </a:moveTo>
                    <a:cubicBezTo>
                      <a:pt x="162" y="0"/>
                      <a:pt x="44" y="343"/>
                      <a:pt x="15" y="642"/>
                    </a:cubicBezTo>
                    <a:cubicBezTo>
                      <a:pt x="1" y="891"/>
                      <a:pt x="74" y="1314"/>
                      <a:pt x="314" y="1314"/>
                    </a:cubicBezTo>
                    <a:cubicBezTo>
                      <a:pt x="340" y="1314"/>
                      <a:pt x="367" y="1309"/>
                      <a:pt x="396" y="1299"/>
                    </a:cubicBezTo>
                    <a:cubicBezTo>
                      <a:pt x="641" y="1223"/>
                      <a:pt x="366" y="932"/>
                      <a:pt x="457" y="780"/>
                    </a:cubicBezTo>
                    <a:cubicBezTo>
                      <a:pt x="480" y="739"/>
                      <a:pt x="510" y="726"/>
                      <a:pt x="543" y="726"/>
                    </a:cubicBezTo>
                    <a:cubicBezTo>
                      <a:pt x="600" y="726"/>
                      <a:pt x="664" y="763"/>
                      <a:pt x="712" y="763"/>
                    </a:cubicBezTo>
                    <a:cubicBezTo>
                      <a:pt x="751" y="763"/>
                      <a:pt x="778" y="737"/>
                      <a:pt x="778" y="642"/>
                    </a:cubicBezTo>
                    <a:cubicBezTo>
                      <a:pt x="839" y="382"/>
                      <a:pt x="687" y="16"/>
                      <a:pt x="457" y="1"/>
                    </a:cubicBezTo>
                    <a:cubicBezTo>
                      <a:pt x="451" y="0"/>
                      <a:pt x="445" y="0"/>
                      <a:pt x="439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1081;p49">
                <a:extLst>
                  <a:ext uri="{FF2B5EF4-FFF2-40B4-BE49-F238E27FC236}">
                    <a16:creationId xmlns:a16="http://schemas.microsoft.com/office/drawing/2014/main" id="{010188CE-0F0A-EEB2-9DD3-F063DBE4928D}"/>
                  </a:ext>
                </a:extLst>
              </p:cNvPr>
              <p:cNvSpPr/>
              <p:nvPr/>
            </p:nvSpPr>
            <p:spPr>
              <a:xfrm>
                <a:off x="1857992" y="1844058"/>
                <a:ext cx="46937" cy="64699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559" extrusionOk="0">
                    <a:moveTo>
                      <a:pt x="31" y="1"/>
                    </a:moveTo>
                    <a:cubicBezTo>
                      <a:pt x="31" y="1"/>
                      <a:pt x="1" y="933"/>
                      <a:pt x="856" y="1559"/>
                    </a:cubicBezTo>
                    <a:lnTo>
                      <a:pt x="1131" y="1024"/>
                    </a:lnTo>
                    <a:cubicBezTo>
                      <a:pt x="291" y="536"/>
                      <a:pt x="31" y="1"/>
                      <a:pt x="31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1082;p49">
                <a:extLst>
                  <a:ext uri="{FF2B5EF4-FFF2-40B4-BE49-F238E27FC236}">
                    <a16:creationId xmlns:a16="http://schemas.microsoft.com/office/drawing/2014/main" id="{4C24CC3E-7BB3-C51F-BB00-1B0ADA3A25DF}"/>
                  </a:ext>
                </a:extLst>
              </p:cNvPr>
              <p:cNvSpPr/>
              <p:nvPr/>
            </p:nvSpPr>
            <p:spPr>
              <a:xfrm>
                <a:off x="1262799" y="2277650"/>
                <a:ext cx="195880" cy="871002"/>
              </a:xfrm>
              <a:custGeom>
                <a:avLst/>
                <a:gdLst/>
                <a:ahLst/>
                <a:cxnLst/>
                <a:rect l="l" t="t" r="r" b="b"/>
                <a:pathLst>
                  <a:path w="4720" h="20988" extrusionOk="0">
                    <a:moveTo>
                      <a:pt x="1482" y="0"/>
                    </a:moveTo>
                    <a:lnTo>
                      <a:pt x="1039" y="46"/>
                    </a:lnTo>
                    <a:lnTo>
                      <a:pt x="1039" y="46"/>
                    </a:lnTo>
                    <a:lnTo>
                      <a:pt x="1482" y="16"/>
                    </a:lnTo>
                    <a:lnTo>
                      <a:pt x="1482" y="0"/>
                    </a:lnTo>
                    <a:close/>
                    <a:moveTo>
                      <a:pt x="1482" y="16"/>
                    </a:moveTo>
                    <a:lnTo>
                      <a:pt x="794" y="77"/>
                    </a:lnTo>
                    <a:lnTo>
                      <a:pt x="0" y="77"/>
                    </a:lnTo>
                    <a:cubicBezTo>
                      <a:pt x="0" y="107"/>
                      <a:pt x="0" y="123"/>
                      <a:pt x="0" y="138"/>
                    </a:cubicBezTo>
                    <a:cubicBezTo>
                      <a:pt x="0" y="168"/>
                      <a:pt x="0" y="184"/>
                      <a:pt x="0" y="199"/>
                    </a:cubicBezTo>
                    <a:cubicBezTo>
                      <a:pt x="15" y="275"/>
                      <a:pt x="31" y="413"/>
                      <a:pt x="61" y="611"/>
                    </a:cubicBezTo>
                    <a:cubicBezTo>
                      <a:pt x="290" y="2093"/>
                      <a:pt x="1085" y="7179"/>
                      <a:pt x="1818" y="11899"/>
                    </a:cubicBezTo>
                    <a:cubicBezTo>
                      <a:pt x="2566" y="16634"/>
                      <a:pt x="3238" y="20987"/>
                      <a:pt x="3238" y="20987"/>
                    </a:cubicBezTo>
                    <a:lnTo>
                      <a:pt x="4720" y="20758"/>
                    </a:lnTo>
                    <a:cubicBezTo>
                      <a:pt x="4720" y="20758"/>
                      <a:pt x="4659" y="20422"/>
                      <a:pt x="4582" y="19872"/>
                    </a:cubicBezTo>
                    <a:cubicBezTo>
                      <a:pt x="4262" y="17886"/>
                      <a:pt x="3483" y="12953"/>
                      <a:pt x="2795" y="8493"/>
                    </a:cubicBezTo>
                    <a:cubicBezTo>
                      <a:pt x="2444" y="6263"/>
                      <a:pt x="2108" y="4155"/>
                      <a:pt x="1879" y="2582"/>
                    </a:cubicBezTo>
                    <a:cubicBezTo>
                      <a:pt x="1757" y="1803"/>
                      <a:pt x="1650" y="1161"/>
                      <a:pt x="1589" y="703"/>
                    </a:cubicBezTo>
                    <a:cubicBezTo>
                      <a:pt x="1543" y="474"/>
                      <a:pt x="1527" y="291"/>
                      <a:pt x="1497" y="168"/>
                    </a:cubicBezTo>
                    <a:cubicBezTo>
                      <a:pt x="1497" y="107"/>
                      <a:pt x="1482" y="61"/>
                      <a:pt x="1482" y="31"/>
                    </a:cubicBezTo>
                    <a:lnTo>
                      <a:pt x="1482" y="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1083;p49">
                <a:extLst>
                  <a:ext uri="{FF2B5EF4-FFF2-40B4-BE49-F238E27FC236}">
                    <a16:creationId xmlns:a16="http://schemas.microsoft.com/office/drawing/2014/main" id="{2717BC70-A883-2A1F-314E-64454EC7C620}"/>
                  </a:ext>
                </a:extLst>
              </p:cNvPr>
              <p:cNvSpPr/>
              <p:nvPr/>
            </p:nvSpPr>
            <p:spPr>
              <a:xfrm>
                <a:off x="1808566" y="3231611"/>
                <a:ext cx="74824" cy="731562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7628" extrusionOk="0">
                    <a:moveTo>
                      <a:pt x="0" y="1"/>
                    </a:moveTo>
                    <a:lnTo>
                      <a:pt x="0" y="17322"/>
                    </a:lnTo>
                    <a:cubicBezTo>
                      <a:pt x="0" y="17490"/>
                      <a:pt x="138" y="17627"/>
                      <a:pt x="306" y="17627"/>
                    </a:cubicBezTo>
                    <a:lnTo>
                      <a:pt x="1497" y="17627"/>
                    </a:lnTo>
                    <a:cubicBezTo>
                      <a:pt x="1665" y="17627"/>
                      <a:pt x="1802" y="17490"/>
                      <a:pt x="1802" y="17322"/>
                    </a:cubicBezTo>
                    <a:lnTo>
                      <a:pt x="18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1084;p49">
                <a:extLst>
                  <a:ext uri="{FF2B5EF4-FFF2-40B4-BE49-F238E27FC236}">
                    <a16:creationId xmlns:a16="http://schemas.microsoft.com/office/drawing/2014/main" id="{13A9FC61-54DC-B70B-E466-34A744E1C13A}"/>
                  </a:ext>
                </a:extLst>
              </p:cNvPr>
              <p:cNvSpPr/>
              <p:nvPr/>
            </p:nvSpPr>
            <p:spPr>
              <a:xfrm>
                <a:off x="1808566" y="3783727"/>
                <a:ext cx="74824" cy="179446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4324" extrusionOk="0">
                    <a:moveTo>
                      <a:pt x="0" y="1"/>
                    </a:moveTo>
                    <a:lnTo>
                      <a:pt x="0" y="4018"/>
                    </a:lnTo>
                    <a:cubicBezTo>
                      <a:pt x="0" y="4186"/>
                      <a:pt x="138" y="4323"/>
                      <a:pt x="306" y="4323"/>
                    </a:cubicBezTo>
                    <a:lnTo>
                      <a:pt x="1497" y="4323"/>
                    </a:lnTo>
                    <a:cubicBezTo>
                      <a:pt x="1665" y="4323"/>
                      <a:pt x="1802" y="4186"/>
                      <a:pt x="1802" y="4018"/>
                    </a:cubicBezTo>
                    <a:lnTo>
                      <a:pt x="18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1085;p49">
                <a:extLst>
                  <a:ext uri="{FF2B5EF4-FFF2-40B4-BE49-F238E27FC236}">
                    <a16:creationId xmlns:a16="http://schemas.microsoft.com/office/drawing/2014/main" id="{FB1F9F3F-AE15-10B3-1820-A503126EF666}"/>
                  </a:ext>
                </a:extLst>
              </p:cNvPr>
              <p:cNvSpPr/>
              <p:nvPr/>
            </p:nvSpPr>
            <p:spPr>
              <a:xfrm>
                <a:off x="1639951" y="3242401"/>
                <a:ext cx="412054" cy="62167"/>
              </a:xfrm>
              <a:custGeom>
                <a:avLst/>
                <a:gdLst/>
                <a:ahLst/>
                <a:cxnLst/>
                <a:rect l="l" t="t" r="r" b="b"/>
                <a:pathLst>
                  <a:path w="9929" h="1498" extrusionOk="0">
                    <a:moveTo>
                      <a:pt x="0" y="1"/>
                    </a:moveTo>
                    <a:lnTo>
                      <a:pt x="0" y="291"/>
                    </a:lnTo>
                    <a:cubicBezTo>
                      <a:pt x="0" y="963"/>
                      <a:pt x="550" y="1498"/>
                      <a:pt x="1222" y="1498"/>
                    </a:cubicBezTo>
                    <a:lnTo>
                      <a:pt x="8706" y="1498"/>
                    </a:lnTo>
                    <a:cubicBezTo>
                      <a:pt x="9379" y="1498"/>
                      <a:pt x="9928" y="963"/>
                      <a:pt x="9928" y="291"/>
                    </a:cubicBezTo>
                    <a:lnTo>
                      <a:pt x="992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1086;p49">
                <a:extLst>
                  <a:ext uri="{FF2B5EF4-FFF2-40B4-BE49-F238E27FC236}">
                    <a16:creationId xmlns:a16="http://schemas.microsoft.com/office/drawing/2014/main" id="{69A197F6-5F43-E67D-06DD-65B4AF7BA59A}"/>
                  </a:ext>
                </a:extLst>
              </p:cNvPr>
              <p:cNvSpPr/>
              <p:nvPr/>
            </p:nvSpPr>
            <p:spPr>
              <a:xfrm>
                <a:off x="1390204" y="3098520"/>
                <a:ext cx="911547" cy="145831"/>
              </a:xfrm>
              <a:custGeom>
                <a:avLst/>
                <a:gdLst/>
                <a:ahLst/>
                <a:cxnLst/>
                <a:rect l="l" t="t" r="r" b="b"/>
                <a:pathLst>
                  <a:path w="21965" h="3514" extrusionOk="0">
                    <a:moveTo>
                      <a:pt x="1405" y="3513"/>
                    </a:moveTo>
                    <a:lnTo>
                      <a:pt x="20559" y="3513"/>
                    </a:lnTo>
                    <a:cubicBezTo>
                      <a:pt x="21338" y="3513"/>
                      <a:pt x="21964" y="2872"/>
                      <a:pt x="21964" y="2093"/>
                    </a:cubicBezTo>
                    <a:lnTo>
                      <a:pt x="21964" y="1406"/>
                    </a:lnTo>
                    <a:cubicBezTo>
                      <a:pt x="21964" y="627"/>
                      <a:pt x="21338" y="0"/>
                      <a:pt x="20559" y="0"/>
                    </a:cubicBezTo>
                    <a:lnTo>
                      <a:pt x="1405" y="0"/>
                    </a:lnTo>
                    <a:cubicBezTo>
                      <a:pt x="626" y="0"/>
                      <a:pt x="0" y="627"/>
                      <a:pt x="0" y="1406"/>
                    </a:cubicBezTo>
                    <a:lnTo>
                      <a:pt x="0" y="2093"/>
                    </a:lnTo>
                    <a:cubicBezTo>
                      <a:pt x="0" y="2872"/>
                      <a:pt x="626" y="3513"/>
                      <a:pt x="1405" y="35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1087;p49">
                <a:extLst>
                  <a:ext uri="{FF2B5EF4-FFF2-40B4-BE49-F238E27FC236}">
                    <a16:creationId xmlns:a16="http://schemas.microsoft.com/office/drawing/2014/main" id="{DD1DD18B-6407-D588-C823-842D1E4BDA2C}"/>
                  </a:ext>
                </a:extLst>
              </p:cNvPr>
              <p:cNvSpPr/>
              <p:nvPr/>
            </p:nvSpPr>
            <p:spPr>
              <a:xfrm>
                <a:off x="1457393" y="3875649"/>
                <a:ext cx="87524" cy="87524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1054" y="1"/>
                    </a:moveTo>
                    <a:cubicBezTo>
                      <a:pt x="474" y="1"/>
                      <a:pt x="0" y="474"/>
                      <a:pt x="0" y="1054"/>
                    </a:cubicBezTo>
                    <a:cubicBezTo>
                      <a:pt x="0" y="1635"/>
                      <a:pt x="474" y="2108"/>
                      <a:pt x="1054" y="2108"/>
                    </a:cubicBezTo>
                    <a:cubicBezTo>
                      <a:pt x="1635" y="2108"/>
                      <a:pt x="2108" y="1635"/>
                      <a:pt x="2108" y="1054"/>
                    </a:cubicBezTo>
                    <a:cubicBezTo>
                      <a:pt x="2108" y="474"/>
                      <a:pt x="1650" y="1"/>
                      <a:pt x="10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1088;p49">
                <a:extLst>
                  <a:ext uri="{FF2B5EF4-FFF2-40B4-BE49-F238E27FC236}">
                    <a16:creationId xmlns:a16="http://schemas.microsoft.com/office/drawing/2014/main" id="{53DEA615-B615-2A68-9D74-73AB0B875FAD}"/>
                  </a:ext>
                </a:extLst>
              </p:cNvPr>
              <p:cNvSpPr/>
              <p:nvPr/>
            </p:nvSpPr>
            <p:spPr>
              <a:xfrm>
                <a:off x="2146417" y="3875649"/>
                <a:ext cx="87524" cy="87524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1054" y="1"/>
                    </a:moveTo>
                    <a:cubicBezTo>
                      <a:pt x="474" y="1"/>
                      <a:pt x="0" y="474"/>
                      <a:pt x="0" y="1054"/>
                    </a:cubicBezTo>
                    <a:cubicBezTo>
                      <a:pt x="0" y="1635"/>
                      <a:pt x="474" y="2108"/>
                      <a:pt x="1054" y="2108"/>
                    </a:cubicBezTo>
                    <a:cubicBezTo>
                      <a:pt x="1650" y="2108"/>
                      <a:pt x="2108" y="1635"/>
                      <a:pt x="2108" y="1054"/>
                    </a:cubicBezTo>
                    <a:cubicBezTo>
                      <a:pt x="2108" y="474"/>
                      <a:pt x="1650" y="1"/>
                      <a:pt x="10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1089;p49">
                <a:extLst>
                  <a:ext uri="{FF2B5EF4-FFF2-40B4-BE49-F238E27FC236}">
                    <a16:creationId xmlns:a16="http://schemas.microsoft.com/office/drawing/2014/main" id="{9E56E145-A661-108D-8B7E-FBD1CEF86E0A}"/>
                  </a:ext>
                </a:extLst>
              </p:cNvPr>
              <p:cNvSpPr/>
              <p:nvPr/>
            </p:nvSpPr>
            <p:spPr>
              <a:xfrm>
                <a:off x="1770510" y="3727951"/>
                <a:ext cx="150894" cy="131264"/>
              </a:xfrm>
              <a:custGeom>
                <a:avLst/>
                <a:gdLst/>
                <a:ahLst/>
                <a:cxnLst/>
                <a:rect l="l" t="t" r="r" b="b"/>
                <a:pathLst>
                  <a:path w="3636" h="3163" extrusionOk="0">
                    <a:moveTo>
                      <a:pt x="1" y="1"/>
                    </a:moveTo>
                    <a:lnTo>
                      <a:pt x="1" y="3162"/>
                    </a:lnTo>
                    <a:lnTo>
                      <a:pt x="3636" y="3162"/>
                    </a:lnTo>
                    <a:lnTo>
                      <a:pt x="36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1090;p49">
                <a:extLst>
                  <a:ext uri="{FF2B5EF4-FFF2-40B4-BE49-F238E27FC236}">
                    <a16:creationId xmlns:a16="http://schemas.microsoft.com/office/drawing/2014/main" id="{6218864F-066F-18BF-627D-8A2F233CCF95}"/>
                  </a:ext>
                </a:extLst>
              </p:cNvPr>
              <p:cNvSpPr/>
              <p:nvPr/>
            </p:nvSpPr>
            <p:spPr>
              <a:xfrm>
                <a:off x="1457393" y="3828090"/>
                <a:ext cx="777171" cy="62167"/>
              </a:xfrm>
              <a:custGeom>
                <a:avLst/>
                <a:gdLst/>
                <a:ahLst/>
                <a:cxnLst/>
                <a:rect l="l" t="t" r="r" b="b"/>
                <a:pathLst>
                  <a:path w="18727" h="1498" extrusionOk="0">
                    <a:moveTo>
                      <a:pt x="0" y="1498"/>
                    </a:moveTo>
                    <a:lnTo>
                      <a:pt x="18726" y="1498"/>
                    </a:lnTo>
                    <a:lnTo>
                      <a:pt x="18726" y="1101"/>
                    </a:lnTo>
                    <a:cubicBezTo>
                      <a:pt x="18726" y="490"/>
                      <a:pt x="18238" y="1"/>
                      <a:pt x="17627" y="1"/>
                    </a:cubicBezTo>
                    <a:lnTo>
                      <a:pt x="1100" y="1"/>
                    </a:lnTo>
                    <a:cubicBezTo>
                      <a:pt x="489" y="1"/>
                      <a:pt x="0" y="490"/>
                      <a:pt x="0" y="1101"/>
                    </a:cubicBezTo>
                    <a:lnTo>
                      <a:pt x="0" y="149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1091;p49">
                <a:extLst>
                  <a:ext uri="{FF2B5EF4-FFF2-40B4-BE49-F238E27FC236}">
                    <a16:creationId xmlns:a16="http://schemas.microsoft.com/office/drawing/2014/main" id="{E95C3E2B-924D-251A-BB7F-5BFCE30E1EBC}"/>
                  </a:ext>
                </a:extLst>
              </p:cNvPr>
              <p:cNvSpPr/>
              <p:nvPr/>
            </p:nvSpPr>
            <p:spPr>
              <a:xfrm>
                <a:off x="1239310" y="2255448"/>
                <a:ext cx="168656" cy="379725"/>
              </a:xfrm>
              <a:custGeom>
                <a:avLst/>
                <a:gdLst/>
                <a:ahLst/>
                <a:cxnLst/>
                <a:rect l="l" t="t" r="r" b="b"/>
                <a:pathLst>
                  <a:path w="4064" h="9150" extrusionOk="0">
                    <a:moveTo>
                      <a:pt x="108" y="1834"/>
                    </a:moveTo>
                    <a:lnTo>
                      <a:pt x="902" y="7729"/>
                    </a:lnTo>
                    <a:cubicBezTo>
                      <a:pt x="1024" y="8570"/>
                      <a:pt x="1788" y="9150"/>
                      <a:pt x="2628" y="9043"/>
                    </a:cubicBezTo>
                    <a:cubicBezTo>
                      <a:pt x="3468" y="8936"/>
                      <a:pt x="4064" y="8157"/>
                      <a:pt x="3957" y="7317"/>
                    </a:cubicBezTo>
                    <a:lnTo>
                      <a:pt x="3163" y="1421"/>
                    </a:lnTo>
                    <a:cubicBezTo>
                      <a:pt x="3040" y="581"/>
                      <a:pt x="2277" y="1"/>
                      <a:pt x="1437" y="108"/>
                    </a:cubicBezTo>
                    <a:cubicBezTo>
                      <a:pt x="597" y="230"/>
                      <a:pt x="1" y="994"/>
                      <a:pt x="108" y="18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1092;p49">
                <a:extLst>
                  <a:ext uri="{FF2B5EF4-FFF2-40B4-BE49-F238E27FC236}">
                    <a16:creationId xmlns:a16="http://schemas.microsoft.com/office/drawing/2014/main" id="{E16185C8-BC79-90E4-C6A8-89426181B415}"/>
                  </a:ext>
                </a:extLst>
              </p:cNvPr>
              <p:cNvSpPr/>
              <p:nvPr/>
            </p:nvSpPr>
            <p:spPr>
              <a:xfrm>
                <a:off x="3416691" y="2756851"/>
                <a:ext cx="67230" cy="1198063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28869" extrusionOk="0">
                    <a:moveTo>
                      <a:pt x="1" y="1"/>
                    </a:moveTo>
                    <a:lnTo>
                      <a:pt x="1" y="28869"/>
                    </a:lnTo>
                    <a:lnTo>
                      <a:pt x="1620" y="28869"/>
                    </a:lnTo>
                    <a:lnTo>
                      <a:pt x="16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1093;p49">
                <a:extLst>
                  <a:ext uri="{FF2B5EF4-FFF2-40B4-BE49-F238E27FC236}">
                    <a16:creationId xmlns:a16="http://schemas.microsoft.com/office/drawing/2014/main" id="{4C8864F7-DA21-8401-3859-5D9CBCE6FFD5}"/>
                  </a:ext>
                </a:extLst>
              </p:cNvPr>
              <p:cNvSpPr/>
              <p:nvPr/>
            </p:nvSpPr>
            <p:spPr>
              <a:xfrm>
                <a:off x="2408199" y="2756851"/>
                <a:ext cx="67230" cy="1198063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28869" extrusionOk="0">
                    <a:moveTo>
                      <a:pt x="1" y="1"/>
                    </a:moveTo>
                    <a:lnTo>
                      <a:pt x="1" y="28869"/>
                    </a:lnTo>
                    <a:lnTo>
                      <a:pt x="1620" y="28869"/>
                    </a:lnTo>
                    <a:lnTo>
                      <a:pt x="16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1094;p49">
                <a:extLst>
                  <a:ext uri="{FF2B5EF4-FFF2-40B4-BE49-F238E27FC236}">
                    <a16:creationId xmlns:a16="http://schemas.microsoft.com/office/drawing/2014/main" id="{2B9D6712-C566-A6D5-F74D-1C619A3C97B2}"/>
                  </a:ext>
                </a:extLst>
              </p:cNvPr>
              <p:cNvSpPr/>
              <p:nvPr/>
            </p:nvSpPr>
            <p:spPr>
              <a:xfrm>
                <a:off x="2358109" y="2682068"/>
                <a:ext cx="1193000" cy="83706"/>
              </a:xfrm>
              <a:custGeom>
                <a:avLst/>
                <a:gdLst/>
                <a:ahLst/>
                <a:cxnLst/>
                <a:rect l="l" t="t" r="r" b="b"/>
                <a:pathLst>
                  <a:path w="28747" h="2017" extrusionOk="0">
                    <a:moveTo>
                      <a:pt x="1" y="0"/>
                    </a:moveTo>
                    <a:lnTo>
                      <a:pt x="1" y="2016"/>
                    </a:lnTo>
                    <a:lnTo>
                      <a:pt x="28747" y="2016"/>
                    </a:lnTo>
                    <a:lnTo>
                      <a:pt x="287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1095;p49">
                <a:extLst>
                  <a:ext uri="{FF2B5EF4-FFF2-40B4-BE49-F238E27FC236}">
                    <a16:creationId xmlns:a16="http://schemas.microsoft.com/office/drawing/2014/main" id="{AADF3982-2FEA-73B0-3CF4-5FC2192D3A10}"/>
                  </a:ext>
                </a:extLst>
              </p:cNvPr>
              <p:cNvSpPr/>
              <p:nvPr/>
            </p:nvSpPr>
            <p:spPr>
              <a:xfrm>
                <a:off x="1985397" y="1053608"/>
                <a:ext cx="345529" cy="213061"/>
              </a:xfrm>
              <a:custGeom>
                <a:avLst/>
                <a:gdLst/>
                <a:ahLst/>
                <a:cxnLst/>
                <a:rect l="l" t="t" r="r" b="b"/>
                <a:pathLst>
                  <a:path w="8326" h="5134" extrusionOk="0">
                    <a:moveTo>
                      <a:pt x="1" y="1"/>
                    </a:moveTo>
                    <a:lnTo>
                      <a:pt x="1" y="5133"/>
                    </a:lnTo>
                    <a:lnTo>
                      <a:pt x="8325" y="5133"/>
                    </a:lnTo>
                    <a:lnTo>
                      <a:pt x="83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1096;p49">
                <a:extLst>
                  <a:ext uri="{FF2B5EF4-FFF2-40B4-BE49-F238E27FC236}">
                    <a16:creationId xmlns:a16="http://schemas.microsoft.com/office/drawing/2014/main" id="{E075063E-8145-53FB-1E52-FD8D88FDD608}"/>
                  </a:ext>
                </a:extLst>
              </p:cNvPr>
              <p:cNvSpPr/>
              <p:nvPr/>
            </p:nvSpPr>
            <p:spPr>
              <a:xfrm>
                <a:off x="2036367" y="1125237"/>
                <a:ext cx="80551" cy="68516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651" extrusionOk="0">
                    <a:moveTo>
                      <a:pt x="1940" y="1"/>
                    </a:moveTo>
                    <a:lnTo>
                      <a:pt x="0" y="704"/>
                    </a:lnTo>
                    <a:lnTo>
                      <a:pt x="0" y="948"/>
                    </a:lnTo>
                    <a:lnTo>
                      <a:pt x="1940" y="1651"/>
                    </a:lnTo>
                    <a:lnTo>
                      <a:pt x="1940" y="1376"/>
                    </a:lnTo>
                    <a:lnTo>
                      <a:pt x="382" y="826"/>
                    </a:lnTo>
                    <a:lnTo>
                      <a:pt x="1940" y="276"/>
                    </a:lnTo>
                    <a:lnTo>
                      <a:pt x="19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1097;p49">
                <a:extLst>
                  <a:ext uri="{FF2B5EF4-FFF2-40B4-BE49-F238E27FC236}">
                    <a16:creationId xmlns:a16="http://schemas.microsoft.com/office/drawing/2014/main" id="{10A44DA7-D893-5A75-4B01-D99788DC0EFC}"/>
                  </a:ext>
                </a:extLst>
              </p:cNvPr>
              <p:cNvSpPr/>
              <p:nvPr/>
            </p:nvSpPr>
            <p:spPr>
              <a:xfrm>
                <a:off x="2130198" y="1106230"/>
                <a:ext cx="43119" cy="10528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2537" extrusionOk="0">
                    <a:moveTo>
                      <a:pt x="779" y="1"/>
                    </a:moveTo>
                    <a:lnTo>
                      <a:pt x="0" y="2536"/>
                    </a:lnTo>
                    <a:lnTo>
                      <a:pt x="260" y="2536"/>
                    </a:lnTo>
                    <a:lnTo>
                      <a:pt x="10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1098;p49">
                <a:extLst>
                  <a:ext uri="{FF2B5EF4-FFF2-40B4-BE49-F238E27FC236}">
                    <a16:creationId xmlns:a16="http://schemas.microsoft.com/office/drawing/2014/main" id="{A8DD0781-FF66-12C3-3E52-25E95F6B3521}"/>
                  </a:ext>
                </a:extLst>
              </p:cNvPr>
              <p:cNvSpPr/>
              <p:nvPr/>
            </p:nvSpPr>
            <p:spPr>
              <a:xfrm>
                <a:off x="2186597" y="1125237"/>
                <a:ext cx="80551" cy="68516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651" extrusionOk="0">
                    <a:moveTo>
                      <a:pt x="0" y="1"/>
                    </a:moveTo>
                    <a:lnTo>
                      <a:pt x="0" y="276"/>
                    </a:lnTo>
                    <a:lnTo>
                      <a:pt x="1558" y="826"/>
                    </a:lnTo>
                    <a:lnTo>
                      <a:pt x="0" y="1376"/>
                    </a:lnTo>
                    <a:lnTo>
                      <a:pt x="0" y="1651"/>
                    </a:lnTo>
                    <a:lnTo>
                      <a:pt x="1940" y="948"/>
                    </a:lnTo>
                    <a:lnTo>
                      <a:pt x="1940" y="70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1099;p49">
                <a:extLst>
                  <a:ext uri="{FF2B5EF4-FFF2-40B4-BE49-F238E27FC236}">
                    <a16:creationId xmlns:a16="http://schemas.microsoft.com/office/drawing/2014/main" id="{26ABADF4-BC09-AC43-11BB-53E3DA9DC518}"/>
                  </a:ext>
                </a:extLst>
              </p:cNvPr>
              <p:cNvSpPr/>
              <p:nvPr/>
            </p:nvSpPr>
            <p:spPr>
              <a:xfrm>
                <a:off x="1360407" y="1305928"/>
                <a:ext cx="389229" cy="260537"/>
              </a:xfrm>
              <a:custGeom>
                <a:avLst/>
                <a:gdLst/>
                <a:ahLst/>
                <a:cxnLst/>
                <a:rect l="l" t="t" r="r" b="b"/>
                <a:pathLst>
                  <a:path w="9379" h="6278" extrusionOk="0">
                    <a:moveTo>
                      <a:pt x="0" y="0"/>
                    </a:moveTo>
                    <a:lnTo>
                      <a:pt x="0" y="6278"/>
                    </a:lnTo>
                    <a:lnTo>
                      <a:pt x="9379" y="6278"/>
                    </a:lnTo>
                    <a:lnTo>
                      <a:pt x="93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1100;p49">
                <a:extLst>
                  <a:ext uri="{FF2B5EF4-FFF2-40B4-BE49-F238E27FC236}">
                    <a16:creationId xmlns:a16="http://schemas.microsoft.com/office/drawing/2014/main" id="{EC4FD28A-83C6-F7C6-A4D8-4C1449056C99}"/>
                  </a:ext>
                </a:extLst>
              </p:cNvPr>
              <p:cNvSpPr/>
              <p:nvPr/>
            </p:nvSpPr>
            <p:spPr>
              <a:xfrm>
                <a:off x="1470673" y="1356848"/>
                <a:ext cx="164216" cy="159069"/>
              </a:xfrm>
              <a:custGeom>
                <a:avLst/>
                <a:gdLst/>
                <a:ahLst/>
                <a:cxnLst/>
                <a:rect l="l" t="t" r="r" b="b"/>
                <a:pathLst>
                  <a:path w="3957" h="3833" extrusionOk="0">
                    <a:moveTo>
                      <a:pt x="1658" y="453"/>
                    </a:moveTo>
                    <a:cubicBezTo>
                      <a:pt x="1937" y="453"/>
                      <a:pt x="2216" y="560"/>
                      <a:pt x="2430" y="774"/>
                    </a:cubicBezTo>
                    <a:cubicBezTo>
                      <a:pt x="2842" y="1186"/>
                      <a:pt x="2842" y="1874"/>
                      <a:pt x="2430" y="2301"/>
                    </a:cubicBezTo>
                    <a:cubicBezTo>
                      <a:pt x="2216" y="2515"/>
                      <a:pt x="1937" y="2622"/>
                      <a:pt x="1658" y="2622"/>
                    </a:cubicBezTo>
                    <a:cubicBezTo>
                      <a:pt x="1379" y="2622"/>
                      <a:pt x="1101" y="2515"/>
                      <a:pt x="887" y="2301"/>
                    </a:cubicBezTo>
                    <a:cubicBezTo>
                      <a:pt x="459" y="1889"/>
                      <a:pt x="459" y="1186"/>
                      <a:pt x="887" y="774"/>
                    </a:cubicBezTo>
                    <a:cubicBezTo>
                      <a:pt x="1101" y="560"/>
                      <a:pt x="1379" y="453"/>
                      <a:pt x="1658" y="453"/>
                    </a:cubicBezTo>
                    <a:close/>
                    <a:moveTo>
                      <a:pt x="1653" y="0"/>
                    </a:moveTo>
                    <a:cubicBezTo>
                      <a:pt x="1203" y="0"/>
                      <a:pt x="754" y="192"/>
                      <a:pt x="444" y="575"/>
                    </a:cubicBezTo>
                    <a:cubicBezTo>
                      <a:pt x="1" y="1141"/>
                      <a:pt x="1" y="1950"/>
                      <a:pt x="459" y="2515"/>
                    </a:cubicBezTo>
                    <a:cubicBezTo>
                      <a:pt x="769" y="2888"/>
                      <a:pt x="1208" y="3072"/>
                      <a:pt x="1649" y="3072"/>
                    </a:cubicBezTo>
                    <a:cubicBezTo>
                      <a:pt x="1948" y="3072"/>
                      <a:pt x="2247" y="2987"/>
                      <a:pt x="2506" y="2821"/>
                    </a:cubicBezTo>
                    <a:lnTo>
                      <a:pt x="3499" y="3798"/>
                    </a:lnTo>
                    <a:cubicBezTo>
                      <a:pt x="3514" y="3821"/>
                      <a:pt x="3541" y="3833"/>
                      <a:pt x="3568" y="3833"/>
                    </a:cubicBezTo>
                    <a:cubicBezTo>
                      <a:pt x="3594" y="3833"/>
                      <a:pt x="3621" y="3821"/>
                      <a:pt x="3636" y="3798"/>
                    </a:cubicBezTo>
                    <a:lnTo>
                      <a:pt x="3926" y="3523"/>
                    </a:lnTo>
                    <a:cubicBezTo>
                      <a:pt x="3957" y="3477"/>
                      <a:pt x="3957" y="3416"/>
                      <a:pt x="3926" y="3371"/>
                    </a:cubicBezTo>
                    <a:lnTo>
                      <a:pt x="2934" y="2393"/>
                    </a:lnTo>
                    <a:cubicBezTo>
                      <a:pt x="3331" y="1797"/>
                      <a:pt x="3270" y="973"/>
                      <a:pt x="2735" y="438"/>
                    </a:cubicBezTo>
                    <a:cubicBezTo>
                      <a:pt x="2436" y="146"/>
                      <a:pt x="2044" y="0"/>
                      <a:pt x="16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1101;p49">
                <a:extLst>
                  <a:ext uri="{FF2B5EF4-FFF2-40B4-BE49-F238E27FC236}">
                    <a16:creationId xmlns:a16="http://schemas.microsoft.com/office/drawing/2014/main" id="{CDB76E0C-367E-FEAD-FE02-B76829121316}"/>
                  </a:ext>
                </a:extLst>
              </p:cNvPr>
              <p:cNvSpPr/>
              <p:nvPr/>
            </p:nvSpPr>
            <p:spPr>
              <a:xfrm>
                <a:off x="3239859" y="1245047"/>
                <a:ext cx="298593" cy="212397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5118" extrusionOk="0">
                    <a:moveTo>
                      <a:pt x="0" y="1"/>
                    </a:moveTo>
                    <a:lnTo>
                      <a:pt x="0" y="5118"/>
                    </a:lnTo>
                    <a:lnTo>
                      <a:pt x="7194" y="5118"/>
                    </a:lnTo>
                    <a:lnTo>
                      <a:pt x="71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1102;p49">
                <a:extLst>
                  <a:ext uri="{FF2B5EF4-FFF2-40B4-BE49-F238E27FC236}">
                    <a16:creationId xmlns:a16="http://schemas.microsoft.com/office/drawing/2014/main" id="{B6A205EA-3217-AB46-349F-7CF37911D360}"/>
                  </a:ext>
                </a:extLst>
              </p:cNvPr>
              <p:cNvSpPr/>
              <p:nvPr/>
            </p:nvSpPr>
            <p:spPr>
              <a:xfrm>
                <a:off x="3288052" y="1288788"/>
                <a:ext cx="59013" cy="140768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3392" extrusionOk="0">
                    <a:moveTo>
                      <a:pt x="1314" y="1"/>
                    </a:moveTo>
                    <a:cubicBezTo>
                      <a:pt x="1009" y="1"/>
                      <a:pt x="810" y="46"/>
                      <a:pt x="719" y="138"/>
                    </a:cubicBezTo>
                    <a:cubicBezTo>
                      <a:pt x="612" y="214"/>
                      <a:pt x="566" y="398"/>
                      <a:pt x="566" y="657"/>
                    </a:cubicBezTo>
                    <a:lnTo>
                      <a:pt x="566" y="1085"/>
                    </a:lnTo>
                    <a:cubicBezTo>
                      <a:pt x="566" y="1268"/>
                      <a:pt x="535" y="1391"/>
                      <a:pt x="459" y="1467"/>
                    </a:cubicBezTo>
                    <a:cubicBezTo>
                      <a:pt x="398" y="1528"/>
                      <a:pt x="276" y="1559"/>
                      <a:pt x="108" y="1559"/>
                    </a:cubicBezTo>
                    <a:lnTo>
                      <a:pt x="1" y="1559"/>
                    </a:lnTo>
                    <a:lnTo>
                      <a:pt x="1" y="1818"/>
                    </a:lnTo>
                    <a:lnTo>
                      <a:pt x="108" y="1818"/>
                    </a:lnTo>
                    <a:cubicBezTo>
                      <a:pt x="276" y="1818"/>
                      <a:pt x="398" y="1849"/>
                      <a:pt x="459" y="1925"/>
                    </a:cubicBezTo>
                    <a:cubicBezTo>
                      <a:pt x="535" y="1986"/>
                      <a:pt x="566" y="2124"/>
                      <a:pt x="566" y="2292"/>
                    </a:cubicBezTo>
                    <a:lnTo>
                      <a:pt x="566" y="2735"/>
                    </a:lnTo>
                    <a:cubicBezTo>
                      <a:pt x="566" y="2994"/>
                      <a:pt x="612" y="3162"/>
                      <a:pt x="719" y="3254"/>
                    </a:cubicBezTo>
                    <a:cubicBezTo>
                      <a:pt x="810" y="3346"/>
                      <a:pt x="1009" y="3392"/>
                      <a:pt x="1314" y="3392"/>
                    </a:cubicBezTo>
                    <a:lnTo>
                      <a:pt x="1421" y="3392"/>
                    </a:lnTo>
                    <a:lnTo>
                      <a:pt x="1421" y="3132"/>
                    </a:lnTo>
                    <a:lnTo>
                      <a:pt x="1299" y="3132"/>
                    </a:lnTo>
                    <a:cubicBezTo>
                      <a:pt x="1131" y="3132"/>
                      <a:pt x="1024" y="3101"/>
                      <a:pt x="963" y="3055"/>
                    </a:cubicBezTo>
                    <a:cubicBezTo>
                      <a:pt x="917" y="2994"/>
                      <a:pt x="887" y="2887"/>
                      <a:pt x="887" y="2719"/>
                    </a:cubicBezTo>
                    <a:lnTo>
                      <a:pt x="887" y="2276"/>
                    </a:lnTo>
                    <a:cubicBezTo>
                      <a:pt x="887" y="2093"/>
                      <a:pt x="871" y="1956"/>
                      <a:pt x="810" y="1864"/>
                    </a:cubicBezTo>
                    <a:cubicBezTo>
                      <a:pt x="764" y="1788"/>
                      <a:pt x="657" y="1727"/>
                      <a:pt x="535" y="1696"/>
                    </a:cubicBezTo>
                    <a:cubicBezTo>
                      <a:pt x="657" y="1666"/>
                      <a:pt x="749" y="1604"/>
                      <a:pt x="810" y="1513"/>
                    </a:cubicBezTo>
                    <a:cubicBezTo>
                      <a:pt x="871" y="1436"/>
                      <a:pt x="887" y="1299"/>
                      <a:pt x="887" y="1116"/>
                    </a:cubicBezTo>
                    <a:lnTo>
                      <a:pt x="887" y="673"/>
                    </a:lnTo>
                    <a:cubicBezTo>
                      <a:pt x="887" y="489"/>
                      <a:pt x="917" y="382"/>
                      <a:pt x="963" y="337"/>
                    </a:cubicBezTo>
                    <a:cubicBezTo>
                      <a:pt x="1024" y="276"/>
                      <a:pt x="1131" y="260"/>
                      <a:pt x="1299" y="260"/>
                    </a:cubicBezTo>
                    <a:lnTo>
                      <a:pt x="1421" y="260"/>
                    </a:lnTo>
                    <a:lnTo>
                      <a:pt x="1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1103;p49">
                <a:extLst>
                  <a:ext uri="{FF2B5EF4-FFF2-40B4-BE49-F238E27FC236}">
                    <a16:creationId xmlns:a16="http://schemas.microsoft.com/office/drawing/2014/main" id="{1926C3B9-27EE-20E8-0859-5B16A05E65F8}"/>
                  </a:ext>
                </a:extLst>
              </p:cNvPr>
              <p:cNvSpPr/>
              <p:nvPr/>
            </p:nvSpPr>
            <p:spPr>
              <a:xfrm>
                <a:off x="3433842" y="1288788"/>
                <a:ext cx="59013" cy="140768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3392" extrusionOk="0">
                    <a:moveTo>
                      <a:pt x="1" y="1"/>
                    </a:moveTo>
                    <a:lnTo>
                      <a:pt x="1" y="260"/>
                    </a:lnTo>
                    <a:lnTo>
                      <a:pt x="123" y="260"/>
                    </a:lnTo>
                    <a:cubicBezTo>
                      <a:pt x="291" y="260"/>
                      <a:pt x="398" y="276"/>
                      <a:pt x="444" y="337"/>
                    </a:cubicBezTo>
                    <a:cubicBezTo>
                      <a:pt x="505" y="382"/>
                      <a:pt x="520" y="489"/>
                      <a:pt x="520" y="673"/>
                    </a:cubicBezTo>
                    <a:lnTo>
                      <a:pt x="520" y="1116"/>
                    </a:lnTo>
                    <a:cubicBezTo>
                      <a:pt x="520" y="1299"/>
                      <a:pt x="551" y="1436"/>
                      <a:pt x="612" y="1513"/>
                    </a:cubicBezTo>
                    <a:cubicBezTo>
                      <a:pt x="657" y="1604"/>
                      <a:pt x="749" y="1666"/>
                      <a:pt x="887" y="1696"/>
                    </a:cubicBezTo>
                    <a:cubicBezTo>
                      <a:pt x="749" y="1727"/>
                      <a:pt x="657" y="1788"/>
                      <a:pt x="612" y="1864"/>
                    </a:cubicBezTo>
                    <a:cubicBezTo>
                      <a:pt x="551" y="1956"/>
                      <a:pt x="520" y="2093"/>
                      <a:pt x="520" y="2276"/>
                    </a:cubicBezTo>
                    <a:lnTo>
                      <a:pt x="520" y="2719"/>
                    </a:lnTo>
                    <a:cubicBezTo>
                      <a:pt x="520" y="2887"/>
                      <a:pt x="505" y="3010"/>
                      <a:pt x="444" y="3055"/>
                    </a:cubicBezTo>
                    <a:cubicBezTo>
                      <a:pt x="398" y="3101"/>
                      <a:pt x="291" y="3132"/>
                      <a:pt x="123" y="3132"/>
                    </a:cubicBezTo>
                    <a:lnTo>
                      <a:pt x="1" y="3132"/>
                    </a:lnTo>
                    <a:lnTo>
                      <a:pt x="1" y="3392"/>
                    </a:lnTo>
                    <a:lnTo>
                      <a:pt x="108" y="3392"/>
                    </a:lnTo>
                    <a:cubicBezTo>
                      <a:pt x="413" y="3392"/>
                      <a:pt x="612" y="3346"/>
                      <a:pt x="703" y="3254"/>
                    </a:cubicBezTo>
                    <a:cubicBezTo>
                      <a:pt x="810" y="3162"/>
                      <a:pt x="856" y="2994"/>
                      <a:pt x="856" y="2735"/>
                    </a:cubicBezTo>
                    <a:lnTo>
                      <a:pt x="856" y="2292"/>
                    </a:lnTo>
                    <a:cubicBezTo>
                      <a:pt x="856" y="2124"/>
                      <a:pt x="887" y="1986"/>
                      <a:pt x="948" y="1925"/>
                    </a:cubicBezTo>
                    <a:cubicBezTo>
                      <a:pt x="1024" y="1849"/>
                      <a:pt x="1131" y="1818"/>
                      <a:pt x="1299" y="1818"/>
                    </a:cubicBezTo>
                    <a:lnTo>
                      <a:pt x="1421" y="1818"/>
                    </a:lnTo>
                    <a:lnTo>
                      <a:pt x="1421" y="1559"/>
                    </a:lnTo>
                    <a:lnTo>
                      <a:pt x="1299" y="1559"/>
                    </a:lnTo>
                    <a:cubicBezTo>
                      <a:pt x="1131" y="1559"/>
                      <a:pt x="1024" y="1528"/>
                      <a:pt x="948" y="1467"/>
                    </a:cubicBezTo>
                    <a:cubicBezTo>
                      <a:pt x="887" y="1391"/>
                      <a:pt x="856" y="1268"/>
                      <a:pt x="856" y="1085"/>
                    </a:cubicBezTo>
                    <a:lnTo>
                      <a:pt x="856" y="657"/>
                    </a:lnTo>
                    <a:cubicBezTo>
                      <a:pt x="856" y="398"/>
                      <a:pt x="810" y="214"/>
                      <a:pt x="703" y="138"/>
                    </a:cubicBezTo>
                    <a:cubicBezTo>
                      <a:pt x="612" y="46"/>
                      <a:pt x="413" y="1"/>
                      <a:pt x="1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978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>
          <a:extLst>
            <a:ext uri="{FF2B5EF4-FFF2-40B4-BE49-F238E27FC236}">
              <a16:creationId xmlns:a16="http://schemas.microsoft.com/office/drawing/2014/main" id="{CA94F9C7-F7D2-9D1C-5ADB-1ADCEC89A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6">
            <a:extLst>
              <a:ext uri="{FF2B5EF4-FFF2-40B4-BE49-F238E27FC236}">
                <a16:creationId xmlns:a16="http://schemas.microsoft.com/office/drawing/2014/main" id="{8FDC4A60-72D7-14E2-4151-1B45F9FD45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1526" y="2901451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Objetos das páginas web deverão ser adaptáveis à tela do dispositivo.</a:t>
            </a:r>
            <a:endParaRPr dirty="0"/>
          </a:p>
        </p:txBody>
      </p:sp>
      <p:sp>
        <p:nvSpPr>
          <p:cNvPr id="818" name="Google Shape;818;p46">
            <a:extLst>
              <a:ext uri="{FF2B5EF4-FFF2-40B4-BE49-F238E27FC236}">
                <a16:creationId xmlns:a16="http://schemas.microsoft.com/office/drawing/2014/main" id="{19F0C565-5D59-06A3-06C9-1BC0B7349E6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21911" y="2901451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Extrair e implementar a parte comportamental do protótipo.</a:t>
            </a:r>
            <a:endParaRPr dirty="0"/>
          </a:p>
        </p:txBody>
      </p:sp>
      <p:sp>
        <p:nvSpPr>
          <p:cNvPr id="819" name="Google Shape;819;p46">
            <a:extLst>
              <a:ext uri="{FF2B5EF4-FFF2-40B4-BE49-F238E27FC236}">
                <a16:creationId xmlns:a16="http://schemas.microsoft.com/office/drawing/2014/main" id="{9CF0D3E8-7D08-1ED4-733D-60F8048AF79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38387" y="2901451"/>
            <a:ext cx="2250421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Povoamento de dados na interface do utilizador.</a:t>
            </a:r>
            <a:endParaRPr dirty="0"/>
          </a:p>
        </p:txBody>
      </p:sp>
      <p:sp>
        <p:nvSpPr>
          <p:cNvPr id="820" name="Google Shape;820;p46">
            <a:extLst>
              <a:ext uri="{FF2B5EF4-FFF2-40B4-BE49-F238E27FC236}">
                <a16:creationId xmlns:a16="http://schemas.microsoft.com/office/drawing/2014/main" id="{795216C4-DAD3-0141-E927-E85360489CD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07161" y="2393299"/>
            <a:ext cx="266403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Adaptabilidade</a:t>
            </a:r>
            <a:endParaRPr dirty="0"/>
          </a:p>
        </p:txBody>
      </p:sp>
      <p:sp>
        <p:nvSpPr>
          <p:cNvPr id="821" name="Google Shape;821;p46">
            <a:extLst>
              <a:ext uri="{FF2B5EF4-FFF2-40B4-BE49-F238E27FC236}">
                <a16:creationId xmlns:a16="http://schemas.microsoft.com/office/drawing/2014/main" id="{DE7AA4EB-89FF-61DF-66B2-E867496F340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84339" y="238799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Lógica</a:t>
            </a:r>
            <a:endParaRPr dirty="0"/>
          </a:p>
        </p:txBody>
      </p:sp>
      <p:sp>
        <p:nvSpPr>
          <p:cNvPr id="822" name="Google Shape;822;p46">
            <a:extLst>
              <a:ext uri="{FF2B5EF4-FFF2-40B4-BE49-F238E27FC236}">
                <a16:creationId xmlns:a16="http://schemas.microsoft.com/office/drawing/2014/main" id="{9186D9F6-0470-B06E-0D45-637AB24954B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82501" y="2387994"/>
            <a:ext cx="2523295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Apresentação</a:t>
            </a:r>
            <a:endParaRPr dirty="0"/>
          </a:p>
        </p:txBody>
      </p:sp>
      <p:grpSp>
        <p:nvGrpSpPr>
          <p:cNvPr id="824" name="Google Shape;824;p46">
            <a:extLst>
              <a:ext uri="{FF2B5EF4-FFF2-40B4-BE49-F238E27FC236}">
                <a16:creationId xmlns:a16="http://schemas.microsoft.com/office/drawing/2014/main" id="{A00C45D1-5C87-2882-0120-9FED35DDC078}"/>
              </a:ext>
            </a:extLst>
          </p:cNvPr>
          <p:cNvGrpSpPr/>
          <p:nvPr/>
        </p:nvGrpSpPr>
        <p:grpSpPr>
          <a:xfrm>
            <a:off x="4349541" y="1911638"/>
            <a:ext cx="444897" cy="424690"/>
            <a:chOff x="2853537" y="1251995"/>
            <a:chExt cx="444897" cy="424690"/>
          </a:xfrm>
        </p:grpSpPr>
        <p:sp>
          <p:nvSpPr>
            <p:cNvPr id="825" name="Google Shape;825;p46">
              <a:extLst>
                <a:ext uri="{FF2B5EF4-FFF2-40B4-BE49-F238E27FC236}">
                  <a16:creationId xmlns:a16="http://schemas.microsoft.com/office/drawing/2014/main" id="{FCEB1122-C99E-A67F-9B70-48917635F15F}"/>
                </a:ext>
              </a:extLst>
            </p:cNvPr>
            <p:cNvSpPr/>
            <p:nvPr/>
          </p:nvSpPr>
          <p:spPr>
            <a:xfrm>
              <a:off x="2947749" y="1584019"/>
              <a:ext cx="25684" cy="13720"/>
            </a:xfrm>
            <a:custGeom>
              <a:avLst/>
              <a:gdLst/>
              <a:ahLst/>
              <a:cxnLst/>
              <a:rect l="l" t="t" r="r" b="b"/>
              <a:pathLst>
                <a:path w="117" h="60" extrusionOk="0">
                  <a:moveTo>
                    <a:pt x="30" y="60"/>
                  </a:moveTo>
                  <a:cubicBezTo>
                    <a:pt x="87" y="60"/>
                    <a:pt x="87" y="60"/>
                    <a:pt x="87" y="60"/>
                  </a:cubicBezTo>
                  <a:cubicBezTo>
                    <a:pt x="103" y="60"/>
                    <a:pt x="117" y="47"/>
                    <a:pt x="117" y="30"/>
                  </a:cubicBezTo>
                  <a:cubicBezTo>
                    <a:pt x="117" y="14"/>
                    <a:pt x="103" y="0"/>
                    <a:pt x="8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46">
              <a:extLst>
                <a:ext uri="{FF2B5EF4-FFF2-40B4-BE49-F238E27FC236}">
                  <a16:creationId xmlns:a16="http://schemas.microsoft.com/office/drawing/2014/main" id="{74FE990F-3896-CE40-A9A4-44A84726B744}"/>
                </a:ext>
              </a:extLst>
            </p:cNvPr>
            <p:cNvSpPr/>
            <p:nvPr/>
          </p:nvSpPr>
          <p:spPr>
            <a:xfrm>
              <a:off x="3180076" y="1635241"/>
              <a:ext cx="25684" cy="12760"/>
            </a:xfrm>
            <a:custGeom>
              <a:avLst/>
              <a:gdLst/>
              <a:ahLst/>
              <a:cxnLst/>
              <a:rect l="l" t="t" r="r" b="b"/>
              <a:pathLst>
                <a:path w="117" h="60" extrusionOk="0">
                  <a:moveTo>
                    <a:pt x="30" y="60"/>
                  </a:moveTo>
                  <a:cubicBezTo>
                    <a:pt x="87" y="60"/>
                    <a:pt x="87" y="60"/>
                    <a:pt x="87" y="60"/>
                  </a:cubicBezTo>
                  <a:cubicBezTo>
                    <a:pt x="103" y="60"/>
                    <a:pt x="117" y="47"/>
                    <a:pt x="117" y="30"/>
                  </a:cubicBezTo>
                  <a:cubicBezTo>
                    <a:pt x="117" y="14"/>
                    <a:pt x="104" y="0"/>
                    <a:pt x="8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46">
              <a:extLst>
                <a:ext uri="{FF2B5EF4-FFF2-40B4-BE49-F238E27FC236}">
                  <a16:creationId xmlns:a16="http://schemas.microsoft.com/office/drawing/2014/main" id="{CC95AD0F-CABE-7790-912A-7CDC3C964954}"/>
                </a:ext>
              </a:extLst>
            </p:cNvPr>
            <p:cNvSpPr/>
            <p:nvPr/>
          </p:nvSpPr>
          <p:spPr>
            <a:xfrm>
              <a:off x="2853537" y="1251995"/>
              <a:ext cx="444897" cy="424690"/>
            </a:xfrm>
            <a:custGeom>
              <a:avLst/>
              <a:gdLst/>
              <a:ahLst/>
              <a:cxnLst/>
              <a:rect l="l" t="t" r="r" b="b"/>
              <a:pathLst>
                <a:path w="2048" h="1955" extrusionOk="0">
                  <a:moveTo>
                    <a:pt x="1916" y="232"/>
                  </a:moveTo>
                  <a:cubicBezTo>
                    <a:pt x="1841" y="232"/>
                    <a:pt x="1841" y="232"/>
                    <a:pt x="1841" y="232"/>
                  </a:cubicBezTo>
                  <a:cubicBezTo>
                    <a:pt x="1825" y="232"/>
                    <a:pt x="1811" y="245"/>
                    <a:pt x="1811" y="262"/>
                  </a:cubicBezTo>
                  <a:cubicBezTo>
                    <a:pt x="1811" y="278"/>
                    <a:pt x="1825" y="292"/>
                    <a:pt x="1841" y="292"/>
                  </a:cubicBezTo>
                  <a:cubicBezTo>
                    <a:pt x="1916" y="292"/>
                    <a:pt x="1916" y="292"/>
                    <a:pt x="1916" y="292"/>
                  </a:cubicBezTo>
                  <a:cubicBezTo>
                    <a:pt x="1956" y="292"/>
                    <a:pt x="1988" y="324"/>
                    <a:pt x="1988" y="363"/>
                  </a:cubicBezTo>
                  <a:cubicBezTo>
                    <a:pt x="1988" y="1618"/>
                    <a:pt x="1988" y="1618"/>
                    <a:pt x="1988" y="1618"/>
                  </a:cubicBezTo>
                  <a:cubicBezTo>
                    <a:pt x="1122" y="1618"/>
                    <a:pt x="1122" y="1618"/>
                    <a:pt x="1122" y="1618"/>
                  </a:cubicBezTo>
                  <a:cubicBezTo>
                    <a:pt x="1122" y="1134"/>
                    <a:pt x="1122" y="1134"/>
                    <a:pt x="1122" y="1134"/>
                  </a:cubicBezTo>
                  <a:cubicBezTo>
                    <a:pt x="1167" y="1134"/>
                    <a:pt x="1167" y="1134"/>
                    <a:pt x="1167" y="1134"/>
                  </a:cubicBezTo>
                  <a:cubicBezTo>
                    <a:pt x="1222" y="1134"/>
                    <a:pt x="1267" y="1090"/>
                    <a:pt x="1267" y="1034"/>
                  </a:cubicBezTo>
                  <a:cubicBezTo>
                    <a:pt x="1267" y="979"/>
                    <a:pt x="1222" y="934"/>
                    <a:pt x="1167" y="934"/>
                  </a:cubicBezTo>
                  <a:cubicBezTo>
                    <a:pt x="1122" y="934"/>
                    <a:pt x="1122" y="934"/>
                    <a:pt x="1122" y="934"/>
                  </a:cubicBezTo>
                  <a:cubicBezTo>
                    <a:pt x="1122" y="747"/>
                    <a:pt x="1122" y="747"/>
                    <a:pt x="1122" y="747"/>
                  </a:cubicBezTo>
                  <a:cubicBezTo>
                    <a:pt x="1221" y="747"/>
                    <a:pt x="1221" y="747"/>
                    <a:pt x="1221" y="747"/>
                  </a:cubicBezTo>
                  <a:cubicBezTo>
                    <a:pt x="1211" y="761"/>
                    <a:pt x="1204" y="777"/>
                    <a:pt x="1202" y="795"/>
                  </a:cubicBezTo>
                  <a:cubicBezTo>
                    <a:pt x="1199" y="821"/>
                    <a:pt x="1207" y="848"/>
                    <a:pt x="1223" y="869"/>
                  </a:cubicBezTo>
                  <a:cubicBezTo>
                    <a:pt x="1243" y="893"/>
                    <a:pt x="1271" y="906"/>
                    <a:pt x="1302" y="906"/>
                  </a:cubicBezTo>
                  <a:cubicBezTo>
                    <a:pt x="1324" y="906"/>
                    <a:pt x="1346" y="899"/>
                    <a:pt x="1364" y="885"/>
                  </a:cubicBezTo>
                  <a:cubicBezTo>
                    <a:pt x="1564" y="725"/>
                    <a:pt x="1564" y="725"/>
                    <a:pt x="1564" y="725"/>
                  </a:cubicBezTo>
                  <a:cubicBezTo>
                    <a:pt x="1588" y="706"/>
                    <a:pt x="1602" y="678"/>
                    <a:pt x="1602" y="648"/>
                  </a:cubicBezTo>
                  <a:cubicBezTo>
                    <a:pt x="1602" y="617"/>
                    <a:pt x="1589" y="589"/>
                    <a:pt x="1565" y="570"/>
                  </a:cubicBezTo>
                  <a:cubicBezTo>
                    <a:pt x="1365" y="406"/>
                    <a:pt x="1365" y="406"/>
                    <a:pt x="1365" y="406"/>
                  </a:cubicBezTo>
                  <a:cubicBezTo>
                    <a:pt x="1322" y="371"/>
                    <a:pt x="1259" y="378"/>
                    <a:pt x="1224" y="420"/>
                  </a:cubicBezTo>
                  <a:cubicBezTo>
                    <a:pt x="1207" y="441"/>
                    <a:pt x="1200" y="467"/>
                    <a:pt x="1202" y="494"/>
                  </a:cubicBezTo>
                  <a:cubicBezTo>
                    <a:pt x="1204" y="514"/>
                    <a:pt x="1212" y="532"/>
                    <a:pt x="1224" y="547"/>
                  </a:cubicBezTo>
                  <a:cubicBezTo>
                    <a:pt x="1122" y="547"/>
                    <a:pt x="1122" y="547"/>
                    <a:pt x="1122" y="547"/>
                  </a:cubicBezTo>
                  <a:cubicBezTo>
                    <a:pt x="1122" y="363"/>
                    <a:pt x="1122" y="363"/>
                    <a:pt x="1122" y="363"/>
                  </a:cubicBezTo>
                  <a:cubicBezTo>
                    <a:pt x="1122" y="324"/>
                    <a:pt x="1154" y="292"/>
                    <a:pt x="1193" y="292"/>
                  </a:cubicBezTo>
                  <a:cubicBezTo>
                    <a:pt x="1705" y="292"/>
                    <a:pt x="1705" y="292"/>
                    <a:pt x="1705" y="292"/>
                  </a:cubicBezTo>
                  <a:cubicBezTo>
                    <a:pt x="1721" y="292"/>
                    <a:pt x="1735" y="278"/>
                    <a:pt x="1735" y="262"/>
                  </a:cubicBezTo>
                  <a:cubicBezTo>
                    <a:pt x="1735" y="245"/>
                    <a:pt x="1721" y="232"/>
                    <a:pt x="1705" y="232"/>
                  </a:cubicBezTo>
                  <a:cubicBezTo>
                    <a:pt x="1193" y="232"/>
                    <a:pt x="1193" y="232"/>
                    <a:pt x="1193" y="232"/>
                  </a:cubicBezTo>
                  <a:cubicBezTo>
                    <a:pt x="1121" y="232"/>
                    <a:pt x="1062" y="291"/>
                    <a:pt x="1062" y="363"/>
                  </a:cubicBezTo>
                  <a:cubicBezTo>
                    <a:pt x="1062" y="547"/>
                    <a:pt x="1062" y="547"/>
                    <a:pt x="1062" y="547"/>
                  </a:cubicBezTo>
                  <a:cubicBezTo>
                    <a:pt x="986" y="547"/>
                    <a:pt x="986" y="547"/>
                    <a:pt x="986" y="547"/>
                  </a:cubicBezTo>
                  <a:cubicBezTo>
                    <a:pt x="986" y="131"/>
                    <a:pt x="986" y="131"/>
                    <a:pt x="986" y="131"/>
                  </a:cubicBezTo>
                  <a:cubicBezTo>
                    <a:pt x="986" y="59"/>
                    <a:pt x="927" y="0"/>
                    <a:pt x="854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59" y="0"/>
                    <a:pt x="0" y="59"/>
                    <a:pt x="0" y="131"/>
                  </a:cubicBezTo>
                  <a:cubicBezTo>
                    <a:pt x="0" y="1592"/>
                    <a:pt x="0" y="1592"/>
                    <a:pt x="0" y="1592"/>
                  </a:cubicBezTo>
                  <a:cubicBezTo>
                    <a:pt x="0" y="1664"/>
                    <a:pt x="59" y="1723"/>
                    <a:pt x="131" y="1723"/>
                  </a:cubicBezTo>
                  <a:cubicBezTo>
                    <a:pt x="854" y="1723"/>
                    <a:pt x="854" y="1723"/>
                    <a:pt x="854" y="1723"/>
                  </a:cubicBezTo>
                  <a:cubicBezTo>
                    <a:pt x="927" y="1723"/>
                    <a:pt x="986" y="1664"/>
                    <a:pt x="986" y="1592"/>
                  </a:cubicBezTo>
                  <a:cubicBezTo>
                    <a:pt x="986" y="1134"/>
                    <a:pt x="986" y="1134"/>
                    <a:pt x="986" y="1134"/>
                  </a:cubicBezTo>
                  <a:cubicBezTo>
                    <a:pt x="1062" y="1134"/>
                    <a:pt x="1062" y="1134"/>
                    <a:pt x="1062" y="1134"/>
                  </a:cubicBezTo>
                  <a:cubicBezTo>
                    <a:pt x="1062" y="1824"/>
                    <a:pt x="1062" y="1824"/>
                    <a:pt x="1062" y="1824"/>
                  </a:cubicBezTo>
                  <a:cubicBezTo>
                    <a:pt x="1062" y="1896"/>
                    <a:pt x="1121" y="1955"/>
                    <a:pt x="1193" y="1955"/>
                  </a:cubicBezTo>
                  <a:cubicBezTo>
                    <a:pt x="1916" y="1955"/>
                    <a:pt x="1916" y="1955"/>
                    <a:pt x="1916" y="1955"/>
                  </a:cubicBezTo>
                  <a:cubicBezTo>
                    <a:pt x="1989" y="1955"/>
                    <a:pt x="2048" y="1896"/>
                    <a:pt x="2048" y="1824"/>
                  </a:cubicBezTo>
                  <a:cubicBezTo>
                    <a:pt x="2048" y="363"/>
                    <a:pt x="2048" y="363"/>
                    <a:pt x="2048" y="363"/>
                  </a:cubicBezTo>
                  <a:cubicBezTo>
                    <a:pt x="2048" y="291"/>
                    <a:pt x="1989" y="232"/>
                    <a:pt x="1916" y="232"/>
                  </a:cubicBezTo>
                  <a:close/>
                  <a:moveTo>
                    <a:pt x="1306" y="607"/>
                  </a:moveTo>
                  <a:cubicBezTo>
                    <a:pt x="1318" y="607"/>
                    <a:pt x="1330" y="599"/>
                    <a:pt x="1334" y="587"/>
                  </a:cubicBezTo>
                  <a:cubicBezTo>
                    <a:pt x="1338" y="575"/>
                    <a:pt x="1334" y="562"/>
                    <a:pt x="1324" y="554"/>
                  </a:cubicBezTo>
                  <a:cubicBezTo>
                    <a:pt x="1276" y="515"/>
                    <a:pt x="1276" y="515"/>
                    <a:pt x="1276" y="515"/>
                  </a:cubicBezTo>
                  <a:cubicBezTo>
                    <a:pt x="1259" y="501"/>
                    <a:pt x="1257" y="475"/>
                    <a:pt x="1271" y="458"/>
                  </a:cubicBezTo>
                  <a:cubicBezTo>
                    <a:pt x="1285" y="441"/>
                    <a:pt x="1310" y="439"/>
                    <a:pt x="1327" y="453"/>
                  </a:cubicBezTo>
                  <a:cubicBezTo>
                    <a:pt x="1527" y="616"/>
                    <a:pt x="1527" y="616"/>
                    <a:pt x="1527" y="616"/>
                  </a:cubicBezTo>
                  <a:cubicBezTo>
                    <a:pt x="1537" y="624"/>
                    <a:pt x="1542" y="635"/>
                    <a:pt x="1542" y="647"/>
                  </a:cubicBezTo>
                  <a:cubicBezTo>
                    <a:pt x="1542" y="659"/>
                    <a:pt x="1537" y="671"/>
                    <a:pt x="1527" y="678"/>
                  </a:cubicBezTo>
                  <a:cubicBezTo>
                    <a:pt x="1327" y="838"/>
                    <a:pt x="1327" y="838"/>
                    <a:pt x="1327" y="838"/>
                  </a:cubicBezTo>
                  <a:cubicBezTo>
                    <a:pt x="1319" y="843"/>
                    <a:pt x="1311" y="846"/>
                    <a:pt x="1302" y="846"/>
                  </a:cubicBezTo>
                  <a:cubicBezTo>
                    <a:pt x="1289" y="846"/>
                    <a:pt x="1278" y="841"/>
                    <a:pt x="1270" y="831"/>
                  </a:cubicBezTo>
                  <a:cubicBezTo>
                    <a:pt x="1264" y="823"/>
                    <a:pt x="1261" y="812"/>
                    <a:pt x="1262" y="802"/>
                  </a:cubicBezTo>
                  <a:cubicBezTo>
                    <a:pt x="1263" y="791"/>
                    <a:pt x="1268" y="782"/>
                    <a:pt x="1277" y="775"/>
                  </a:cubicBezTo>
                  <a:cubicBezTo>
                    <a:pt x="1320" y="740"/>
                    <a:pt x="1320" y="740"/>
                    <a:pt x="1320" y="740"/>
                  </a:cubicBezTo>
                  <a:cubicBezTo>
                    <a:pt x="1330" y="733"/>
                    <a:pt x="1334" y="719"/>
                    <a:pt x="1330" y="707"/>
                  </a:cubicBezTo>
                  <a:cubicBezTo>
                    <a:pt x="1326" y="695"/>
                    <a:pt x="1314" y="687"/>
                    <a:pt x="1302" y="687"/>
                  </a:cubicBezTo>
                  <a:cubicBezTo>
                    <a:pt x="882" y="687"/>
                    <a:pt x="882" y="687"/>
                    <a:pt x="882" y="687"/>
                  </a:cubicBezTo>
                  <a:cubicBezTo>
                    <a:pt x="860" y="687"/>
                    <a:pt x="842" y="669"/>
                    <a:pt x="842" y="647"/>
                  </a:cubicBezTo>
                  <a:cubicBezTo>
                    <a:pt x="842" y="625"/>
                    <a:pt x="860" y="607"/>
                    <a:pt x="882" y="607"/>
                  </a:cubicBezTo>
                  <a:lnTo>
                    <a:pt x="1306" y="607"/>
                  </a:lnTo>
                  <a:close/>
                  <a:moveTo>
                    <a:pt x="1062" y="747"/>
                  </a:moveTo>
                  <a:cubicBezTo>
                    <a:pt x="1062" y="934"/>
                    <a:pt x="1062" y="934"/>
                    <a:pt x="1062" y="934"/>
                  </a:cubicBezTo>
                  <a:cubicBezTo>
                    <a:pt x="986" y="934"/>
                    <a:pt x="986" y="934"/>
                    <a:pt x="986" y="934"/>
                  </a:cubicBezTo>
                  <a:cubicBezTo>
                    <a:pt x="986" y="747"/>
                    <a:pt x="986" y="747"/>
                    <a:pt x="986" y="747"/>
                  </a:cubicBezTo>
                  <a:lnTo>
                    <a:pt x="1062" y="747"/>
                  </a:lnTo>
                  <a:close/>
                  <a:moveTo>
                    <a:pt x="926" y="1592"/>
                  </a:moveTo>
                  <a:cubicBezTo>
                    <a:pt x="926" y="1631"/>
                    <a:pt x="894" y="1663"/>
                    <a:pt x="854" y="1663"/>
                  </a:cubicBezTo>
                  <a:cubicBezTo>
                    <a:pt x="131" y="1663"/>
                    <a:pt x="131" y="1663"/>
                    <a:pt x="131" y="1663"/>
                  </a:cubicBezTo>
                  <a:cubicBezTo>
                    <a:pt x="92" y="1663"/>
                    <a:pt x="60" y="1631"/>
                    <a:pt x="60" y="1592"/>
                  </a:cubicBezTo>
                  <a:cubicBezTo>
                    <a:pt x="60" y="1446"/>
                    <a:pt x="60" y="1446"/>
                    <a:pt x="60" y="1446"/>
                  </a:cubicBezTo>
                  <a:cubicBezTo>
                    <a:pt x="926" y="1446"/>
                    <a:pt x="926" y="1446"/>
                    <a:pt x="926" y="1446"/>
                  </a:cubicBezTo>
                  <a:lnTo>
                    <a:pt x="926" y="1592"/>
                  </a:lnTo>
                  <a:close/>
                  <a:moveTo>
                    <a:pt x="746" y="1074"/>
                  </a:moveTo>
                  <a:cubicBezTo>
                    <a:pt x="733" y="1074"/>
                    <a:pt x="722" y="1083"/>
                    <a:pt x="717" y="1095"/>
                  </a:cubicBezTo>
                  <a:cubicBezTo>
                    <a:pt x="713" y="1107"/>
                    <a:pt x="717" y="1120"/>
                    <a:pt x="727" y="1128"/>
                  </a:cubicBezTo>
                  <a:cubicBezTo>
                    <a:pt x="770" y="1162"/>
                    <a:pt x="770" y="1162"/>
                    <a:pt x="770" y="1162"/>
                  </a:cubicBezTo>
                  <a:cubicBezTo>
                    <a:pt x="788" y="1176"/>
                    <a:pt x="791" y="1201"/>
                    <a:pt x="777" y="1219"/>
                  </a:cubicBezTo>
                  <a:cubicBezTo>
                    <a:pt x="769" y="1228"/>
                    <a:pt x="758" y="1234"/>
                    <a:pt x="746" y="1234"/>
                  </a:cubicBezTo>
                  <a:cubicBezTo>
                    <a:pt x="736" y="1234"/>
                    <a:pt x="728" y="1231"/>
                    <a:pt x="721" y="1225"/>
                  </a:cubicBezTo>
                  <a:cubicBezTo>
                    <a:pt x="520" y="1066"/>
                    <a:pt x="520" y="1066"/>
                    <a:pt x="520" y="1066"/>
                  </a:cubicBezTo>
                  <a:cubicBezTo>
                    <a:pt x="511" y="1058"/>
                    <a:pt x="505" y="1047"/>
                    <a:pt x="505" y="1035"/>
                  </a:cubicBezTo>
                  <a:cubicBezTo>
                    <a:pt x="505" y="1023"/>
                    <a:pt x="510" y="1011"/>
                    <a:pt x="520" y="1003"/>
                  </a:cubicBezTo>
                  <a:cubicBezTo>
                    <a:pt x="562" y="969"/>
                    <a:pt x="562" y="969"/>
                    <a:pt x="562" y="969"/>
                  </a:cubicBezTo>
                  <a:cubicBezTo>
                    <a:pt x="575" y="959"/>
                    <a:pt x="577" y="940"/>
                    <a:pt x="566" y="927"/>
                  </a:cubicBezTo>
                  <a:cubicBezTo>
                    <a:pt x="556" y="914"/>
                    <a:pt x="537" y="912"/>
                    <a:pt x="524" y="923"/>
                  </a:cubicBezTo>
                  <a:cubicBezTo>
                    <a:pt x="482" y="957"/>
                    <a:pt x="482" y="957"/>
                    <a:pt x="482" y="957"/>
                  </a:cubicBezTo>
                  <a:cubicBezTo>
                    <a:pt x="458" y="976"/>
                    <a:pt x="445" y="1005"/>
                    <a:pt x="445" y="1035"/>
                  </a:cubicBezTo>
                  <a:cubicBezTo>
                    <a:pt x="445" y="1065"/>
                    <a:pt x="459" y="1094"/>
                    <a:pt x="483" y="1113"/>
                  </a:cubicBezTo>
                  <a:cubicBezTo>
                    <a:pt x="683" y="1272"/>
                    <a:pt x="683" y="1272"/>
                    <a:pt x="683" y="1272"/>
                  </a:cubicBezTo>
                  <a:cubicBezTo>
                    <a:pt x="701" y="1286"/>
                    <a:pt x="723" y="1294"/>
                    <a:pt x="746" y="1294"/>
                  </a:cubicBezTo>
                  <a:cubicBezTo>
                    <a:pt x="746" y="1294"/>
                    <a:pt x="746" y="1294"/>
                    <a:pt x="746" y="1294"/>
                  </a:cubicBezTo>
                  <a:cubicBezTo>
                    <a:pt x="776" y="1294"/>
                    <a:pt x="805" y="1280"/>
                    <a:pt x="824" y="1256"/>
                  </a:cubicBezTo>
                  <a:cubicBezTo>
                    <a:pt x="853" y="1220"/>
                    <a:pt x="852" y="1170"/>
                    <a:pt x="826" y="1134"/>
                  </a:cubicBezTo>
                  <a:cubicBezTo>
                    <a:pt x="926" y="1134"/>
                    <a:pt x="926" y="1134"/>
                    <a:pt x="926" y="1134"/>
                  </a:cubicBezTo>
                  <a:cubicBezTo>
                    <a:pt x="926" y="1386"/>
                    <a:pt x="926" y="1386"/>
                    <a:pt x="926" y="1386"/>
                  </a:cubicBezTo>
                  <a:cubicBezTo>
                    <a:pt x="60" y="1386"/>
                    <a:pt x="60" y="1386"/>
                    <a:pt x="60" y="1386"/>
                  </a:cubicBezTo>
                  <a:cubicBezTo>
                    <a:pt x="60" y="131"/>
                    <a:pt x="60" y="131"/>
                    <a:pt x="60" y="131"/>
                  </a:cubicBezTo>
                  <a:cubicBezTo>
                    <a:pt x="60" y="92"/>
                    <a:pt x="92" y="60"/>
                    <a:pt x="131" y="60"/>
                  </a:cubicBezTo>
                  <a:cubicBezTo>
                    <a:pt x="854" y="60"/>
                    <a:pt x="854" y="60"/>
                    <a:pt x="854" y="60"/>
                  </a:cubicBezTo>
                  <a:cubicBezTo>
                    <a:pt x="894" y="60"/>
                    <a:pt x="926" y="92"/>
                    <a:pt x="926" y="131"/>
                  </a:cubicBezTo>
                  <a:cubicBezTo>
                    <a:pt x="926" y="547"/>
                    <a:pt x="926" y="547"/>
                    <a:pt x="926" y="547"/>
                  </a:cubicBezTo>
                  <a:cubicBezTo>
                    <a:pt x="882" y="547"/>
                    <a:pt x="882" y="547"/>
                    <a:pt x="882" y="547"/>
                  </a:cubicBezTo>
                  <a:cubicBezTo>
                    <a:pt x="827" y="547"/>
                    <a:pt x="782" y="592"/>
                    <a:pt x="782" y="647"/>
                  </a:cubicBezTo>
                  <a:cubicBezTo>
                    <a:pt x="782" y="702"/>
                    <a:pt x="827" y="747"/>
                    <a:pt x="882" y="747"/>
                  </a:cubicBezTo>
                  <a:cubicBezTo>
                    <a:pt x="926" y="747"/>
                    <a:pt x="926" y="747"/>
                    <a:pt x="926" y="747"/>
                  </a:cubicBezTo>
                  <a:cubicBezTo>
                    <a:pt x="926" y="934"/>
                    <a:pt x="926" y="934"/>
                    <a:pt x="926" y="934"/>
                  </a:cubicBezTo>
                  <a:cubicBezTo>
                    <a:pt x="823" y="934"/>
                    <a:pt x="823" y="934"/>
                    <a:pt x="823" y="934"/>
                  </a:cubicBezTo>
                  <a:cubicBezTo>
                    <a:pt x="835" y="919"/>
                    <a:pt x="843" y="901"/>
                    <a:pt x="845" y="881"/>
                  </a:cubicBezTo>
                  <a:cubicBezTo>
                    <a:pt x="848" y="855"/>
                    <a:pt x="840" y="829"/>
                    <a:pt x="823" y="808"/>
                  </a:cubicBezTo>
                  <a:cubicBezTo>
                    <a:pt x="788" y="765"/>
                    <a:pt x="725" y="759"/>
                    <a:pt x="682" y="794"/>
                  </a:cubicBezTo>
                  <a:cubicBezTo>
                    <a:pt x="631" y="835"/>
                    <a:pt x="631" y="835"/>
                    <a:pt x="631" y="835"/>
                  </a:cubicBezTo>
                  <a:cubicBezTo>
                    <a:pt x="618" y="846"/>
                    <a:pt x="617" y="865"/>
                    <a:pt x="627" y="877"/>
                  </a:cubicBezTo>
                  <a:cubicBezTo>
                    <a:pt x="637" y="890"/>
                    <a:pt x="656" y="892"/>
                    <a:pt x="669" y="882"/>
                  </a:cubicBezTo>
                  <a:cubicBezTo>
                    <a:pt x="720" y="840"/>
                    <a:pt x="720" y="840"/>
                    <a:pt x="720" y="840"/>
                  </a:cubicBezTo>
                  <a:cubicBezTo>
                    <a:pt x="737" y="826"/>
                    <a:pt x="763" y="829"/>
                    <a:pt x="777" y="846"/>
                  </a:cubicBezTo>
                  <a:cubicBezTo>
                    <a:pt x="791" y="863"/>
                    <a:pt x="788" y="888"/>
                    <a:pt x="771" y="902"/>
                  </a:cubicBezTo>
                  <a:cubicBezTo>
                    <a:pt x="723" y="941"/>
                    <a:pt x="723" y="941"/>
                    <a:pt x="723" y="941"/>
                  </a:cubicBezTo>
                  <a:cubicBezTo>
                    <a:pt x="713" y="949"/>
                    <a:pt x="709" y="963"/>
                    <a:pt x="713" y="975"/>
                  </a:cubicBezTo>
                  <a:cubicBezTo>
                    <a:pt x="718" y="986"/>
                    <a:pt x="729" y="994"/>
                    <a:pt x="742" y="994"/>
                  </a:cubicBezTo>
                  <a:cubicBezTo>
                    <a:pt x="1167" y="994"/>
                    <a:pt x="1167" y="994"/>
                    <a:pt x="1167" y="994"/>
                  </a:cubicBezTo>
                  <a:cubicBezTo>
                    <a:pt x="1189" y="994"/>
                    <a:pt x="1207" y="1012"/>
                    <a:pt x="1207" y="1034"/>
                  </a:cubicBezTo>
                  <a:cubicBezTo>
                    <a:pt x="1207" y="1057"/>
                    <a:pt x="1189" y="1074"/>
                    <a:pt x="1167" y="1074"/>
                  </a:cubicBezTo>
                  <a:cubicBezTo>
                    <a:pt x="746" y="1074"/>
                    <a:pt x="746" y="1074"/>
                    <a:pt x="746" y="1074"/>
                  </a:cubicBezTo>
                  <a:close/>
                  <a:moveTo>
                    <a:pt x="1988" y="1824"/>
                  </a:moveTo>
                  <a:cubicBezTo>
                    <a:pt x="1988" y="1863"/>
                    <a:pt x="1956" y="1895"/>
                    <a:pt x="1916" y="1895"/>
                  </a:cubicBezTo>
                  <a:cubicBezTo>
                    <a:pt x="1193" y="1895"/>
                    <a:pt x="1193" y="1895"/>
                    <a:pt x="1193" y="1895"/>
                  </a:cubicBezTo>
                  <a:cubicBezTo>
                    <a:pt x="1154" y="1895"/>
                    <a:pt x="1122" y="1863"/>
                    <a:pt x="1122" y="1824"/>
                  </a:cubicBezTo>
                  <a:cubicBezTo>
                    <a:pt x="1122" y="1678"/>
                    <a:pt x="1122" y="1678"/>
                    <a:pt x="1122" y="1678"/>
                  </a:cubicBezTo>
                  <a:cubicBezTo>
                    <a:pt x="1988" y="1678"/>
                    <a:pt x="1988" y="1678"/>
                    <a:pt x="1988" y="1678"/>
                  </a:cubicBezTo>
                  <a:lnTo>
                    <a:pt x="1988" y="1824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46">
              <a:extLst>
                <a:ext uri="{FF2B5EF4-FFF2-40B4-BE49-F238E27FC236}">
                  <a16:creationId xmlns:a16="http://schemas.microsoft.com/office/drawing/2014/main" id="{D3BC92B6-AC5A-F417-9DC2-C652418D3E4C}"/>
                </a:ext>
              </a:extLst>
            </p:cNvPr>
            <p:cNvSpPr/>
            <p:nvPr/>
          </p:nvSpPr>
          <p:spPr>
            <a:xfrm>
              <a:off x="3149892" y="1451392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46">
              <a:extLst>
                <a:ext uri="{FF2B5EF4-FFF2-40B4-BE49-F238E27FC236}">
                  <a16:creationId xmlns:a16="http://schemas.microsoft.com/office/drawing/2014/main" id="{0396C6B8-B3E0-0872-765E-DF6932E2A45B}"/>
                </a:ext>
              </a:extLst>
            </p:cNvPr>
            <p:cNvSpPr/>
            <p:nvPr/>
          </p:nvSpPr>
          <p:spPr>
            <a:xfrm>
              <a:off x="3183735" y="1451392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46">
              <a:extLst>
                <a:ext uri="{FF2B5EF4-FFF2-40B4-BE49-F238E27FC236}">
                  <a16:creationId xmlns:a16="http://schemas.microsoft.com/office/drawing/2014/main" id="{626ACBB6-FE11-FBE1-DA20-FC24B01F27EC}"/>
                </a:ext>
              </a:extLst>
            </p:cNvPr>
            <p:cNvSpPr/>
            <p:nvPr/>
          </p:nvSpPr>
          <p:spPr>
            <a:xfrm>
              <a:off x="3217578" y="1451392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46">
            <a:extLst>
              <a:ext uri="{FF2B5EF4-FFF2-40B4-BE49-F238E27FC236}">
                <a16:creationId xmlns:a16="http://schemas.microsoft.com/office/drawing/2014/main" id="{0672F7ED-6B34-8972-503A-2B2C9A65167A}"/>
              </a:ext>
            </a:extLst>
          </p:cNvPr>
          <p:cNvGrpSpPr/>
          <p:nvPr/>
        </p:nvGrpSpPr>
        <p:grpSpPr>
          <a:xfrm>
            <a:off x="6896272" y="1938805"/>
            <a:ext cx="444897" cy="370381"/>
            <a:chOff x="3435270" y="1272118"/>
            <a:chExt cx="444897" cy="370381"/>
          </a:xfrm>
        </p:grpSpPr>
        <p:sp>
          <p:nvSpPr>
            <p:cNvPr id="832" name="Google Shape;832;p46">
              <a:extLst>
                <a:ext uri="{FF2B5EF4-FFF2-40B4-BE49-F238E27FC236}">
                  <a16:creationId xmlns:a16="http://schemas.microsoft.com/office/drawing/2014/main" id="{60AD1A00-B0D3-A96C-A5A0-3076A15FDEB1}"/>
                </a:ext>
              </a:extLst>
            </p:cNvPr>
            <p:cNvSpPr/>
            <p:nvPr/>
          </p:nvSpPr>
          <p:spPr>
            <a:xfrm>
              <a:off x="3435270" y="1272118"/>
              <a:ext cx="444897" cy="370381"/>
            </a:xfrm>
            <a:custGeom>
              <a:avLst/>
              <a:gdLst/>
              <a:ahLst/>
              <a:cxnLst/>
              <a:rect l="l" t="t" r="r" b="b"/>
              <a:pathLst>
                <a:path w="2048" h="1705" extrusionOk="0">
                  <a:moveTo>
                    <a:pt x="1941" y="0"/>
                  </a:moveTo>
                  <a:cubicBezTo>
                    <a:pt x="107" y="0"/>
                    <a:pt x="107" y="0"/>
                    <a:pt x="107" y="0"/>
                  </a:cubicBezTo>
                  <a:cubicBezTo>
                    <a:pt x="48" y="0"/>
                    <a:pt x="0" y="48"/>
                    <a:pt x="0" y="106"/>
                  </a:cubicBezTo>
                  <a:cubicBezTo>
                    <a:pt x="0" y="1308"/>
                    <a:pt x="0" y="1308"/>
                    <a:pt x="0" y="1308"/>
                  </a:cubicBezTo>
                  <a:cubicBezTo>
                    <a:pt x="0" y="1367"/>
                    <a:pt x="48" y="1415"/>
                    <a:pt x="107" y="1415"/>
                  </a:cubicBezTo>
                  <a:cubicBezTo>
                    <a:pt x="843" y="1415"/>
                    <a:pt x="843" y="1415"/>
                    <a:pt x="843" y="1415"/>
                  </a:cubicBezTo>
                  <a:cubicBezTo>
                    <a:pt x="841" y="1426"/>
                    <a:pt x="838" y="1440"/>
                    <a:pt x="835" y="1455"/>
                  </a:cubicBezTo>
                  <a:cubicBezTo>
                    <a:pt x="832" y="1471"/>
                    <a:pt x="842" y="1487"/>
                    <a:pt x="859" y="1490"/>
                  </a:cubicBezTo>
                  <a:cubicBezTo>
                    <a:pt x="875" y="1494"/>
                    <a:pt x="891" y="1483"/>
                    <a:pt x="894" y="1467"/>
                  </a:cubicBezTo>
                  <a:cubicBezTo>
                    <a:pt x="898" y="1446"/>
                    <a:pt x="902" y="1428"/>
                    <a:pt x="904" y="1415"/>
                  </a:cubicBezTo>
                  <a:cubicBezTo>
                    <a:pt x="1144" y="1415"/>
                    <a:pt x="1144" y="1415"/>
                    <a:pt x="1144" y="1415"/>
                  </a:cubicBezTo>
                  <a:cubicBezTo>
                    <a:pt x="1152" y="1462"/>
                    <a:pt x="1172" y="1565"/>
                    <a:pt x="1206" y="1645"/>
                  </a:cubicBezTo>
                  <a:cubicBezTo>
                    <a:pt x="842" y="1645"/>
                    <a:pt x="842" y="1645"/>
                    <a:pt x="842" y="1645"/>
                  </a:cubicBezTo>
                  <a:cubicBezTo>
                    <a:pt x="847" y="1633"/>
                    <a:pt x="852" y="1621"/>
                    <a:pt x="856" y="1607"/>
                  </a:cubicBezTo>
                  <a:cubicBezTo>
                    <a:pt x="862" y="1592"/>
                    <a:pt x="854" y="1575"/>
                    <a:pt x="838" y="1569"/>
                  </a:cubicBezTo>
                  <a:cubicBezTo>
                    <a:pt x="822" y="1564"/>
                    <a:pt x="805" y="1572"/>
                    <a:pt x="800" y="1587"/>
                  </a:cubicBezTo>
                  <a:cubicBezTo>
                    <a:pt x="792" y="1609"/>
                    <a:pt x="784" y="1628"/>
                    <a:pt x="775" y="1645"/>
                  </a:cubicBezTo>
                  <a:cubicBezTo>
                    <a:pt x="609" y="1645"/>
                    <a:pt x="609" y="1645"/>
                    <a:pt x="609" y="1645"/>
                  </a:cubicBezTo>
                  <a:cubicBezTo>
                    <a:pt x="592" y="1645"/>
                    <a:pt x="579" y="1658"/>
                    <a:pt x="579" y="1675"/>
                  </a:cubicBezTo>
                  <a:cubicBezTo>
                    <a:pt x="579" y="1691"/>
                    <a:pt x="592" y="1705"/>
                    <a:pt x="609" y="1705"/>
                  </a:cubicBezTo>
                  <a:cubicBezTo>
                    <a:pt x="1439" y="1705"/>
                    <a:pt x="1439" y="1705"/>
                    <a:pt x="1439" y="1705"/>
                  </a:cubicBezTo>
                  <a:cubicBezTo>
                    <a:pt x="1456" y="1705"/>
                    <a:pt x="1469" y="1691"/>
                    <a:pt x="1469" y="1675"/>
                  </a:cubicBezTo>
                  <a:cubicBezTo>
                    <a:pt x="1469" y="1658"/>
                    <a:pt x="1456" y="1645"/>
                    <a:pt x="1439" y="1645"/>
                  </a:cubicBezTo>
                  <a:cubicBezTo>
                    <a:pt x="1273" y="1645"/>
                    <a:pt x="1273" y="1645"/>
                    <a:pt x="1273" y="1645"/>
                  </a:cubicBezTo>
                  <a:cubicBezTo>
                    <a:pt x="1237" y="1576"/>
                    <a:pt x="1215" y="1469"/>
                    <a:pt x="1205" y="1415"/>
                  </a:cubicBezTo>
                  <a:cubicBezTo>
                    <a:pt x="1941" y="1415"/>
                    <a:pt x="1941" y="1415"/>
                    <a:pt x="1941" y="1415"/>
                  </a:cubicBezTo>
                  <a:cubicBezTo>
                    <a:pt x="2000" y="1415"/>
                    <a:pt x="2048" y="1367"/>
                    <a:pt x="2048" y="1308"/>
                  </a:cubicBezTo>
                  <a:cubicBezTo>
                    <a:pt x="2048" y="106"/>
                    <a:pt x="2048" y="106"/>
                    <a:pt x="2048" y="106"/>
                  </a:cubicBezTo>
                  <a:cubicBezTo>
                    <a:pt x="2048" y="48"/>
                    <a:pt x="2000" y="0"/>
                    <a:pt x="1941" y="0"/>
                  </a:cubicBezTo>
                  <a:close/>
                  <a:moveTo>
                    <a:pt x="1988" y="1308"/>
                  </a:moveTo>
                  <a:cubicBezTo>
                    <a:pt x="1988" y="1334"/>
                    <a:pt x="1967" y="1355"/>
                    <a:pt x="1941" y="1355"/>
                  </a:cubicBezTo>
                  <a:cubicBezTo>
                    <a:pt x="107" y="1355"/>
                    <a:pt x="107" y="1355"/>
                    <a:pt x="107" y="1355"/>
                  </a:cubicBezTo>
                  <a:cubicBezTo>
                    <a:pt x="81" y="1355"/>
                    <a:pt x="60" y="1334"/>
                    <a:pt x="60" y="1308"/>
                  </a:cubicBezTo>
                  <a:cubicBezTo>
                    <a:pt x="60" y="1216"/>
                    <a:pt x="60" y="1216"/>
                    <a:pt x="60" y="1216"/>
                  </a:cubicBezTo>
                  <a:cubicBezTo>
                    <a:pt x="1988" y="1216"/>
                    <a:pt x="1988" y="1216"/>
                    <a:pt x="1988" y="1216"/>
                  </a:cubicBezTo>
                  <a:cubicBezTo>
                    <a:pt x="1988" y="1308"/>
                    <a:pt x="1988" y="1308"/>
                    <a:pt x="1988" y="1308"/>
                  </a:cubicBezTo>
                  <a:close/>
                  <a:moveTo>
                    <a:pt x="1988" y="1157"/>
                  </a:moveTo>
                  <a:cubicBezTo>
                    <a:pt x="1913" y="1157"/>
                    <a:pt x="1913" y="1157"/>
                    <a:pt x="1913" y="1157"/>
                  </a:cubicBezTo>
                  <a:cubicBezTo>
                    <a:pt x="1913" y="208"/>
                    <a:pt x="1913" y="208"/>
                    <a:pt x="1913" y="208"/>
                  </a:cubicBezTo>
                  <a:cubicBezTo>
                    <a:pt x="1913" y="170"/>
                    <a:pt x="1881" y="138"/>
                    <a:pt x="1843" y="138"/>
                  </a:cubicBezTo>
                  <a:cubicBezTo>
                    <a:pt x="1614" y="138"/>
                    <a:pt x="1614" y="138"/>
                    <a:pt x="1614" y="138"/>
                  </a:cubicBezTo>
                  <a:cubicBezTo>
                    <a:pt x="1597" y="138"/>
                    <a:pt x="1584" y="151"/>
                    <a:pt x="1584" y="168"/>
                  </a:cubicBezTo>
                  <a:cubicBezTo>
                    <a:pt x="1584" y="184"/>
                    <a:pt x="1597" y="198"/>
                    <a:pt x="1614" y="198"/>
                  </a:cubicBezTo>
                  <a:cubicBezTo>
                    <a:pt x="1843" y="198"/>
                    <a:pt x="1843" y="198"/>
                    <a:pt x="1843" y="198"/>
                  </a:cubicBezTo>
                  <a:cubicBezTo>
                    <a:pt x="1848" y="198"/>
                    <a:pt x="1853" y="203"/>
                    <a:pt x="1853" y="208"/>
                  </a:cubicBezTo>
                  <a:cubicBezTo>
                    <a:pt x="1853" y="1157"/>
                    <a:pt x="1853" y="1157"/>
                    <a:pt x="1853" y="1157"/>
                  </a:cubicBezTo>
                  <a:cubicBezTo>
                    <a:pt x="195" y="1157"/>
                    <a:pt x="195" y="1157"/>
                    <a:pt x="195" y="1157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3"/>
                    <a:pt x="200" y="198"/>
                    <a:pt x="206" y="198"/>
                  </a:cubicBezTo>
                  <a:cubicBezTo>
                    <a:pt x="1473" y="198"/>
                    <a:pt x="1473" y="198"/>
                    <a:pt x="1473" y="198"/>
                  </a:cubicBezTo>
                  <a:cubicBezTo>
                    <a:pt x="1490" y="198"/>
                    <a:pt x="1503" y="184"/>
                    <a:pt x="1503" y="168"/>
                  </a:cubicBezTo>
                  <a:cubicBezTo>
                    <a:pt x="1503" y="151"/>
                    <a:pt x="1490" y="138"/>
                    <a:pt x="1473" y="138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167" y="138"/>
                    <a:pt x="135" y="170"/>
                    <a:pt x="135" y="208"/>
                  </a:cubicBezTo>
                  <a:cubicBezTo>
                    <a:pt x="135" y="1157"/>
                    <a:pt x="135" y="1157"/>
                    <a:pt x="135" y="1157"/>
                  </a:cubicBezTo>
                  <a:cubicBezTo>
                    <a:pt x="60" y="1157"/>
                    <a:pt x="60" y="1157"/>
                    <a:pt x="60" y="1157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60" y="81"/>
                    <a:pt x="81" y="60"/>
                    <a:pt x="107" y="60"/>
                  </a:cubicBezTo>
                  <a:cubicBezTo>
                    <a:pt x="1941" y="60"/>
                    <a:pt x="1941" y="60"/>
                    <a:pt x="1941" y="60"/>
                  </a:cubicBezTo>
                  <a:cubicBezTo>
                    <a:pt x="1967" y="60"/>
                    <a:pt x="1988" y="81"/>
                    <a:pt x="1988" y="106"/>
                  </a:cubicBezTo>
                  <a:lnTo>
                    <a:pt x="1988" y="115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46">
              <a:extLst>
                <a:ext uri="{FF2B5EF4-FFF2-40B4-BE49-F238E27FC236}">
                  <a16:creationId xmlns:a16="http://schemas.microsoft.com/office/drawing/2014/main" id="{F8463A7B-FD3D-692B-F109-95C002E20EC9}"/>
                </a:ext>
              </a:extLst>
            </p:cNvPr>
            <p:cNvSpPr/>
            <p:nvPr/>
          </p:nvSpPr>
          <p:spPr>
            <a:xfrm>
              <a:off x="3547775" y="1395598"/>
              <a:ext cx="21072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37" y="60"/>
                  </a:move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0" y="233"/>
                    <a:pt x="67" y="233"/>
                  </a:cubicBezTo>
                  <a:cubicBezTo>
                    <a:pt x="83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3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6">
              <a:extLst>
                <a:ext uri="{FF2B5EF4-FFF2-40B4-BE49-F238E27FC236}">
                  <a16:creationId xmlns:a16="http://schemas.microsoft.com/office/drawing/2014/main" id="{72783400-4E52-6013-1ABA-14FC4814D2C5}"/>
                </a:ext>
              </a:extLst>
            </p:cNvPr>
            <p:cNvSpPr/>
            <p:nvPr/>
          </p:nvSpPr>
          <p:spPr>
            <a:xfrm>
              <a:off x="3596253" y="1460539"/>
              <a:ext cx="21072" cy="51368"/>
            </a:xfrm>
            <a:custGeom>
              <a:avLst/>
              <a:gdLst/>
              <a:ahLst/>
              <a:cxnLst/>
              <a:rect l="l" t="t" r="r" b="b"/>
              <a:pathLst>
                <a:path w="97" h="234" extrusionOk="0">
                  <a:moveTo>
                    <a:pt x="67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7" y="220"/>
                    <a:pt x="50" y="234"/>
                    <a:pt x="67" y="234"/>
                  </a:cubicBezTo>
                  <a:cubicBezTo>
                    <a:pt x="84" y="234"/>
                    <a:pt x="97" y="220"/>
                    <a:pt x="97" y="204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4"/>
                    <a:pt x="84" y="0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46">
              <a:extLst>
                <a:ext uri="{FF2B5EF4-FFF2-40B4-BE49-F238E27FC236}">
                  <a16:creationId xmlns:a16="http://schemas.microsoft.com/office/drawing/2014/main" id="{05BE418E-F1E7-5ACB-2F3C-A2085707FBFB}"/>
                </a:ext>
              </a:extLst>
            </p:cNvPr>
            <p:cNvSpPr/>
            <p:nvPr/>
          </p:nvSpPr>
          <p:spPr>
            <a:xfrm>
              <a:off x="3674915" y="1460539"/>
              <a:ext cx="21072" cy="51368"/>
            </a:xfrm>
            <a:custGeom>
              <a:avLst/>
              <a:gdLst/>
              <a:ahLst/>
              <a:cxnLst/>
              <a:rect l="l" t="t" r="r" b="b"/>
              <a:pathLst>
                <a:path w="97" h="234" extrusionOk="0">
                  <a:moveTo>
                    <a:pt x="67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7" y="220"/>
                    <a:pt x="50" y="234"/>
                    <a:pt x="67" y="234"/>
                  </a:cubicBezTo>
                  <a:cubicBezTo>
                    <a:pt x="83" y="234"/>
                    <a:pt x="97" y="220"/>
                    <a:pt x="97" y="204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4"/>
                    <a:pt x="83" y="0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46">
              <a:extLst>
                <a:ext uri="{FF2B5EF4-FFF2-40B4-BE49-F238E27FC236}">
                  <a16:creationId xmlns:a16="http://schemas.microsoft.com/office/drawing/2014/main" id="{AA6B6D32-4E26-5A25-878A-3851DF57D19D}"/>
                </a:ext>
              </a:extLst>
            </p:cNvPr>
            <p:cNvSpPr/>
            <p:nvPr/>
          </p:nvSpPr>
          <p:spPr>
            <a:xfrm>
              <a:off x="3711502" y="1460539"/>
              <a:ext cx="21072" cy="51368"/>
            </a:xfrm>
            <a:custGeom>
              <a:avLst/>
              <a:gdLst/>
              <a:ahLst/>
              <a:cxnLst/>
              <a:rect l="l" t="t" r="r" b="b"/>
              <a:pathLst>
                <a:path w="97" h="234" extrusionOk="0">
                  <a:moveTo>
                    <a:pt x="67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7" y="220"/>
                    <a:pt x="51" y="234"/>
                    <a:pt x="67" y="234"/>
                  </a:cubicBezTo>
                  <a:cubicBezTo>
                    <a:pt x="84" y="234"/>
                    <a:pt x="97" y="220"/>
                    <a:pt x="97" y="204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4"/>
                    <a:pt x="84" y="0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46">
              <a:extLst>
                <a:ext uri="{FF2B5EF4-FFF2-40B4-BE49-F238E27FC236}">
                  <a16:creationId xmlns:a16="http://schemas.microsoft.com/office/drawing/2014/main" id="{FD5929E0-57B0-C4E5-40A6-9299A2E666EA}"/>
                </a:ext>
              </a:extLst>
            </p:cNvPr>
            <p:cNvSpPr/>
            <p:nvPr/>
          </p:nvSpPr>
          <p:spPr>
            <a:xfrm>
              <a:off x="3628267" y="1395598"/>
              <a:ext cx="21072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67" y="233"/>
                  </a:moveTo>
                  <a:cubicBezTo>
                    <a:pt x="84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4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1" y="233"/>
                    <a:pt x="67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6">
              <a:extLst>
                <a:ext uri="{FF2B5EF4-FFF2-40B4-BE49-F238E27FC236}">
                  <a16:creationId xmlns:a16="http://schemas.microsoft.com/office/drawing/2014/main" id="{AADEC532-9BD0-7E05-BB3C-811630DC3EEA}"/>
                </a:ext>
              </a:extLst>
            </p:cNvPr>
            <p:cNvSpPr/>
            <p:nvPr/>
          </p:nvSpPr>
          <p:spPr>
            <a:xfrm>
              <a:off x="3504786" y="1394683"/>
              <a:ext cx="34758" cy="52904"/>
            </a:xfrm>
            <a:custGeom>
              <a:avLst/>
              <a:gdLst/>
              <a:ahLst/>
              <a:cxnLst/>
              <a:rect l="l" t="t" r="r" b="b"/>
              <a:pathLst>
                <a:path w="160" h="241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5"/>
                    <a:pt x="36" y="241"/>
                    <a:pt x="80" y="241"/>
                  </a:cubicBezTo>
                  <a:cubicBezTo>
                    <a:pt x="124" y="241"/>
                    <a:pt x="160" y="205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1"/>
                    <a:pt x="80" y="181"/>
                  </a:cubicBezTo>
                  <a:cubicBezTo>
                    <a:pt x="69" y="181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6">
              <a:extLst>
                <a:ext uri="{FF2B5EF4-FFF2-40B4-BE49-F238E27FC236}">
                  <a16:creationId xmlns:a16="http://schemas.microsoft.com/office/drawing/2014/main" id="{9AA2103F-61DE-738E-2BFB-37C371791F1B}"/>
                </a:ext>
              </a:extLst>
            </p:cNvPr>
            <p:cNvSpPr/>
            <p:nvPr/>
          </p:nvSpPr>
          <p:spPr>
            <a:xfrm>
              <a:off x="3504786" y="1459624"/>
              <a:ext cx="34758" cy="53234"/>
            </a:xfrm>
            <a:custGeom>
              <a:avLst/>
              <a:gdLst/>
              <a:ahLst/>
              <a:cxnLst/>
              <a:rect l="l" t="t" r="r" b="b"/>
              <a:pathLst>
                <a:path w="160" h="240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4"/>
                    <a:pt x="36" y="240"/>
                    <a:pt x="80" y="240"/>
                  </a:cubicBezTo>
                  <a:cubicBezTo>
                    <a:pt x="124" y="240"/>
                    <a:pt x="160" y="204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0"/>
                    <a:pt x="80" y="180"/>
                  </a:cubicBezTo>
                  <a:cubicBezTo>
                    <a:pt x="69" y="180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6">
              <a:extLst>
                <a:ext uri="{FF2B5EF4-FFF2-40B4-BE49-F238E27FC236}">
                  <a16:creationId xmlns:a16="http://schemas.microsoft.com/office/drawing/2014/main" id="{C495FD67-B251-7152-C154-3168DA9B3E62}"/>
                </a:ext>
              </a:extLst>
            </p:cNvPr>
            <p:cNvSpPr/>
            <p:nvPr/>
          </p:nvSpPr>
          <p:spPr>
            <a:xfrm>
              <a:off x="3551434" y="1459624"/>
              <a:ext cx="34607" cy="53234"/>
            </a:xfrm>
            <a:custGeom>
              <a:avLst/>
              <a:gdLst/>
              <a:ahLst/>
              <a:cxnLst/>
              <a:rect l="l" t="t" r="r" b="b"/>
              <a:pathLst>
                <a:path w="161" h="240" extrusionOk="0">
                  <a:moveTo>
                    <a:pt x="81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4"/>
                    <a:pt x="36" y="240"/>
                    <a:pt x="81" y="240"/>
                  </a:cubicBezTo>
                  <a:cubicBezTo>
                    <a:pt x="125" y="240"/>
                    <a:pt x="161" y="204"/>
                    <a:pt x="161" y="160"/>
                  </a:cubicBezTo>
                  <a:cubicBezTo>
                    <a:pt x="161" y="80"/>
                    <a:pt x="161" y="80"/>
                    <a:pt x="161" y="80"/>
                  </a:cubicBezTo>
                  <a:cubicBezTo>
                    <a:pt x="161" y="36"/>
                    <a:pt x="125" y="0"/>
                    <a:pt x="81" y="0"/>
                  </a:cubicBezTo>
                  <a:close/>
                  <a:moveTo>
                    <a:pt x="101" y="160"/>
                  </a:moveTo>
                  <a:cubicBezTo>
                    <a:pt x="101" y="171"/>
                    <a:pt x="92" y="180"/>
                    <a:pt x="81" y="180"/>
                  </a:cubicBezTo>
                  <a:cubicBezTo>
                    <a:pt x="69" y="180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1" y="60"/>
                  </a:cubicBezTo>
                  <a:cubicBezTo>
                    <a:pt x="92" y="60"/>
                    <a:pt x="101" y="69"/>
                    <a:pt x="101" y="80"/>
                  </a:cubicBezTo>
                  <a:lnTo>
                    <a:pt x="101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46">
              <a:extLst>
                <a:ext uri="{FF2B5EF4-FFF2-40B4-BE49-F238E27FC236}">
                  <a16:creationId xmlns:a16="http://schemas.microsoft.com/office/drawing/2014/main" id="{C4DF9D82-444F-5774-2F1C-952997CD75AF}"/>
                </a:ext>
              </a:extLst>
            </p:cNvPr>
            <p:cNvSpPr/>
            <p:nvPr/>
          </p:nvSpPr>
          <p:spPr>
            <a:xfrm>
              <a:off x="3629181" y="1459624"/>
              <a:ext cx="35855" cy="53234"/>
            </a:xfrm>
            <a:custGeom>
              <a:avLst/>
              <a:gdLst/>
              <a:ahLst/>
              <a:cxnLst/>
              <a:rect l="l" t="t" r="r" b="b"/>
              <a:pathLst>
                <a:path w="160" h="240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4"/>
                    <a:pt x="36" y="240"/>
                    <a:pt x="80" y="240"/>
                  </a:cubicBezTo>
                  <a:cubicBezTo>
                    <a:pt x="124" y="240"/>
                    <a:pt x="160" y="204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0"/>
                    <a:pt x="80" y="180"/>
                  </a:cubicBezTo>
                  <a:cubicBezTo>
                    <a:pt x="69" y="180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6">
              <a:extLst>
                <a:ext uri="{FF2B5EF4-FFF2-40B4-BE49-F238E27FC236}">
                  <a16:creationId xmlns:a16="http://schemas.microsoft.com/office/drawing/2014/main" id="{8B210D96-5F4A-DBEB-3445-62CE1C873572}"/>
                </a:ext>
              </a:extLst>
            </p:cNvPr>
            <p:cNvSpPr/>
            <p:nvPr/>
          </p:nvSpPr>
          <p:spPr>
            <a:xfrm>
              <a:off x="3791079" y="1460539"/>
              <a:ext cx="21959" cy="51368"/>
            </a:xfrm>
            <a:custGeom>
              <a:avLst/>
              <a:gdLst/>
              <a:ahLst/>
              <a:cxnLst/>
              <a:rect l="l" t="t" r="r" b="b"/>
              <a:pathLst>
                <a:path w="97" h="234" extrusionOk="0">
                  <a:moveTo>
                    <a:pt x="30" y="60"/>
                  </a:moveTo>
                  <a:cubicBezTo>
                    <a:pt x="37" y="60"/>
                    <a:pt x="37" y="60"/>
                    <a:pt x="37" y="60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7" y="220"/>
                    <a:pt x="50" y="234"/>
                    <a:pt x="67" y="234"/>
                  </a:cubicBezTo>
                  <a:cubicBezTo>
                    <a:pt x="84" y="234"/>
                    <a:pt x="97" y="220"/>
                    <a:pt x="97" y="204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4"/>
                    <a:pt x="84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6">
              <a:extLst>
                <a:ext uri="{FF2B5EF4-FFF2-40B4-BE49-F238E27FC236}">
                  <a16:creationId xmlns:a16="http://schemas.microsoft.com/office/drawing/2014/main" id="{2E40454B-7954-04C2-983B-14CF34389D24}"/>
                </a:ext>
              </a:extLst>
            </p:cNvPr>
            <p:cNvSpPr/>
            <p:nvPr/>
          </p:nvSpPr>
          <p:spPr>
            <a:xfrm>
              <a:off x="3748089" y="1459624"/>
              <a:ext cx="34758" cy="53234"/>
            </a:xfrm>
            <a:custGeom>
              <a:avLst/>
              <a:gdLst/>
              <a:ahLst/>
              <a:cxnLst/>
              <a:rect l="l" t="t" r="r" b="b"/>
              <a:pathLst>
                <a:path w="160" h="240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4"/>
                    <a:pt x="36" y="240"/>
                    <a:pt x="80" y="240"/>
                  </a:cubicBezTo>
                  <a:cubicBezTo>
                    <a:pt x="124" y="240"/>
                    <a:pt x="160" y="204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0"/>
                    <a:pt x="80" y="180"/>
                  </a:cubicBezTo>
                  <a:cubicBezTo>
                    <a:pt x="69" y="180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6">
              <a:extLst>
                <a:ext uri="{FF2B5EF4-FFF2-40B4-BE49-F238E27FC236}">
                  <a16:creationId xmlns:a16="http://schemas.microsoft.com/office/drawing/2014/main" id="{0257DC3A-38B8-8540-F7F2-132840B519C9}"/>
                </a:ext>
              </a:extLst>
            </p:cNvPr>
            <p:cNvSpPr/>
            <p:nvPr/>
          </p:nvSpPr>
          <p:spPr>
            <a:xfrm>
              <a:off x="3596253" y="1328827"/>
              <a:ext cx="21072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67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0" y="233"/>
                    <a:pt x="67" y="233"/>
                  </a:cubicBezTo>
                  <a:cubicBezTo>
                    <a:pt x="84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4" y="0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6">
              <a:extLst>
                <a:ext uri="{FF2B5EF4-FFF2-40B4-BE49-F238E27FC236}">
                  <a16:creationId xmlns:a16="http://schemas.microsoft.com/office/drawing/2014/main" id="{F546C2CB-1A9D-4058-0AA6-4191ED6D336F}"/>
                </a:ext>
              </a:extLst>
            </p:cNvPr>
            <p:cNvSpPr/>
            <p:nvPr/>
          </p:nvSpPr>
          <p:spPr>
            <a:xfrm>
              <a:off x="3674915" y="1328827"/>
              <a:ext cx="21072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30" y="60"/>
                  </a:move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0" y="233"/>
                    <a:pt x="67" y="233"/>
                  </a:cubicBezTo>
                  <a:cubicBezTo>
                    <a:pt x="83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3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6">
              <a:extLst>
                <a:ext uri="{FF2B5EF4-FFF2-40B4-BE49-F238E27FC236}">
                  <a16:creationId xmlns:a16="http://schemas.microsoft.com/office/drawing/2014/main" id="{090D2250-D549-7AE0-8EED-637C177EFCA2}"/>
                </a:ext>
              </a:extLst>
            </p:cNvPr>
            <p:cNvSpPr/>
            <p:nvPr/>
          </p:nvSpPr>
          <p:spPr>
            <a:xfrm>
              <a:off x="3711502" y="1328827"/>
              <a:ext cx="21072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30" y="60"/>
                  </a:move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1" y="233"/>
                    <a:pt x="67" y="233"/>
                  </a:cubicBezTo>
                  <a:cubicBezTo>
                    <a:pt x="84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4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6">
              <a:extLst>
                <a:ext uri="{FF2B5EF4-FFF2-40B4-BE49-F238E27FC236}">
                  <a16:creationId xmlns:a16="http://schemas.microsoft.com/office/drawing/2014/main" id="{85AB5369-1AB7-AD97-871A-81A7D102ABDA}"/>
                </a:ext>
              </a:extLst>
            </p:cNvPr>
            <p:cNvSpPr/>
            <p:nvPr/>
          </p:nvSpPr>
          <p:spPr>
            <a:xfrm>
              <a:off x="3504786" y="1327912"/>
              <a:ext cx="34758" cy="52904"/>
            </a:xfrm>
            <a:custGeom>
              <a:avLst/>
              <a:gdLst/>
              <a:ahLst/>
              <a:cxnLst/>
              <a:rect l="l" t="t" r="r" b="b"/>
              <a:pathLst>
                <a:path w="160" h="241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205"/>
                    <a:pt x="36" y="241"/>
                    <a:pt x="80" y="241"/>
                  </a:cubicBezTo>
                  <a:cubicBezTo>
                    <a:pt x="124" y="241"/>
                    <a:pt x="160" y="205"/>
                    <a:pt x="160" y="161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1"/>
                  </a:moveTo>
                  <a:cubicBezTo>
                    <a:pt x="100" y="172"/>
                    <a:pt x="91" y="181"/>
                    <a:pt x="80" y="181"/>
                  </a:cubicBezTo>
                  <a:cubicBezTo>
                    <a:pt x="69" y="181"/>
                    <a:pt x="60" y="172"/>
                    <a:pt x="60" y="161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6">
              <a:extLst>
                <a:ext uri="{FF2B5EF4-FFF2-40B4-BE49-F238E27FC236}">
                  <a16:creationId xmlns:a16="http://schemas.microsoft.com/office/drawing/2014/main" id="{5630453B-2AA3-4F30-3BB9-BBA453BE3D62}"/>
                </a:ext>
              </a:extLst>
            </p:cNvPr>
            <p:cNvSpPr/>
            <p:nvPr/>
          </p:nvSpPr>
          <p:spPr>
            <a:xfrm>
              <a:off x="3551434" y="1327912"/>
              <a:ext cx="34607" cy="52904"/>
            </a:xfrm>
            <a:custGeom>
              <a:avLst/>
              <a:gdLst/>
              <a:ahLst/>
              <a:cxnLst/>
              <a:rect l="l" t="t" r="r" b="b"/>
              <a:pathLst>
                <a:path w="161" h="241" extrusionOk="0">
                  <a:moveTo>
                    <a:pt x="81" y="241"/>
                  </a:moveTo>
                  <a:cubicBezTo>
                    <a:pt x="125" y="241"/>
                    <a:pt x="161" y="205"/>
                    <a:pt x="161" y="161"/>
                  </a:cubicBezTo>
                  <a:cubicBezTo>
                    <a:pt x="161" y="80"/>
                    <a:pt x="161" y="80"/>
                    <a:pt x="161" y="80"/>
                  </a:cubicBezTo>
                  <a:cubicBezTo>
                    <a:pt x="161" y="36"/>
                    <a:pt x="125" y="0"/>
                    <a:pt x="81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205"/>
                    <a:pt x="36" y="241"/>
                    <a:pt x="81" y="241"/>
                  </a:cubicBezTo>
                  <a:close/>
                  <a:moveTo>
                    <a:pt x="60" y="80"/>
                  </a:moveTo>
                  <a:cubicBezTo>
                    <a:pt x="60" y="69"/>
                    <a:pt x="69" y="60"/>
                    <a:pt x="81" y="60"/>
                  </a:cubicBezTo>
                  <a:cubicBezTo>
                    <a:pt x="92" y="60"/>
                    <a:pt x="101" y="69"/>
                    <a:pt x="101" y="80"/>
                  </a:cubicBezTo>
                  <a:cubicBezTo>
                    <a:pt x="101" y="161"/>
                    <a:pt x="101" y="161"/>
                    <a:pt x="101" y="161"/>
                  </a:cubicBezTo>
                  <a:cubicBezTo>
                    <a:pt x="101" y="172"/>
                    <a:pt x="92" y="181"/>
                    <a:pt x="81" y="181"/>
                  </a:cubicBezTo>
                  <a:cubicBezTo>
                    <a:pt x="69" y="181"/>
                    <a:pt x="60" y="172"/>
                    <a:pt x="60" y="161"/>
                  </a:cubicBezTo>
                  <a:lnTo>
                    <a:pt x="60" y="8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6">
              <a:extLst>
                <a:ext uri="{FF2B5EF4-FFF2-40B4-BE49-F238E27FC236}">
                  <a16:creationId xmlns:a16="http://schemas.microsoft.com/office/drawing/2014/main" id="{1BD9D686-15B4-3454-BA44-5819AC1298AF}"/>
                </a:ext>
              </a:extLst>
            </p:cNvPr>
            <p:cNvSpPr/>
            <p:nvPr/>
          </p:nvSpPr>
          <p:spPr>
            <a:xfrm>
              <a:off x="3629181" y="1327912"/>
              <a:ext cx="35855" cy="52904"/>
            </a:xfrm>
            <a:custGeom>
              <a:avLst/>
              <a:gdLst/>
              <a:ahLst/>
              <a:cxnLst/>
              <a:rect l="l" t="t" r="r" b="b"/>
              <a:pathLst>
                <a:path w="160" h="241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205"/>
                    <a:pt x="36" y="241"/>
                    <a:pt x="80" y="241"/>
                  </a:cubicBezTo>
                  <a:cubicBezTo>
                    <a:pt x="124" y="241"/>
                    <a:pt x="160" y="205"/>
                    <a:pt x="160" y="161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1"/>
                  </a:moveTo>
                  <a:cubicBezTo>
                    <a:pt x="100" y="172"/>
                    <a:pt x="91" y="181"/>
                    <a:pt x="80" y="181"/>
                  </a:cubicBezTo>
                  <a:cubicBezTo>
                    <a:pt x="69" y="181"/>
                    <a:pt x="60" y="172"/>
                    <a:pt x="60" y="161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46">
              <a:extLst>
                <a:ext uri="{FF2B5EF4-FFF2-40B4-BE49-F238E27FC236}">
                  <a16:creationId xmlns:a16="http://schemas.microsoft.com/office/drawing/2014/main" id="{815DEE70-AEAE-F744-6379-BA5E60D5A521}"/>
                </a:ext>
              </a:extLst>
            </p:cNvPr>
            <p:cNvSpPr/>
            <p:nvPr/>
          </p:nvSpPr>
          <p:spPr>
            <a:xfrm>
              <a:off x="3791079" y="1328827"/>
              <a:ext cx="21959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30" y="60"/>
                  </a:move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0" y="233"/>
                    <a:pt x="67" y="233"/>
                  </a:cubicBezTo>
                  <a:cubicBezTo>
                    <a:pt x="84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4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6">
              <a:extLst>
                <a:ext uri="{FF2B5EF4-FFF2-40B4-BE49-F238E27FC236}">
                  <a16:creationId xmlns:a16="http://schemas.microsoft.com/office/drawing/2014/main" id="{A79D9F11-53C6-EE67-00CA-BD48BBE96FB5}"/>
                </a:ext>
              </a:extLst>
            </p:cNvPr>
            <p:cNvSpPr/>
            <p:nvPr/>
          </p:nvSpPr>
          <p:spPr>
            <a:xfrm>
              <a:off x="3748089" y="1327912"/>
              <a:ext cx="34758" cy="52904"/>
            </a:xfrm>
            <a:custGeom>
              <a:avLst/>
              <a:gdLst/>
              <a:ahLst/>
              <a:cxnLst/>
              <a:rect l="l" t="t" r="r" b="b"/>
              <a:pathLst>
                <a:path w="160" h="241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205"/>
                    <a:pt x="36" y="241"/>
                    <a:pt x="80" y="241"/>
                  </a:cubicBezTo>
                  <a:cubicBezTo>
                    <a:pt x="124" y="241"/>
                    <a:pt x="160" y="205"/>
                    <a:pt x="160" y="161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1"/>
                  </a:moveTo>
                  <a:cubicBezTo>
                    <a:pt x="100" y="172"/>
                    <a:pt x="91" y="181"/>
                    <a:pt x="80" y="181"/>
                  </a:cubicBezTo>
                  <a:cubicBezTo>
                    <a:pt x="69" y="181"/>
                    <a:pt x="60" y="172"/>
                    <a:pt x="60" y="161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1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6">
              <a:extLst>
                <a:ext uri="{FF2B5EF4-FFF2-40B4-BE49-F238E27FC236}">
                  <a16:creationId xmlns:a16="http://schemas.microsoft.com/office/drawing/2014/main" id="{85EE60B4-093D-9F39-667C-F1F16482DDEC}"/>
                </a:ext>
              </a:extLst>
            </p:cNvPr>
            <p:cNvSpPr/>
            <p:nvPr/>
          </p:nvSpPr>
          <p:spPr>
            <a:xfrm>
              <a:off x="3582533" y="1394683"/>
              <a:ext cx="34758" cy="52904"/>
            </a:xfrm>
            <a:custGeom>
              <a:avLst/>
              <a:gdLst/>
              <a:ahLst/>
              <a:cxnLst/>
              <a:rect l="l" t="t" r="r" b="b"/>
              <a:pathLst>
                <a:path w="160" h="241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5"/>
                    <a:pt x="36" y="241"/>
                    <a:pt x="80" y="241"/>
                  </a:cubicBezTo>
                  <a:cubicBezTo>
                    <a:pt x="124" y="241"/>
                    <a:pt x="160" y="205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1"/>
                    <a:pt x="80" y="181"/>
                  </a:cubicBezTo>
                  <a:cubicBezTo>
                    <a:pt x="69" y="181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46">
              <a:extLst>
                <a:ext uri="{FF2B5EF4-FFF2-40B4-BE49-F238E27FC236}">
                  <a16:creationId xmlns:a16="http://schemas.microsoft.com/office/drawing/2014/main" id="{D2C90DB1-5C0A-4359-DF39-92BC6F4BCA13}"/>
                </a:ext>
              </a:extLst>
            </p:cNvPr>
            <p:cNvSpPr/>
            <p:nvPr/>
          </p:nvSpPr>
          <p:spPr>
            <a:xfrm>
              <a:off x="3759065" y="1395598"/>
              <a:ext cx="21072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67" y="233"/>
                  </a:moveTo>
                  <a:cubicBezTo>
                    <a:pt x="83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3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0" y="233"/>
                    <a:pt x="67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6">
              <a:extLst>
                <a:ext uri="{FF2B5EF4-FFF2-40B4-BE49-F238E27FC236}">
                  <a16:creationId xmlns:a16="http://schemas.microsoft.com/office/drawing/2014/main" id="{A26095CA-766C-856A-5850-4CC3E53AB795}"/>
                </a:ext>
              </a:extLst>
            </p:cNvPr>
            <p:cNvSpPr/>
            <p:nvPr/>
          </p:nvSpPr>
          <p:spPr>
            <a:xfrm>
              <a:off x="3791079" y="1395598"/>
              <a:ext cx="21959" cy="51148"/>
            </a:xfrm>
            <a:custGeom>
              <a:avLst/>
              <a:gdLst/>
              <a:ahLst/>
              <a:cxnLst/>
              <a:rect l="l" t="t" r="r" b="b"/>
              <a:pathLst>
                <a:path w="97" h="233" extrusionOk="0">
                  <a:moveTo>
                    <a:pt x="30" y="60"/>
                  </a:moveTo>
                  <a:cubicBezTo>
                    <a:pt x="37" y="60"/>
                    <a:pt x="37" y="60"/>
                    <a:pt x="37" y="60"/>
                  </a:cubicBezTo>
                  <a:cubicBezTo>
                    <a:pt x="37" y="203"/>
                    <a:pt x="37" y="203"/>
                    <a:pt x="37" y="203"/>
                  </a:cubicBezTo>
                  <a:cubicBezTo>
                    <a:pt x="37" y="220"/>
                    <a:pt x="50" y="233"/>
                    <a:pt x="67" y="233"/>
                  </a:cubicBezTo>
                  <a:cubicBezTo>
                    <a:pt x="84" y="233"/>
                    <a:pt x="97" y="220"/>
                    <a:pt x="97" y="203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13"/>
                    <a:pt x="84" y="0"/>
                    <a:pt x="6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6">
              <a:extLst>
                <a:ext uri="{FF2B5EF4-FFF2-40B4-BE49-F238E27FC236}">
                  <a16:creationId xmlns:a16="http://schemas.microsoft.com/office/drawing/2014/main" id="{FEB27A2C-5047-7286-5300-267F32DC6D10}"/>
                </a:ext>
              </a:extLst>
            </p:cNvPr>
            <p:cNvSpPr/>
            <p:nvPr/>
          </p:nvSpPr>
          <p:spPr>
            <a:xfrm>
              <a:off x="3665768" y="1394683"/>
              <a:ext cx="34758" cy="52904"/>
            </a:xfrm>
            <a:custGeom>
              <a:avLst/>
              <a:gdLst/>
              <a:ahLst/>
              <a:cxnLst/>
              <a:rect l="l" t="t" r="r" b="b"/>
              <a:pathLst>
                <a:path w="160" h="241" extrusionOk="0">
                  <a:moveTo>
                    <a:pt x="80" y="0"/>
                  </a:moveTo>
                  <a:cubicBezTo>
                    <a:pt x="36" y="0"/>
                    <a:pt x="0" y="36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5"/>
                    <a:pt x="36" y="241"/>
                    <a:pt x="80" y="241"/>
                  </a:cubicBezTo>
                  <a:cubicBezTo>
                    <a:pt x="124" y="241"/>
                    <a:pt x="160" y="205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6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1"/>
                    <a:pt x="80" y="181"/>
                  </a:cubicBezTo>
                  <a:cubicBezTo>
                    <a:pt x="69" y="181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6">
              <a:extLst>
                <a:ext uri="{FF2B5EF4-FFF2-40B4-BE49-F238E27FC236}">
                  <a16:creationId xmlns:a16="http://schemas.microsoft.com/office/drawing/2014/main" id="{DB98C44E-ED44-46C2-3D50-8D05BB5CE152}"/>
                </a:ext>
              </a:extLst>
            </p:cNvPr>
            <p:cNvSpPr/>
            <p:nvPr/>
          </p:nvSpPr>
          <p:spPr>
            <a:xfrm>
              <a:off x="3712417" y="1393768"/>
              <a:ext cx="34758" cy="52136"/>
            </a:xfrm>
            <a:custGeom>
              <a:avLst/>
              <a:gdLst/>
              <a:ahLst/>
              <a:cxnLst/>
              <a:rect l="l" t="t" r="r" b="b"/>
              <a:pathLst>
                <a:path w="160" h="240" extrusionOk="0">
                  <a:moveTo>
                    <a:pt x="80" y="0"/>
                  </a:moveTo>
                  <a:cubicBezTo>
                    <a:pt x="36" y="0"/>
                    <a:pt x="0" y="35"/>
                    <a:pt x="0" y="8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04"/>
                    <a:pt x="36" y="240"/>
                    <a:pt x="80" y="240"/>
                  </a:cubicBezTo>
                  <a:cubicBezTo>
                    <a:pt x="124" y="240"/>
                    <a:pt x="160" y="204"/>
                    <a:pt x="160" y="16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35"/>
                    <a:pt x="124" y="0"/>
                    <a:pt x="80" y="0"/>
                  </a:cubicBezTo>
                  <a:close/>
                  <a:moveTo>
                    <a:pt x="100" y="160"/>
                  </a:moveTo>
                  <a:cubicBezTo>
                    <a:pt x="100" y="171"/>
                    <a:pt x="91" y="180"/>
                    <a:pt x="80" y="180"/>
                  </a:cubicBezTo>
                  <a:cubicBezTo>
                    <a:pt x="69" y="180"/>
                    <a:pt x="60" y="171"/>
                    <a:pt x="60" y="1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69"/>
                    <a:pt x="69" y="60"/>
                    <a:pt x="80" y="60"/>
                  </a:cubicBezTo>
                  <a:cubicBezTo>
                    <a:pt x="91" y="60"/>
                    <a:pt x="100" y="69"/>
                    <a:pt x="100" y="80"/>
                  </a:cubicBezTo>
                  <a:lnTo>
                    <a:pt x="100" y="16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0784;p87">
            <a:extLst>
              <a:ext uri="{FF2B5EF4-FFF2-40B4-BE49-F238E27FC236}">
                <a16:creationId xmlns:a16="http://schemas.microsoft.com/office/drawing/2014/main" id="{08A769F4-5841-B217-6625-8B8D8197EC17}"/>
              </a:ext>
            </a:extLst>
          </p:cNvPr>
          <p:cNvSpPr/>
          <p:nvPr/>
        </p:nvSpPr>
        <p:spPr>
          <a:xfrm>
            <a:off x="1755687" y="1968059"/>
            <a:ext cx="358464" cy="356808"/>
          </a:xfrm>
          <a:custGeom>
            <a:avLst/>
            <a:gdLst/>
            <a:ahLst/>
            <a:cxnLst/>
            <a:rect l="l" t="t" r="r" b="b"/>
            <a:pathLst>
              <a:path w="11253" h="11201" extrusionOk="0">
                <a:moveTo>
                  <a:pt x="9133" y="0"/>
                </a:moveTo>
                <a:cubicBezTo>
                  <a:pt x="8990" y="0"/>
                  <a:pt x="8847" y="60"/>
                  <a:pt x="8740" y="167"/>
                </a:cubicBezTo>
                <a:lnTo>
                  <a:pt x="322" y="8584"/>
                </a:lnTo>
                <a:cubicBezTo>
                  <a:pt x="1" y="8894"/>
                  <a:pt x="1" y="9263"/>
                  <a:pt x="215" y="9465"/>
                </a:cubicBezTo>
                <a:lnTo>
                  <a:pt x="1787" y="11049"/>
                </a:lnTo>
                <a:cubicBezTo>
                  <a:pt x="1894" y="11150"/>
                  <a:pt x="2037" y="11201"/>
                  <a:pt x="2178" y="11201"/>
                </a:cubicBezTo>
                <a:cubicBezTo>
                  <a:pt x="2320" y="11201"/>
                  <a:pt x="2460" y="11150"/>
                  <a:pt x="2561" y="11049"/>
                </a:cubicBezTo>
                <a:lnTo>
                  <a:pt x="9371" y="4239"/>
                </a:lnTo>
                <a:cubicBezTo>
                  <a:pt x="9431" y="4179"/>
                  <a:pt x="9431" y="4084"/>
                  <a:pt x="9371" y="4001"/>
                </a:cubicBezTo>
                <a:cubicBezTo>
                  <a:pt x="9341" y="3971"/>
                  <a:pt x="9300" y="3956"/>
                  <a:pt x="9257" y="3956"/>
                </a:cubicBezTo>
                <a:cubicBezTo>
                  <a:pt x="9213" y="3956"/>
                  <a:pt x="9169" y="3971"/>
                  <a:pt x="9133" y="4001"/>
                </a:cubicBezTo>
                <a:lnTo>
                  <a:pt x="2323" y="10811"/>
                </a:lnTo>
                <a:cubicBezTo>
                  <a:pt x="2281" y="10853"/>
                  <a:pt x="2227" y="10873"/>
                  <a:pt x="2172" y="10873"/>
                </a:cubicBezTo>
                <a:cubicBezTo>
                  <a:pt x="2117" y="10873"/>
                  <a:pt x="2061" y="10853"/>
                  <a:pt x="2013" y="10811"/>
                </a:cubicBezTo>
                <a:lnTo>
                  <a:pt x="453" y="9227"/>
                </a:lnTo>
                <a:cubicBezTo>
                  <a:pt x="358" y="9144"/>
                  <a:pt x="358" y="9001"/>
                  <a:pt x="453" y="8918"/>
                </a:cubicBezTo>
                <a:lnTo>
                  <a:pt x="703" y="8656"/>
                </a:lnTo>
                <a:lnTo>
                  <a:pt x="1096" y="9049"/>
                </a:lnTo>
                <a:cubicBezTo>
                  <a:pt x="1126" y="9079"/>
                  <a:pt x="1165" y="9093"/>
                  <a:pt x="1206" y="9093"/>
                </a:cubicBezTo>
                <a:cubicBezTo>
                  <a:pt x="1248" y="9093"/>
                  <a:pt x="1293" y="9079"/>
                  <a:pt x="1334" y="9049"/>
                </a:cubicBezTo>
                <a:cubicBezTo>
                  <a:pt x="1394" y="8989"/>
                  <a:pt x="1394" y="8882"/>
                  <a:pt x="1334" y="8811"/>
                </a:cubicBezTo>
                <a:lnTo>
                  <a:pt x="942" y="8418"/>
                </a:lnTo>
                <a:lnTo>
                  <a:pt x="1477" y="7882"/>
                </a:lnTo>
                <a:lnTo>
                  <a:pt x="1870" y="8275"/>
                </a:lnTo>
                <a:cubicBezTo>
                  <a:pt x="1900" y="8305"/>
                  <a:pt x="1939" y="8319"/>
                  <a:pt x="1980" y="8319"/>
                </a:cubicBezTo>
                <a:cubicBezTo>
                  <a:pt x="2022" y="8319"/>
                  <a:pt x="2067" y="8305"/>
                  <a:pt x="2108" y="8275"/>
                </a:cubicBezTo>
                <a:cubicBezTo>
                  <a:pt x="2168" y="8215"/>
                  <a:pt x="2168" y="8108"/>
                  <a:pt x="2108" y="8037"/>
                </a:cubicBezTo>
                <a:lnTo>
                  <a:pt x="1715" y="7644"/>
                </a:lnTo>
                <a:lnTo>
                  <a:pt x="2251" y="7108"/>
                </a:lnTo>
                <a:lnTo>
                  <a:pt x="2858" y="7727"/>
                </a:lnTo>
                <a:cubicBezTo>
                  <a:pt x="2888" y="7757"/>
                  <a:pt x="2930" y="7772"/>
                  <a:pt x="2973" y="7772"/>
                </a:cubicBezTo>
                <a:cubicBezTo>
                  <a:pt x="3016" y="7772"/>
                  <a:pt x="3061" y="7757"/>
                  <a:pt x="3097" y="7727"/>
                </a:cubicBezTo>
                <a:cubicBezTo>
                  <a:pt x="3156" y="7668"/>
                  <a:pt x="3156" y="7560"/>
                  <a:pt x="3097" y="7489"/>
                </a:cubicBezTo>
                <a:lnTo>
                  <a:pt x="2489" y="6870"/>
                </a:lnTo>
                <a:lnTo>
                  <a:pt x="3025" y="6334"/>
                </a:lnTo>
                <a:lnTo>
                  <a:pt x="3418" y="6727"/>
                </a:lnTo>
                <a:cubicBezTo>
                  <a:pt x="3448" y="6757"/>
                  <a:pt x="3487" y="6772"/>
                  <a:pt x="3528" y="6772"/>
                </a:cubicBezTo>
                <a:cubicBezTo>
                  <a:pt x="3570" y="6772"/>
                  <a:pt x="3614" y="6757"/>
                  <a:pt x="3656" y="6727"/>
                </a:cubicBezTo>
                <a:cubicBezTo>
                  <a:pt x="3716" y="6668"/>
                  <a:pt x="3716" y="6560"/>
                  <a:pt x="3656" y="6489"/>
                </a:cubicBezTo>
                <a:lnTo>
                  <a:pt x="3263" y="6096"/>
                </a:lnTo>
                <a:lnTo>
                  <a:pt x="3799" y="5560"/>
                </a:lnTo>
                <a:lnTo>
                  <a:pt x="4192" y="5953"/>
                </a:lnTo>
                <a:cubicBezTo>
                  <a:pt x="4222" y="5983"/>
                  <a:pt x="4260" y="5998"/>
                  <a:pt x="4302" y="5998"/>
                </a:cubicBezTo>
                <a:cubicBezTo>
                  <a:pt x="4344" y="5998"/>
                  <a:pt x="4388" y="5983"/>
                  <a:pt x="4430" y="5953"/>
                </a:cubicBezTo>
                <a:cubicBezTo>
                  <a:pt x="4490" y="5894"/>
                  <a:pt x="4490" y="5786"/>
                  <a:pt x="4430" y="5715"/>
                </a:cubicBezTo>
                <a:lnTo>
                  <a:pt x="4037" y="5322"/>
                </a:lnTo>
                <a:lnTo>
                  <a:pt x="4573" y="4786"/>
                </a:lnTo>
                <a:lnTo>
                  <a:pt x="4966" y="5179"/>
                </a:lnTo>
                <a:cubicBezTo>
                  <a:pt x="4996" y="5209"/>
                  <a:pt x="5034" y="5224"/>
                  <a:pt x="5076" y="5224"/>
                </a:cubicBezTo>
                <a:cubicBezTo>
                  <a:pt x="5118" y="5224"/>
                  <a:pt x="5162" y="5209"/>
                  <a:pt x="5204" y="5179"/>
                </a:cubicBezTo>
                <a:cubicBezTo>
                  <a:pt x="5264" y="5120"/>
                  <a:pt x="5264" y="5013"/>
                  <a:pt x="5204" y="4941"/>
                </a:cubicBezTo>
                <a:lnTo>
                  <a:pt x="4811" y="4548"/>
                </a:lnTo>
                <a:lnTo>
                  <a:pt x="5347" y="4012"/>
                </a:lnTo>
                <a:lnTo>
                  <a:pt x="5954" y="4632"/>
                </a:lnTo>
                <a:cubicBezTo>
                  <a:pt x="5984" y="4661"/>
                  <a:pt x="6026" y="4676"/>
                  <a:pt x="6069" y="4676"/>
                </a:cubicBezTo>
                <a:cubicBezTo>
                  <a:pt x="6112" y="4676"/>
                  <a:pt x="6156" y="4661"/>
                  <a:pt x="6192" y="4632"/>
                </a:cubicBezTo>
                <a:cubicBezTo>
                  <a:pt x="6252" y="4572"/>
                  <a:pt x="6252" y="4465"/>
                  <a:pt x="6192" y="4393"/>
                </a:cubicBezTo>
                <a:lnTo>
                  <a:pt x="5585" y="3774"/>
                </a:lnTo>
                <a:lnTo>
                  <a:pt x="6121" y="3239"/>
                </a:lnTo>
                <a:lnTo>
                  <a:pt x="6514" y="3631"/>
                </a:lnTo>
                <a:cubicBezTo>
                  <a:pt x="6543" y="3661"/>
                  <a:pt x="6582" y="3676"/>
                  <a:pt x="6624" y="3676"/>
                </a:cubicBezTo>
                <a:cubicBezTo>
                  <a:pt x="6665" y="3676"/>
                  <a:pt x="6710" y="3661"/>
                  <a:pt x="6752" y="3631"/>
                </a:cubicBezTo>
                <a:cubicBezTo>
                  <a:pt x="6811" y="3572"/>
                  <a:pt x="6811" y="3465"/>
                  <a:pt x="6752" y="3393"/>
                </a:cubicBezTo>
                <a:lnTo>
                  <a:pt x="6359" y="3000"/>
                </a:lnTo>
                <a:lnTo>
                  <a:pt x="6895" y="2465"/>
                </a:lnTo>
                <a:lnTo>
                  <a:pt x="7288" y="2858"/>
                </a:lnTo>
                <a:cubicBezTo>
                  <a:pt x="7317" y="2887"/>
                  <a:pt x="7356" y="2902"/>
                  <a:pt x="7398" y="2902"/>
                </a:cubicBezTo>
                <a:cubicBezTo>
                  <a:pt x="7439" y="2902"/>
                  <a:pt x="7484" y="2887"/>
                  <a:pt x="7526" y="2858"/>
                </a:cubicBezTo>
                <a:cubicBezTo>
                  <a:pt x="7585" y="2798"/>
                  <a:pt x="7585" y="2691"/>
                  <a:pt x="7526" y="2619"/>
                </a:cubicBezTo>
                <a:lnTo>
                  <a:pt x="7133" y="2226"/>
                </a:lnTo>
                <a:lnTo>
                  <a:pt x="7669" y="1691"/>
                </a:lnTo>
                <a:lnTo>
                  <a:pt x="8061" y="2084"/>
                </a:lnTo>
                <a:cubicBezTo>
                  <a:pt x="8091" y="2113"/>
                  <a:pt x="8130" y="2128"/>
                  <a:pt x="8172" y="2128"/>
                </a:cubicBezTo>
                <a:cubicBezTo>
                  <a:pt x="8213" y="2128"/>
                  <a:pt x="8258" y="2113"/>
                  <a:pt x="8300" y="2084"/>
                </a:cubicBezTo>
                <a:cubicBezTo>
                  <a:pt x="8359" y="2024"/>
                  <a:pt x="8359" y="1917"/>
                  <a:pt x="8300" y="1845"/>
                </a:cubicBezTo>
                <a:lnTo>
                  <a:pt x="7907" y="1453"/>
                </a:lnTo>
                <a:lnTo>
                  <a:pt x="8442" y="917"/>
                </a:lnTo>
                <a:lnTo>
                  <a:pt x="9050" y="1536"/>
                </a:lnTo>
                <a:cubicBezTo>
                  <a:pt x="9079" y="1566"/>
                  <a:pt x="9121" y="1581"/>
                  <a:pt x="9164" y="1581"/>
                </a:cubicBezTo>
                <a:cubicBezTo>
                  <a:pt x="9207" y="1581"/>
                  <a:pt x="9252" y="1566"/>
                  <a:pt x="9288" y="1536"/>
                </a:cubicBezTo>
                <a:cubicBezTo>
                  <a:pt x="9371" y="1476"/>
                  <a:pt x="9347" y="1369"/>
                  <a:pt x="9288" y="1298"/>
                </a:cubicBezTo>
                <a:lnTo>
                  <a:pt x="8681" y="679"/>
                </a:lnTo>
                <a:lnTo>
                  <a:pt x="8966" y="405"/>
                </a:lnTo>
                <a:cubicBezTo>
                  <a:pt x="9008" y="357"/>
                  <a:pt x="9065" y="333"/>
                  <a:pt x="9121" y="333"/>
                </a:cubicBezTo>
                <a:cubicBezTo>
                  <a:pt x="9178" y="333"/>
                  <a:pt x="9234" y="357"/>
                  <a:pt x="9276" y="405"/>
                </a:cubicBezTo>
                <a:lnTo>
                  <a:pt x="10859" y="1976"/>
                </a:lnTo>
                <a:cubicBezTo>
                  <a:pt x="10895" y="2024"/>
                  <a:pt x="10919" y="2072"/>
                  <a:pt x="10919" y="2131"/>
                </a:cubicBezTo>
                <a:cubicBezTo>
                  <a:pt x="10919" y="2191"/>
                  <a:pt x="10883" y="2250"/>
                  <a:pt x="10859" y="2274"/>
                </a:cubicBezTo>
                <a:lnTo>
                  <a:pt x="9705" y="3417"/>
                </a:lnTo>
                <a:cubicBezTo>
                  <a:pt x="9645" y="3477"/>
                  <a:pt x="9645" y="3584"/>
                  <a:pt x="9705" y="3655"/>
                </a:cubicBezTo>
                <a:cubicBezTo>
                  <a:pt x="9734" y="3685"/>
                  <a:pt x="9776" y="3700"/>
                  <a:pt x="9819" y="3700"/>
                </a:cubicBezTo>
                <a:cubicBezTo>
                  <a:pt x="9862" y="3700"/>
                  <a:pt x="9907" y="3685"/>
                  <a:pt x="9943" y="3655"/>
                </a:cubicBezTo>
                <a:lnTo>
                  <a:pt x="11098" y="2512"/>
                </a:lnTo>
                <a:cubicBezTo>
                  <a:pt x="11193" y="2405"/>
                  <a:pt x="11252" y="2274"/>
                  <a:pt x="11252" y="2131"/>
                </a:cubicBezTo>
                <a:cubicBezTo>
                  <a:pt x="11252" y="1976"/>
                  <a:pt x="11193" y="1845"/>
                  <a:pt x="11098" y="1738"/>
                </a:cubicBezTo>
                <a:lnTo>
                  <a:pt x="9514" y="167"/>
                </a:lnTo>
                <a:cubicBezTo>
                  <a:pt x="9407" y="60"/>
                  <a:pt x="9264" y="0"/>
                  <a:pt x="91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Google Shape;695;p42">
            <a:extLst>
              <a:ext uri="{FF2B5EF4-FFF2-40B4-BE49-F238E27FC236}">
                <a16:creationId xmlns:a16="http://schemas.microsoft.com/office/drawing/2014/main" id="{4978BA29-D119-916F-D21A-5F6A2C2D2E24}"/>
              </a:ext>
            </a:extLst>
          </p:cNvPr>
          <p:cNvSpPr txBox="1">
            <a:spLocks/>
          </p:cNvSpPr>
          <p:nvPr/>
        </p:nvSpPr>
        <p:spPr>
          <a:xfrm>
            <a:off x="-750150" y="478579"/>
            <a:ext cx="4572091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4. Desafios</a:t>
            </a:r>
          </a:p>
        </p:txBody>
      </p:sp>
    </p:spTree>
    <p:extLst>
      <p:ext uri="{BB962C8B-B14F-4D97-AF65-F5344CB8AC3E}">
        <p14:creationId xmlns:p14="http://schemas.microsoft.com/office/powerpoint/2010/main" val="389626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>
          <a:extLst>
            <a:ext uri="{FF2B5EF4-FFF2-40B4-BE49-F238E27FC236}">
              <a16:creationId xmlns:a16="http://schemas.microsoft.com/office/drawing/2014/main" id="{8F6782F2-C24A-D5EC-0818-E4BCE152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54C8EC96-04FF-EAAD-5521-3A9D2A758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518" y="1675589"/>
            <a:ext cx="5430565" cy="1164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Planeamento</a:t>
            </a:r>
            <a:endParaRPr sz="4000" dirty="0"/>
          </a:p>
        </p:txBody>
      </p:sp>
      <p:pic>
        <p:nvPicPr>
          <p:cNvPr id="3" name="Imagem 2" descr="Uma imagem com desenho, clipart, ilustração, Gráficos&#10;&#10;Os conteúdos gerados por IA poderão estar incorretos.">
            <a:extLst>
              <a:ext uri="{FF2B5EF4-FFF2-40B4-BE49-F238E27FC236}">
                <a16:creationId xmlns:a16="http://schemas.microsoft.com/office/drawing/2014/main" id="{93D492C4-69CE-698C-1A6E-14683963C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17503"/>
            <a:ext cx="5206874" cy="367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54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A460B74-1D42-9D28-03E3-B02F1E1E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2FBA06A-D319-FF02-430F-90EFE6B2A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128960"/>
              </p:ext>
            </p:extLst>
          </p:nvPr>
        </p:nvGraphicFramePr>
        <p:xfrm>
          <a:off x="901981" y="1431248"/>
          <a:ext cx="3949761" cy="19202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59069">
                  <a:extLst>
                    <a:ext uri="{9D8B030D-6E8A-4147-A177-3AD203B41FA5}">
                      <a16:colId xmlns:a16="http://schemas.microsoft.com/office/drawing/2014/main" val="2808339473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2303395071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3346779099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3038405153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1298138429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308992138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2944929596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3911149120"/>
                    </a:ext>
                  </a:extLst>
                </a:gridCol>
                <a:gridCol w="359069">
                  <a:extLst>
                    <a:ext uri="{9D8B030D-6E8A-4147-A177-3AD203B41FA5}">
                      <a16:colId xmlns:a16="http://schemas.microsoft.com/office/drawing/2014/main" val="249606581"/>
                    </a:ext>
                  </a:extLst>
                </a:gridCol>
                <a:gridCol w="398508">
                  <a:extLst>
                    <a:ext uri="{9D8B030D-6E8A-4147-A177-3AD203B41FA5}">
                      <a16:colId xmlns:a16="http://schemas.microsoft.com/office/drawing/2014/main" val="2681867569"/>
                    </a:ext>
                  </a:extLst>
                </a:gridCol>
                <a:gridCol w="319632">
                  <a:extLst>
                    <a:ext uri="{9D8B030D-6E8A-4147-A177-3AD203B41FA5}">
                      <a16:colId xmlns:a16="http://schemas.microsoft.com/office/drawing/2014/main" val="549258385"/>
                    </a:ext>
                  </a:extLst>
                </a:gridCol>
              </a:tblGrid>
              <a:tr h="126323"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DEZ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FEV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ABR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MAI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AGO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660581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420245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863125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431227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637449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286586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357737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312383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235344"/>
                  </a:ext>
                </a:extLst>
              </a:tr>
              <a:tr h="126323">
                <a:tc>
                  <a:txBody>
                    <a:bodyPr/>
                    <a:lstStyle/>
                    <a:p>
                      <a:pPr algn="ctr"/>
                      <a:r>
                        <a:rPr lang="pt-PT" sz="6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61146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F6D988-74DD-E930-E0D2-D838AA039628}"/>
              </a:ext>
            </a:extLst>
          </p:cNvPr>
          <p:cNvSpPr txBox="1"/>
          <p:nvPr/>
        </p:nvSpPr>
        <p:spPr>
          <a:xfrm>
            <a:off x="965542" y="3635590"/>
            <a:ext cx="7772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tx1">
                    <a:lumMod val="50000"/>
                  </a:schemeClr>
                </a:solidFill>
              </a:rPr>
              <a:t>T1</a:t>
            </a:r>
            <a:r>
              <a:rPr lang="pt-PT" sz="1000" b="1" dirty="0">
                <a:solidFill>
                  <a:schemeClr val="tx1">
                    <a:lumMod val="50000"/>
                  </a:schemeClr>
                </a:solidFill>
              </a:rPr>
              <a:t> . 1 Dezembro - 20 Dezembro</a:t>
            </a:r>
            <a:r>
              <a:rPr lang="pt-PT" sz="100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pt-PT" sz="1000" dirty="0">
                <a:solidFill>
                  <a:schemeClr val="tx1"/>
                </a:solidFill>
              </a:rPr>
              <a:t>Análise do estado de arte na geração de código a partir de </a:t>
            </a:r>
            <a:r>
              <a:rPr lang="pt-PT" sz="1000" dirty="0" err="1">
                <a:solidFill>
                  <a:schemeClr val="tx1"/>
                </a:solidFill>
              </a:rPr>
              <a:t>mockups</a:t>
            </a:r>
            <a:r>
              <a:rPr lang="pt-PT" sz="1000" dirty="0">
                <a:solidFill>
                  <a:schemeClr val="tx1"/>
                </a:solidFill>
              </a:rPr>
              <a:t> (plugins, MBD, MBUID, etc.). </a:t>
            </a:r>
          </a:p>
          <a:p>
            <a:r>
              <a:rPr lang="pt-PT" b="1" dirty="0">
                <a:solidFill>
                  <a:schemeClr val="tx1">
                    <a:lumMod val="50000"/>
                  </a:schemeClr>
                </a:solidFill>
              </a:rPr>
              <a:t>T2</a:t>
            </a:r>
            <a:r>
              <a:rPr lang="pt-PT" sz="1000" b="1" dirty="0">
                <a:solidFill>
                  <a:schemeClr val="tx1">
                    <a:lumMod val="50000"/>
                  </a:schemeClr>
                </a:solidFill>
              </a:rPr>
              <a:t> . 1 Janeiro - 20 Janeiro</a:t>
            </a:r>
            <a:r>
              <a:rPr lang="pt-PT" sz="100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pt-PT" sz="1000" dirty="0">
                <a:solidFill>
                  <a:schemeClr val="tx1"/>
                </a:solidFill>
              </a:rPr>
              <a:t>Análise e elaboração de um modelo representativo de um protótipo em </a:t>
            </a:r>
            <a:r>
              <a:rPr lang="pt-PT" sz="1000" dirty="0" err="1">
                <a:solidFill>
                  <a:schemeClr val="tx1"/>
                </a:solidFill>
              </a:rPr>
              <a:t>Figma</a:t>
            </a:r>
            <a:r>
              <a:rPr lang="pt-PT" sz="1000" dirty="0">
                <a:solidFill>
                  <a:schemeClr val="tx1"/>
                </a:solidFill>
              </a:rPr>
              <a:t>. </a:t>
            </a:r>
          </a:p>
          <a:p>
            <a:r>
              <a:rPr lang="pt-PT" b="1" dirty="0">
                <a:solidFill>
                  <a:schemeClr val="tx1">
                    <a:lumMod val="50000"/>
                  </a:schemeClr>
                </a:solidFill>
              </a:rPr>
              <a:t>T3</a:t>
            </a:r>
            <a:r>
              <a:rPr lang="pt-PT" sz="1000" b="1" dirty="0">
                <a:solidFill>
                  <a:schemeClr val="tx1">
                    <a:lumMod val="50000"/>
                  </a:schemeClr>
                </a:solidFill>
              </a:rPr>
              <a:t> . 15 Dezembro - 5 Janeiro</a:t>
            </a:r>
            <a:r>
              <a:rPr lang="pt-PT" sz="100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pt-PT" sz="1000" dirty="0">
                <a:solidFill>
                  <a:schemeClr val="tx1"/>
                </a:solidFill>
              </a:rPr>
              <a:t>Análise e elaboração de um modelo representativo da estrutura de um projeto em Vue.js.</a:t>
            </a:r>
          </a:p>
          <a:p>
            <a:r>
              <a:rPr lang="pt-PT" b="1" dirty="0">
                <a:solidFill>
                  <a:schemeClr val="tx1">
                    <a:lumMod val="50000"/>
                  </a:schemeClr>
                </a:solidFill>
              </a:rPr>
              <a:t>T4</a:t>
            </a:r>
            <a:r>
              <a:rPr lang="pt-PT" sz="1000" b="1" dirty="0">
                <a:solidFill>
                  <a:schemeClr val="tx1">
                    <a:lumMod val="50000"/>
                  </a:schemeClr>
                </a:solidFill>
              </a:rPr>
              <a:t> . 1 Dezembro- 8 Fevereiro</a:t>
            </a:r>
            <a:r>
              <a:rPr lang="pt-PT" sz="100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pt-PT" sz="1000" dirty="0">
                <a:solidFill>
                  <a:schemeClr val="tx1"/>
                </a:solidFill>
              </a:rPr>
              <a:t>Escrita da pré-dissertação.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C8903B-3F35-FF5F-0D37-B6E317587BAA}"/>
              </a:ext>
            </a:extLst>
          </p:cNvPr>
          <p:cNvSpPr txBox="1"/>
          <p:nvPr/>
        </p:nvSpPr>
        <p:spPr>
          <a:xfrm>
            <a:off x="5107898" y="1966493"/>
            <a:ext cx="4036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T5</a:t>
            </a:r>
            <a:r>
              <a:rPr lang="pt-PT" sz="800" b="1" dirty="0">
                <a:solidFill>
                  <a:schemeClr val="bg2">
                    <a:lumMod val="50000"/>
                  </a:schemeClr>
                </a:solidFill>
              </a:rPr>
              <a:t> . 9 Fevereiro - 31 Março: </a:t>
            </a:r>
            <a:r>
              <a:rPr lang="pt-PT" sz="800" dirty="0">
                <a:solidFill>
                  <a:schemeClr val="tx1"/>
                </a:solidFill>
              </a:rPr>
              <a:t>Desenho da arquitetura da solução.</a:t>
            </a:r>
          </a:p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T6</a:t>
            </a:r>
            <a:r>
              <a:rPr lang="pt-PT" sz="800" b="1" dirty="0">
                <a:solidFill>
                  <a:schemeClr val="bg2">
                    <a:lumMod val="50000"/>
                  </a:schemeClr>
                </a:solidFill>
              </a:rPr>
              <a:t> . 9 Fevereiro - 31 Agosto</a:t>
            </a:r>
            <a:r>
              <a:rPr lang="pt-PT" sz="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pt-PT" sz="800" dirty="0">
                <a:solidFill>
                  <a:schemeClr val="tx1"/>
                </a:solidFill>
              </a:rPr>
              <a:t>Implementação da solução.</a:t>
            </a:r>
          </a:p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T7</a:t>
            </a:r>
            <a:r>
              <a:rPr lang="pt-PT" sz="800" b="1" dirty="0">
                <a:solidFill>
                  <a:schemeClr val="bg2">
                    <a:lumMod val="50000"/>
                  </a:schemeClr>
                </a:solidFill>
              </a:rPr>
              <a:t> . 1 Junho - 31 Julho</a:t>
            </a:r>
            <a:r>
              <a:rPr lang="pt-PT" sz="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pt-PT" sz="800" dirty="0">
                <a:solidFill>
                  <a:schemeClr val="tx1"/>
                </a:solidFill>
              </a:rPr>
              <a:t>Escrita do artigo.</a:t>
            </a:r>
          </a:p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T8</a:t>
            </a:r>
            <a:r>
              <a:rPr lang="pt-PT" sz="800" b="1" dirty="0">
                <a:solidFill>
                  <a:schemeClr val="bg2">
                    <a:lumMod val="50000"/>
                  </a:schemeClr>
                </a:solidFill>
              </a:rPr>
              <a:t> . 1 Julho - 31 Agosto</a:t>
            </a:r>
            <a:r>
              <a:rPr lang="pt-PT" sz="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pt-PT" sz="800" dirty="0">
                <a:solidFill>
                  <a:schemeClr val="tx1"/>
                </a:solidFill>
              </a:rPr>
              <a:t>Testes finais e validação da ferramenta.</a:t>
            </a:r>
          </a:p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T9</a:t>
            </a:r>
            <a:r>
              <a:rPr lang="pt-PT" sz="800" b="1" dirty="0">
                <a:solidFill>
                  <a:schemeClr val="bg2">
                    <a:lumMod val="50000"/>
                  </a:schemeClr>
                </a:solidFill>
              </a:rPr>
              <a:t> . 9 Fevereiro - 1 Outubro</a:t>
            </a:r>
            <a:r>
              <a:rPr lang="pt-PT" sz="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pt-PT" sz="800" dirty="0">
                <a:solidFill>
                  <a:schemeClr val="tx1"/>
                </a:solidFill>
              </a:rPr>
              <a:t>Escrita da tese. </a:t>
            </a:r>
          </a:p>
          <a:p>
            <a:endParaRPr lang="pt-PT" dirty="0"/>
          </a:p>
        </p:txBody>
      </p:sp>
      <p:sp>
        <p:nvSpPr>
          <p:cNvPr id="2" name="Google Shape;695;p42">
            <a:extLst>
              <a:ext uri="{FF2B5EF4-FFF2-40B4-BE49-F238E27FC236}">
                <a16:creationId xmlns:a16="http://schemas.microsoft.com/office/drawing/2014/main" id="{4F6A1B09-4FE5-2A48-D74C-3A22B1DF7553}"/>
              </a:ext>
            </a:extLst>
          </p:cNvPr>
          <p:cNvSpPr txBox="1">
            <a:spLocks/>
          </p:cNvSpPr>
          <p:nvPr/>
        </p:nvSpPr>
        <p:spPr>
          <a:xfrm>
            <a:off x="-191767" y="361894"/>
            <a:ext cx="4572091" cy="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60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en Dots"/>
              <a:buNone/>
              <a:defRPr sz="2800" b="0" i="0" u="none" strike="noStrike" cap="none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pPr algn="ctr"/>
            <a:r>
              <a:rPr lang="pt-PT" sz="2200" dirty="0"/>
              <a:t>5. Planeamento</a:t>
            </a:r>
          </a:p>
        </p:txBody>
      </p:sp>
    </p:spTree>
    <p:extLst>
      <p:ext uri="{BB962C8B-B14F-4D97-AF65-F5344CB8AC3E}">
        <p14:creationId xmlns:p14="http://schemas.microsoft.com/office/powerpoint/2010/main" val="3976732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5E053327-5B4D-404D-6F8B-6F8043B4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>
            <a:extLst>
              <a:ext uri="{FF2B5EF4-FFF2-40B4-BE49-F238E27FC236}">
                <a16:creationId xmlns:a16="http://schemas.microsoft.com/office/drawing/2014/main" id="{5B420C50-A9ED-9B29-F4E1-54EBA13245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5942" y="317639"/>
            <a:ext cx="4376058" cy="242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/>
              <a:t>Automatização do Desenvolvimento de Aplicações Web</a:t>
            </a:r>
            <a:endParaRPr sz="2800" dirty="0"/>
          </a:p>
        </p:txBody>
      </p:sp>
      <p:grpSp>
        <p:nvGrpSpPr>
          <p:cNvPr id="20" name="Google Shape;1570;p72">
            <a:extLst>
              <a:ext uri="{FF2B5EF4-FFF2-40B4-BE49-F238E27FC236}">
                <a16:creationId xmlns:a16="http://schemas.microsoft.com/office/drawing/2014/main" id="{5A46C5B3-628A-D2F1-8B3C-B946AC5CD8A0}"/>
              </a:ext>
            </a:extLst>
          </p:cNvPr>
          <p:cNvGrpSpPr/>
          <p:nvPr/>
        </p:nvGrpSpPr>
        <p:grpSpPr>
          <a:xfrm>
            <a:off x="4977430" y="981647"/>
            <a:ext cx="4166570" cy="3422385"/>
            <a:chOff x="5066624" y="974390"/>
            <a:chExt cx="4166570" cy="3422385"/>
          </a:xfrm>
        </p:grpSpPr>
        <p:grpSp>
          <p:nvGrpSpPr>
            <p:cNvPr id="21" name="Google Shape;1571;p72">
              <a:extLst>
                <a:ext uri="{FF2B5EF4-FFF2-40B4-BE49-F238E27FC236}">
                  <a16:creationId xmlns:a16="http://schemas.microsoft.com/office/drawing/2014/main" id="{2D5345C6-0ACA-265F-BA61-36F20E4ACD44}"/>
                </a:ext>
              </a:extLst>
            </p:cNvPr>
            <p:cNvGrpSpPr/>
            <p:nvPr/>
          </p:nvGrpSpPr>
          <p:grpSpPr>
            <a:xfrm>
              <a:off x="5081627" y="4218225"/>
              <a:ext cx="4151567" cy="178550"/>
              <a:chOff x="5527089" y="4218224"/>
              <a:chExt cx="3706425" cy="178550"/>
            </a:xfrm>
          </p:grpSpPr>
          <p:cxnSp>
            <p:nvCxnSpPr>
              <p:cNvPr id="590" name="Google Shape;1572;p72">
                <a:extLst>
                  <a:ext uri="{FF2B5EF4-FFF2-40B4-BE49-F238E27FC236}">
                    <a16:creationId xmlns:a16="http://schemas.microsoft.com/office/drawing/2014/main" id="{FE02B6E6-B92E-EFFE-0E95-B30ED3464CC7}"/>
                  </a:ext>
                </a:extLst>
              </p:cNvPr>
              <p:cNvCxnSpPr/>
              <p:nvPr/>
            </p:nvCxnSpPr>
            <p:spPr>
              <a:xfrm>
                <a:off x="5527089" y="4218224"/>
                <a:ext cx="3706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1573;p72">
                <a:extLst>
                  <a:ext uri="{FF2B5EF4-FFF2-40B4-BE49-F238E27FC236}">
                    <a16:creationId xmlns:a16="http://schemas.microsoft.com/office/drawing/2014/main" id="{35963599-280B-FC5E-2283-A039975499CD}"/>
                  </a:ext>
                </a:extLst>
              </p:cNvPr>
              <p:cNvCxnSpPr/>
              <p:nvPr/>
            </p:nvCxnSpPr>
            <p:spPr>
              <a:xfrm>
                <a:off x="6762114" y="4396774"/>
                <a:ext cx="247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" name="Google Shape;1574;p72">
              <a:extLst>
                <a:ext uri="{FF2B5EF4-FFF2-40B4-BE49-F238E27FC236}">
                  <a16:creationId xmlns:a16="http://schemas.microsoft.com/office/drawing/2014/main" id="{0B578FD7-0783-5AA3-202D-BF7C763E27A2}"/>
                </a:ext>
              </a:extLst>
            </p:cNvPr>
            <p:cNvGrpSpPr/>
            <p:nvPr/>
          </p:nvGrpSpPr>
          <p:grpSpPr>
            <a:xfrm>
              <a:off x="5066624" y="974390"/>
              <a:ext cx="3371383" cy="3226089"/>
              <a:chOff x="670375" y="892075"/>
              <a:chExt cx="1470550" cy="1407175"/>
            </a:xfrm>
          </p:grpSpPr>
          <p:sp>
            <p:nvSpPr>
              <p:cNvPr id="23" name="Google Shape;1575;p72">
                <a:extLst>
                  <a:ext uri="{FF2B5EF4-FFF2-40B4-BE49-F238E27FC236}">
                    <a16:creationId xmlns:a16="http://schemas.microsoft.com/office/drawing/2014/main" id="{E0F76482-DB74-11AA-4220-9D59B4FE19FF}"/>
                  </a:ext>
                </a:extLst>
              </p:cNvPr>
              <p:cNvSpPr/>
              <p:nvPr/>
            </p:nvSpPr>
            <p:spPr>
              <a:xfrm>
                <a:off x="670375" y="892075"/>
                <a:ext cx="77060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1254" extrusionOk="0">
                    <a:moveTo>
                      <a:pt x="30824" y="1253"/>
                    </a:moveTo>
                    <a:lnTo>
                      <a:pt x="0" y="1253"/>
                    </a:lnTo>
                    <a:lnTo>
                      <a:pt x="0" y="581"/>
                    </a:lnTo>
                    <a:cubicBezTo>
                      <a:pt x="0" y="260"/>
                      <a:pt x="260" y="1"/>
                      <a:pt x="566" y="1"/>
                    </a:cubicBezTo>
                    <a:lnTo>
                      <a:pt x="30243" y="1"/>
                    </a:lnTo>
                    <a:cubicBezTo>
                      <a:pt x="30564" y="1"/>
                      <a:pt x="30824" y="260"/>
                      <a:pt x="30824" y="5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76;p72">
                <a:extLst>
                  <a:ext uri="{FF2B5EF4-FFF2-40B4-BE49-F238E27FC236}">
                    <a16:creationId xmlns:a16="http://schemas.microsoft.com/office/drawing/2014/main" id="{C52EB019-553A-C394-0EFE-DD3E9C6280A9}"/>
                  </a:ext>
                </a:extLst>
              </p:cNvPr>
              <p:cNvSpPr/>
              <p:nvPr/>
            </p:nvSpPr>
            <p:spPr>
              <a:xfrm>
                <a:off x="670375" y="923400"/>
                <a:ext cx="770600" cy="476575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19063" extrusionOk="0">
                    <a:moveTo>
                      <a:pt x="0" y="0"/>
                    </a:moveTo>
                    <a:lnTo>
                      <a:pt x="0" y="18375"/>
                    </a:lnTo>
                    <a:cubicBezTo>
                      <a:pt x="0" y="18757"/>
                      <a:pt x="306" y="19062"/>
                      <a:pt x="688" y="19062"/>
                    </a:cubicBezTo>
                    <a:lnTo>
                      <a:pt x="30136" y="19062"/>
                    </a:lnTo>
                    <a:cubicBezTo>
                      <a:pt x="30518" y="19062"/>
                      <a:pt x="30824" y="18757"/>
                      <a:pt x="30824" y="18375"/>
                    </a:cubicBezTo>
                    <a:lnTo>
                      <a:pt x="3082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77;p72">
                <a:extLst>
                  <a:ext uri="{FF2B5EF4-FFF2-40B4-BE49-F238E27FC236}">
                    <a16:creationId xmlns:a16="http://schemas.microsoft.com/office/drawing/2014/main" id="{A7E22CB9-F39D-E24A-C01F-05980858CD7A}"/>
                  </a:ext>
                </a:extLst>
              </p:cNvPr>
              <p:cNvSpPr/>
              <p:nvPr/>
            </p:nvSpPr>
            <p:spPr>
              <a:xfrm>
                <a:off x="1397050" y="902400"/>
                <a:ext cx="107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44" extrusionOk="0">
                    <a:moveTo>
                      <a:pt x="214" y="0"/>
                    </a:moveTo>
                    <a:cubicBezTo>
                      <a:pt x="92" y="0"/>
                      <a:pt x="0" y="107"/>
                      <a:pt x="0" y="214"/>
                    </a:cubicBezTo>
                    <a:cubicBezTo>
                      <a:pt x="0" y="336"/>
                      <a:pt x="92" y="443"/>
                      <a:pt x="214" y="443"/>
                    </a:cubicBezTo>
                    <a:cubicBezTo>
                      <a:pt x="336" y="443"/>
                      <a:pt x="428" y="336"/>
                      <a:pt x="428" y="214"/>
                    </a:cubicBezTo>
                    <a:cubicBezTo>
                      <a:pt x="428" y="107"/>
                      <a:pt x="336" y="0"/>
                      <a:pt x="2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78;p72">
                <a:extLst>
                  <a:ext uri="{FF2B5EF4-FFF2-40B4-BE49-F238E27FC236}">
                    <a16:creationId xmlns:a16="http://schemas.microsoft.com/office/drawing/2014/main" id="{AC910291-BCC1-E277-267C-C2571221156A}"/>
                  </a:ext>
                </a:extLst>
              </p:cNvPr>
              <p:cNvSpPr/>
              <p:nvPr/>
            </p:nvSpPr>
            <p:spPr>
              <a:xfrm>
                <a:off x="1363450" y="902400"/>
                <a:ext cx="111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4" extrusionOk="0">
                    <a:moveTo>
                      <a:pt x="229" y="0"/>
                    </a:moveTo>
                    <a:cubicBezTo>
                      <a:pt x="107" y="0"/>
                      <a:pt x="0" y="107"/>
                      <a:pt x="0" y="214"/>
                    </a:cubicBezTo>
                    <a:cubicBezTo>
                      <a:pt x="0" y="336"/>
                      <a:pt x="107" y="443"/>
                      <a:pt x="229" y="443"/>
                    </a:cubicBezTo>
                    <a:cubicBezTo>
                      <a:pt x="351" y="443"/>
                      <a:pt x="443" y="336"/>
                      <a:pt x="443" y="214"/>
                    </a:cubicBezTo>
                    <a:cubicBezTo>
                      <a:pt x="443" y="107"/>
                      <a:pt x="351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79;p72">
                <a:extLst>
                  <a:ext uri="{FF2B5EF4-FFF2-40B4-BE49-F238E27FC236}">
                    <a16:creationId xmlns:a16="http://schemas.microsoft.com/office/drawing/2014/main" id="{274D14EB-7173-F663-A7FE-721B36161C5E}"/>
                  </a:ext>
                </a:extLst>
              </p:cNvPr>
              <p:cNvSpPr/>
              <p:nvPr/>
            </p:nvSpPr>
            <p:spPr>
              <a:xfrm>
                <a:off x="1330225" y="902400"/>
                <a:ext cx="11100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4" extrusionOk="0">
                    <a:moveTo>
                      <a:pt x="229" y="0"/>
                    </a:moveTo>
                    <a:cubicBezTo>
                      <a:pt x="107" y="0"/>
                      <a:pt x="0" y="107"/>
                      <a:pt x="0" y="214"/>
                    </a:cubicBezTo>
                    <a:cubicBezTo>
                      <a:pt x="0" y="336"/>
                      <a:pt x="107" y="443"/>
                      <a:pt x="229" y="443"/>
                    </a:cubicBezTo>
                    <a:cubicBezTo>
                      <a:pt x="336" y="443"/>
                      <a:pt x="443" y="336"/>
                      <a:pt x="443" y="214"/>
                    </a:cubicBezTo>
                    <a:cubicBezTo>
                      <a:pt x="443" y="107"/>
                      <a:pt x="336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580;p72">
                <a:extLst>
                  <a:ext uri="{FF2B5EF4-FFF2-40B4-BE49-F238E27FC236}">
                    <a16:creationId xmlns:a16="http://schemas.microsoft.com/office/drawing/2014/main" id="{227625F5-8B61-8575-600A-6868BB662CE0}"/>
                  </a:ext>
                </a:extLst>
              </p:cNvPr>
              <p:cNvSpPr/>
              <p:nvPr/>
            </p:nvSpPr>
            <p:spPr>
              <a:xfrm>
                <a:off x="740250" y="966925"/>
                <a:ext cx="4101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627" extrusionOk="0">
                    <a:moveTo>
                      <a:pt x="306" y="1"/>
                    </a:moveTo>
                    <a:cubicBezTo>
                      <a:pt x="138" y="1"/>
                      <a:pt x="1" y="138"/>
                      <a:pt x="1" y="321"/>
                    </a:cubicBezTo>
                    <a:cubicBezTo>
                      <a:pt x="1" y="489"/>
                      <a:pt x="138" y="627"/>
                      <a:pt x="306" y="627"/>
                    </a:cubicBezTo>
                    <a:lnTo>
                      <a:pt x="16084" y="627"/>
                    </a:lnTo>
                    <a:cubicBezTo>
                      <a:pt x="16252" y="627"/>
                      <a:pt x="16405" y="489"/>
                      <a:pt x="16405" y="321"/>
                    </a:cubicBezTo>
                    <a:cubicBezTo>
                      <a:pt x="16405" y="138"/>
                      <a:pt x="16268" y="1"/>
                      <a:pt x="160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581;p72">
                <a:extLst>
                  <a:ext uri="{FF2B5EF4-FFF2-40B4-BE49-F238E27FC236}">
                    <a16:creationId xmlns:a16="http://schemas.microsoft.com/office/drawing/2014/main" id="{A1A14679-67C6-93F0-EF19-5937EF88643D}"/>
                  </a:ext>
                </a:extLst>
              </p:cNvPr>
              <p:cNvSpPr/>
              <p:nvPr/>
            </p:nvSpPr>
            <p:spPr>
              <a:xfrm>
                <a:off x="740250" y="1016575"/>
                <a:ext cx="4101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627" extrusionOk="0">
                    <a:moveTo>
                      <a:pt x="306" y="0"/>
                    </a:moveTo>
                    <a:cubicBezTo>
                      <a:pt x="138" y="0"/>
                      <a:pt x="1" y="138"/>
                      <a:pt x="1" y="306"/>
                    </a:cubicBezTo>
                    <a:cubicBezTo>
                      <a:pt x="1" y="474"/>
                      <a:pt x="138" y="626"/>
                      <a:pt x="306" y="626"/>
                    </a:cubicBezTo>
                    <a:lnTo>
                      <a:pt x="16084" y="626"/>
                    </a:lnTo>
                    <a:cubicBezTo>
                      <a:pt x="16252" y="626"/>
                      <a:pt x="16405" y="474"/>
                      <a:pt x="16405" y="306"/>
                    </a:cubicBezTo>
                    <a:cubicBezTo>
                      <a:pt x="16405" y="138"/>
                      <a:pt x="16268" y="0"/>
                      <a:pt x="160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582;p72">
                <a:extLst>
                  <a:ext uri="{FF2B5EF4-FFF2-40B4-BE49-F238E27FC236}">
                    <a16:creationId xmlns:a16="http://schemas.microsoft.com/office/drawing/2014/main" id="{328E8B00-B4BC-014B-7120-3E61CE1FA265}"/>
                  </a:ext>
                </a:extLst>
              </p:cNvPr>
              <p:cNvSpPr/>
              <p:nvPr/>
            </p:nvSpPr>
            <p:spPr>
              <a:xfrm>
                <a:off x="740250" y="1065825"/>
                <a:ext cx="1970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7883" h="627" extrusionOk="0">
                    <a:moveTo>
                      <a:pt x="306" y="1"/>
                    </a:moveTo>
                    <a:cubicBezTo>
                      <a:pt x="138" y="1"/>
                      <a:pt x="1" y="138"/>
                      <a:pt x="1" y="321"/>
                    </a:cubicBezTo>
                    <a:cubicBezTo>
                      <a:pt x="1" y="489"/>
                      <a:pt x="138" y="627"/>
                      <a:pt x="306" y="627"/>
                    </a:cubicBezTo>
                    <a:lnTo>
                      <a:pt x="7577" y="627"/>
                    </a:lnTo>
                    <a:cubicBezTo>
                      <a:pt x="7745" y="627"/>
                      <a:pt x="7882" y="489"/>
                      <a:pt x="7882" y="321"/>
                    </a:cubicBezTo>
                    <a:cubicBezTo>
                      <a:pt x="7882" y="138"/>
                      <a:pt x="7745" y="1"/>
                      <a:pt x="75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583;p72">
                <a:extLst>
                  <a:ext uri="{FF2B5EF4-FFF2-40B4-BE49-F238E27FC236}">
                    <a16:creationId xmlns:a16="http://schemas.microsoft.com/office/drawing/2014/main" id="{35E3FC1A-467E-FC65-A776-C8A6C9308389}"/>
                  </a:ext>
                </a:extLst>
              </p:cNvPr>
              <p:cNvSpPr/>
              <p:nvPr/>
            </p:nvSpPr>
            <p:spPr>
              <a:xfrm>
                <a:off x="740250" y="1261725"/>
                <a:ext cx="4101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627" extrusionOk="0">
                    <a:moveTo>
                      <a:pt x="306" y="0"/>
                    </a:moveTo>
                    <a:cubicBezTo>
                      <a:pt x="138" y="0"/>
                      <a:pt x="1" y="138"/>
                      <a:pt x="1" y="321"/>
                    </a:cubicBezTo>
                    <a:cubicBezTo>
                      <a:pt x="1" y="489"/>
                      <a:pt x="138" y="626"/>
                      <a:pt x="306" y="626"/>
                    </a:cubicBezTo>
                    <a:lnTo>
                      <a:pt x="16084" y="626"/>
                    </a:lnTo>
                    <a:cubicBezTo>
                      <a:pt x="16252" y="626"/>
                      <a:pt x="16405" y="489"/>
                      <a:pt x="16405" y="321"/>
                    </a:cubicBezTo>
                    <a:cubicBezTo>
                      <a:pt x="16405" y="138"/>
                      <a:pt x="16268" y="0"/>
                      <a:pt x="16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584;p72">
                <a:extLst>
                  <a:ext uri="{FF2B5EF4-FFF2-40B4-BE49-F238E27FC236}">
                    <a16:creationId xmlns:a16="http://schemas.microsoft.com/office/drawing/2014/main" id="{9C499721-0AAB-A6C4-D24C-730EFE9012CD}"/>
                  </a:ext>
                </a:extLst>
              </p:cNvPr>
              <p:cNvSpPr/>
              <p:nvPr/>
            </p:nvSpPr>
            <p:spPr>
              <a:xfrm>
                <a:off x="740250" y="1311350"/>
                <a:ext cx="197075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7883" h="628" extrusionOk="0">
                    <a:moveTo>
                      <a:pt x="306" y="1"/>
                    </a:moveTo>
                    <a:cubicBezTo>
                      <a:pt x="138" y="1"/>
                      <a:pt x="1" y="138"/>
                      <a:pt x="1" y="306"/>
                    </a:cubicBezTo>
                    <a:cubicBezTo>
                      <a:pt x="1" y="474"/>
                      <a:pt x="138" y="627"/>
                      <a:pt x="306" y="627"/>
                    </a:cubicBezTo>
                    <a:lnTo>
                      <a:pt x="7577" y="627"/>
                    </a:lnTo>
                    <a:cubicBezTo>
                      <a:pt x="7745" y="627"/>
                      <a:pt x="7882" y="474"/>
                      <a:pt x="7882" y="306"/>
                    </a:cubicBezTo>
                    <a:cubicBezTo>
                      <a:pt x="7882" y="138"/>
                      <a:pt x="7745" y="1"/>
                      <a:pt x="75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585;p72">
                <a:extLst>
                  <a:ext uri="{FF2B5EF4-FFF2-40B4-BE49-F238E27FC236}">
                    <a16:creationId xmlns:a16="http://schemas.microsoft.com/office/drawing/2014/main" id="{16E2ABCC-E4EC-EEAD-E659-C1B7625ABDA1}"/>
                  </a:ext>
                </a:extLst>
              </p:cNvPr>
              <p:cNvSpPr/>
              <p:nvPr/>
            </p:nvSpPr>
            <p:spPr>
              <a:xfrm>
                <a:off x="1236275" y="1015425"/>
                <a:ext cx="132525" cy="132525"/>
              </a:xfrm>
              <a:custGeom>
                <a:avLst/>
                <a:gdLst/>
                <a:ahLst/>
                <a:cxnLst/>
                <a:rect l="l" t="t" r="r" b="b"/>
                <a:pathLst>
                  <a:path w="5301" h="5301" extrusionOk="0">
                    <a:moveTo>
                      <a:pt x="2659" y="443"/>
                    </a:moveTo>
                    <a:cubicBezTo>
                      <a:pt x="3865" y="443"/>
                      <a:pt x="4858" y="1436"/>
                      <a:pt x="4858" y="2643"/>
                    </a:cubicBezTo>
                    <a:cubicBezTo>
                      <a:pt x="4858" y="3865"/>
                      <a:pt x="3865" y="4842"/>
                      <a:pt x="2659" y="4842"/>
                    </a:cubicBezTo>
                    <a:cubicBezTo>
                      <a:pt x="1437" y="4842"/>
                      <a:pt x="459" y="3865"/>
                      <a:pt x="459" y="2643"/>
                    </a:cubicBezTo>
                    <a:cubicBezTo>
                      <a:pt x="459" y="1436"/>
                      <a:pt x="1437" y="443"/>
                      <a:pt x="2659" y="443"/>
                    </a:cubicBezTo>
                    <a:close/>
                    <a:moveTo>
                      <a:pt x="2659" y="0"/>
                    </a:moveTo>
                    <a:cubicBezTo>
                      <a:pt x="1192" y="0"/>
                      <a:pt x="1" y="1176"/>
                      <a:pt x="1" y="2643"/>
                    </a:cubicBezTo>
                    <a:cubicBezTo>
                      <a:pt x="1" y="4109"/>
                      <a:pt x="1192" y="5301"/>
                      <a:pt x="2659" y="5301"/>
                    </a:cubicBezTo>
                    <a:cubicBezTo>
                      <a:pt x="4110" y="5301"/>
                      <a:pt x="5301" y="4109"/>
                      <a:pt x="5301" y="2643"/>
                    </a:cubicBezTo>
                    <a:cubicBezTo>
                      <a:pt x="5301" y="1176"/>
                      <a:pt x="4125" y="0"/>
                      <a:pt x="26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586;p72">
                <a:extLst>
                  <a:ext uri="{FF2B5EF4-FFF2-40B4-BE49-F238E27FC236}">
                    <a16:creationId xmlns:a16="http://schemas.microsoft.com/office/drawing/2014/main" id="{AC2A7BEA-9AC8-7309-C667-5E05FF4B527A}"/>
                  </a:ext>
                </a:extLst>
              </p:cNvPr>
              <p:cNvSpPr/>
              <p:nvPr/>
            </p:nvSpPr>
            <p:spPr>
              <a:xfrm>
                <a:off x="1267975" y="1095225"/>
                <a:ext cx="695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2781" h="826" extrusionOk="0">
                    <a:moveTo>
                      <a:pt x="176" y="1"/>
                    </a:moveTo>
                    <a:cubicBezTo>
                      <a:pt x="134" y="1"/>
                      <a:pt x="92" y="16"/>
                      <a:pt x="62" y="47"/>
                    </a:cubicBezTo>
                    <a:cubicBezTo>
                      <a:pt x="1" y="123"/>
                      <a:pt x="1" y="215"/>
                      <a:pt x="62" y="276"/>
                    </a:cubicBezTo>
                    <a:cubicBezTo>
                      <a:pt x="428" y="642"/>
                      <a:pt x="902" y="825"/>
                      <a:pt x="1391" y="825"/>
                    </a:cubicBezTo>
                    <a:cubicBezTo>
                      <a:pt x="1864" y="825"/>
                      <a:pt x="2353" y="642"/>
                      <a:pt x="2719" y="276"/>
                    </a:cubicBezTo>
                    <a:cubicBezTo>
                      <a:pt x="2780" y="215"/>
                      <a:pt x="2780" y="123"/>
                      <a:pt x="2719" y="47"/>
                    </a:cubicBezTo>
                    <a:cubicBezTo>
                      <a:pt x="2689" y="16"/>
                      <a:pt x="2647" y="1"/>
                      <a:pt x="2605" y="1"/>
                    </a:cubicBezTo>
                    <a:cubicBezTo>
                      <a:pt x="2563" y="1"/>
                      <a:pt x="2521" y="16"/>
                      <a:pt x="2490" y="47"/>
                    </a:cubicBezTo>
                    <a:cubicBezTo>
                      <a:pt x="2185" y="352"/>
                      <a:pt x="1784" y="505"/>
                      <a:pt x="1385" y="505"/>
                    </a:cubicBezTo>
                    <a:cubicBezTo>
                      <a:pt x="986" y="505"/>
                      <a:pt x="589" y="352"/>
                      <a:pt x="291" y="47"/>
                    </a:cubicBezTo>
                    <a:cubicBezTo>
                      <a:pt x="260" y="16"/>
                      <a:pt x="218" y="1"/>
                      <a:pt x="1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587;p72">
                <a:extLst>
                  <a:ext uri="{FF2B5EF4-FFF2-40B4-BE49-F238E27FC236}">
                    <a16:creationId xmlns:a16="http://schemas.microsoft.com/office/drawing/2014/main" id="{EE884692-BCDF-5959-5622-FB4AFC9624EC}"/>
                  </a:ext>
                </a:extLst>
              </p:cNvPr>
              <p:cNvSpPr/>
              <p:nvPr/>
            </p:nvSpPr>
            <p:spPr>
              <a:xfrm>
                <a:off x="1272175" y="1064675"/>
                <a:ext cx="13400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6" extrusionOk="0">
                    <a:moveTo>
                      <a:pt x="260" y="1"/>
                    </a:moveTo>
                    <a:cubicBezTo>
                      <a:pt x="123" y="1"/>
                      <a:pt x="1" y="123"/>
                      <a:pt x="1" y="260"/>
                    </a:cubicBezTo>
                    <a:cubicBezTo>
                      <a:pt x="1" y="413"/>
                      <a:pt x="123" y="535"/>
                      <a:pt x="260" y="535"/>
                    </a:cubicBezTo>
                    <a:cubicBezTo>
                      <a:pt x="413" y="535"/>
                      <a:pt x="535" y="413"/>
                      <a:pt x="535" y="260"/>
                    </a:cubicBezTo>
                    <a:cubicBezTo>
                      <a:pt x="535" y="123"/>
                      <a:pt x="413" y="1"/>
                      <a:pt x="2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588;p72">
                <a:extLst>
                  <a:ext uri="{FF2B5EF4-FFF2-40B4-BE49-F238E27FC236}">
                    <a16:creationId xmlns:a16="http://schemas.microsoft.com/office/drawing/2014/main" id="{ECC700CC-7222-BF42-1860-C7A8D692377C}"/>
                  </a:ext>
                </a:extLst>
              </p:cNvPr>
              <p:cNvSpPr/>
              <p:nvPr/>
            </p:nvSpPr>
            <p:spPr>
              <a:xfrm>
                <a:off x="1319900" y="1064675"/>
                <a:ext cx="1302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6" extrusionOk="0">
                    <a:moveTo>
                      <a:pt x="261" y="1"/>
                    </a:moveTo>
                    <a:cubicBezTo>
                      <a:pt x="108" y="1"/>
                      <a:pt x="1" y="123"/>
                      <a:pt x="1" y="260"/>
                    </a:cubicBezTo>
                    <a:cubicBezTo>
                      <a:pt x="1" y="413"/>
                      <a:pt x="123" y="535"/>
                      <a:pt x="261" y="535"/>
                    </a:cubicBezTo>
                    <a:cubicBezTo>
                      <a:pt x="413" y="535"/>
                      <a:pt x="520" y="413"/>
                      <a:pt x="520" y="260"/>
                    </a:cubicBezTo>
                    <a:cubicBezTo>
                      <a:pt x="520" y="123"/>
                      <a:pt x="413" y="1"/>
                      <a:pt x="2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589;p72">
                <a:extLst>
                  <a:ext uri="{FF2B5EF4-FFF2-40B4-BE49-F238E27FC236}">
                    <a16:creationId xmlns:a16="http://schemas.microsoft.com/office/drawing/2014/main" id="{92AC5C4C-48D9-0582-BF0A-18D76D1E14AD}"/>
                  </a:ext>
                </a:extLst>
              </p:cNvPr>
              <p:cNvSpPr/>
              <p:nvPr/>
            </p:nvSpPr>
            <p:spPr>
              <a:xfrm>
                <a:off x="739500" y="1144500"/>
                <a:ext cx="4392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3101" extrusionOk="0">
                    <a:moveTo>
                      <a:pt x="1451" y="3101"/>
                    </a:moveTo>
                    <a:cubicBezTo>
                      <a:pt x="1390" y="3101"/>
                      <a:pt x="1314" y="3070"/>
                      <a:pt x="1268" y="3009"/>
                    </a:cubicBezTo>
                    <a:lnTo>
                      <a:pt x="107" y="1772"/>
                    </a:lnTo>
                    <a:cubicBezTo>
                      <a:pt x="0" y="1665"/>
                      <a:pt x="0" y="1482"/>
                      <a:pt x="107" y="1375"/>
                    </a:cubicBezTo>
                    <a:lnTo>
                      <a:pt x="1283" y="107"/>
                    </a:lnTo>
                    <a:cubicBezTo>
                      <a:pt x="1390" y="0"/>
                      <a:pt x="1558" y="0"/>
                      <a:pt x="1650" y="107"/>
                    </a:cubicBezTo>
                    <a:cubicBezTo>
                      <a:pt x="1757" y="214"/>
                      <a:pt x="1757" y="382"/>
                      <a:pt x="1650" y="504"/>
                    </a:cubicBezTo>
                    <a:lnTo>
                      <a:pt x="642" y="1573"/>
                    </a:lnTo>
                    <a:lnTo>
                      <a:pt x="1634" y="2627"/>
                    </a:lnTo>
                    <a:cubicBezTo>
                      <a:pt x="1726" y="2734"/>
                      <a:pt x="1726" y="2902"/>
                      <a:pt x="1634" y="3009"/>
                    </a:cubicBezTo>
                    <a:cubicBezTo>
                      <a:pt x="1589" y="3070"/>
                      <a:pt x="1512" y="3101"/>
                      <a:pt x="1451" y="3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590;p72">
                <a:extLst>
                  <a:ext uri="{FF2B5EF4-FFF2-40B4-BE49-F238E27FC236}">
                    <a16:creationId xmlns:a16="http://schemas.microsoft.com/office/drawing/2014/main" id="{0656C233-8AD1-58FF-A5BF-8F7DA3D427EA}"/>
                  </a:ext>
                </a:extLst>
              </p:cNvPr>
              <p:cNvSpPr/>
              <p:nvPr/>
            </p:nvSpPr>
            <p:spPr>
              <a:xfrm>
                <a:off x="861675" y="1144500"/>
                <a:ext cx="431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1727" h="3101" extrusionOk="0">
                    <a:moveTo>
                      <a:pt x="306" y="3101"/>
                    </a:moveTo>
                    <a:cubicBezTo>
                      <a:pt x="230" y="3101"/>
                      <a:pt x="169" y="3070"/>
                      <a:pt x="123" y="3009"/>
                    </a:cubicBezTo>
                    <a:cubicBezTo>
                      <a:pt x="16" y="2902"/>
                      <a:pt x="16" y="2734"/>
                      <a:pt x="123" y="2627"/>
                    </a:cubicBezTo>
                    <a:lnTo>
                      <a:pt x="1101" y="1573"/>
                    </a:lnTo>
                    <a:lnTo>
                      <a:pt x="92" y="504"/>
                    </a:lnTo>
                    <a:cubicBezTo>
                      <a:pt x="1" y="397"/>
                      <a:pt x="1" y="214"/>
                      <a:pt x="92" y="107"/>
                    </a:cubicBezTo>
                    <a:cubicBezTo>
                      <a:pt x="199" y="0"/>
                      <a:pt x="367" y="0"/>
                      <a:pt x="459" y="107"/>
                    </a:cubicBezTo>
                    <a:lnTo>
                      <a:pt x="1650" y="1375"/>
                    </a:lnTo>
                    <a:cubicBezTo>
                      <a:pt x="1696" y="1436"/>
                      <a:pt x="1727" y="1497"/>
                      <a:pt x="1727" y="1573"/>
                    </a:cubicBezTo>
                    <a:cubicBezTo>
                      <a:pt x="1727" y="1650"/>
                      <a:pt x="1696" y="1711"/>
                      <a:pt x="1650" y="1772"/>
                    </a:cubicBezTo>
                    <a:lnTo>
                      <a:pt x="474" y="3009"/>
                    </a:lnTo>
                    <a:cubicBezTo>
                      <a:pt x="428" y="3070"/>
                      <a:pt x="367" y="3101"/>
                      <a:pt x="306" y="3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591;p72">
                <a:extLst>
                  <a:ext uri="{FF2B5EF4-FFF2-40B4-BE49-F238E27FC236}">
                    <a16:creationId xmlns:a16="http://schemas.microsoft.com/office/drawing/2014/main" id="{95EADC31-17A6-E39B-9972-841FA4BA11F7}"/>
                  </a:ext>
                </a:extLst>
              </p:cNvPr>
              <p:cNvSpPr/>
              <p:nvPr/>
            </p:nvSpPr>
            <p:spPr>
              <a:xfrm>
                <a:off x="800575" y="1139525"/>
                <a:ext cx="43575" cy="90900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3636" extrusionOk="0">
                    <a:moveTo>
                      <a:pt x="291" y="3636"/>
                    </a:moveTo>
                    <a:cubicBezTo>
                      <a:pt x="261" y="3636"/>
                      <a:pt x="230" y="3636"/>
                      <a:pt x="199" y="3620"/>
                    </a:cubicBezTo>
                    <a:cubicBezTo>
                      <a:pt x="62" y="3559"/>
                      <a:pt x="1" y="3391"/>
                      <a:pt x="62" y="3254"/>
                    </a:cubicBezTo>
                    <a:lnTo>
                      <a:pt x="1223" y="214"/>
                    </a:lnTo>
                    <a:cubicBezTo>
                      <a:pt x="1269" y="62"/>
                      <a:pt x="1421" y="0"/>
                      <a:pt x="1559" y="62"/>
                    </a:cubicBezTo>
                    <a:cubicBezTo>
                      <a:pt x="1681" y="123"/>
                      <a:pt x="1742" y="275"/>
                      <a:pt x="1696" y="413"/>
                    </a:cubicBezTo>
                    <a:lnTo>
                      <a:pt x="536" y="3468"/>
                    </a:lnTo>
                    <a:cubicBezTo>
                      <a:pt x="490" y="3575"/>
                      <a:pt x="398" y="3636"/>
                      <a:pt x="291" y="363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592;p72">
                <a:extLst>
                  <a:ext uri="{FF2B5EF4-FFF2-40B4-BE49-F238E27FC236}">
                    <a16:creationId xmlns:a16="http://schemas.microsoft.com/office/drawing/2014/main" id="{8EA84B85-5222-9764-B229-7DE057DBEBA2}"/>
                  </a:ext>
                </a:extLst>
              </p:cNvPr>
              <p:cNvSpPr/>
              <p:nvPr/>
            </p:nvSpPr>
            <p:spPr>
              <a:xfrm>
                <a:off x="1181675" y="960425"/>
                <a:ext cx="242125" cy="242125"/>
              </a:xfrm>
              <a:custGeom>
                <a:avLst/>
                <a:gdLst/>
                <a:ahLst/>
                <a:cxnLst/>
                <a:rect l="l" t="t" r="r" b="b"/>
                <a:pathLst>
                  <a:path w="9685" h="9685" extrusionOk="0">
                    <a:moveTo>
                      <a:pt x="8936" y="459"/>
                    </a:moveTo>
                    <a:cubicBezTo>
                      <a:pt x="9104" y="459"/>
                      <a:pt x="9226" y="581"/>
                      <a:pt x="9226" y="749"/>
                    </a:cubicBezTo>
                    <a:lnTo>
                      <a:pt x="9226" y="8936"/>
                    </a:lnTo>
                    <a:cubicBezTo>
                      <a:pt x="9226" y="9104"/>
                      <a:pt x="9104" y="9242"/>
                      <a:pt x="8936" y="9242"/>
                    </a:cubicBezTo>
                    <a:lnTo>
                      <a:pt x="749" y="9242"/>
                    </a:lnTo>
                    <a:cubicBezTo>
                      <a:pt x="581" y="9242"/>
                      <a:pt x="444" y="9104"/>
                      <a:pt x="444" y="8936"/>
                    </a:cubicBezTo>
                    <a:lnTo>
                      <a:pt x="444" y="749"/>
                    </a:lnTo>
                    <a:cubicBezTo>
                      <a:pt x="444" y="581"/>
                      <a:pt x="581" y="459"/>
                      <a:pt x="749" y="459"/>
                    </a:cubicBezTo>
                    <a:close/>
                    <a:moveTo>
                      <a:pt x="734" y="1"/>
                    </a:moveTo>
                    <a:cubicBezTo>
                      <a:pt x="337" y="1"/>
                      <a:pt x="1" y="337"/>
                      <a:pt x="1" y="749"/>
                    </a:cubicBezTo>
                    <a:lnTo>
                      <a:pt x="1" y="8936"/>
                    </a:lnTo>
                    <a:cubicBezTo>
                      <a:pt x="1" y="9349"/>
                      <a:pt x="337" y="9685"/>
                      <a:pt x="734" y="9685"/>
                    </a:cubicBezTo>
                    <a:lnTo>
                      <a:pt x="8936" y="9685"/>
                    </a:lnTo>
                    <a:cubicBezTo>
                      <a:pt x="9348" y="9685"/>
                      <a:pt x="9684" y="9349"/>
                      <a:pt x="9684" y="8936"/>
                    </a:cubicBezTo>
                    <a:lnTo>
                      <a:pt x="9684" y="749"/>
                    </a:lnTo>
                    <a:cubicBezTo>
                      <a:pt x="9684" y="337"/>
                      <a:pt x="9348" y="1"/>
                      <a:pt x="89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593;p72">
                <a:extLst>
                  <a:ext uri="{FF2B5EF4-FFF2-40B4-BE49-F238E27FC236}">
                    <a16:creationId xmlns:a16="http://schemas.microsoft.com/office/drawing/2014/main" id="{DC7BF776-6A1D-6442-C231-3DE22E40DACE}"/>
                  </a:ext>
                </a:extLst>
              </p:cNvPr>
              <p:cNvSpPr/>
              <p:nvPr/>
            </p:nvSpPr>
            <p:spPr>
              <a:xfrm>
                <a:off x="1013650" y="1101350"/>
                <a:ext cx="93200" cy="93175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727" extrusionOk="0">
                    <a:moveTo>
                      <a:pt x="3728" y="1986"/>
                    </a:moveTo>
                    <a:lnTo>
                      <a:pt x="3728" y="1726"/>
                    </a:lnTo>
                    <a:cubicBezTo>
                      <a:pt x="3728" y="1634"/>
                      <a:pt x="3651" y="1558"/>
                      <a:pt x="3560" y="1558"/>
                    </a:cubicBezTo>
                    <a:lnTo>
                      <a:pt x="3132" y="1558"/>
                    </a:lnTo>
                    <a:cubicBezTo>
                      <a:pt x="3102" y="1421"/>
                      <a:pt x="3056" y="1283"/>
                      <a:pt x="2979" y="1176"/>
                    </a:cubicBezTo>
                    <a:lnTo>
                      <a:pt x="3270" y="871"/>
                    </a:lnTo>
                    <a:cubicBezTo>
                      <a:pt x="3346" y="810"/>
                      <a:pt x="3346" y="703"/>
                      <a:pt x="3270" y="626"/>
                    </a:cubicBezTo>
                    <a:lnTo>
                      <a:pt x="3086" y="458"/>
                    </a:lnTo>
                    <a:cubicBezTo>
                      <a:pt x="3025" y="382"/>
                      <a:pt x="2918" y="382"/>
                      <a:pt x="2842" y="458"/>
                    </a:cubicBezTo>
                    <a:lnTo>
                      <a:pt x="2552" y="749"/>
                    </a:lnTo>
                    <a:cubicBezTo>
                      <a:pt x="2430" y="672"/>
                      <a:pt x="2307" y="611"/>
                      <a:pt x="2170" y="580"/>
                    </a:cubicBezTo>
                    <a:lnTo>
                      <a:pt x="2170" y="168"/>
                    </a:lnTo>
                    <a:cubicBezTo>
                      <a:pt x="2170" y="76"/>
                      <a:pt x="2093" y="0"/>
                      <a:pt x="1987" y="0"/>
                    </a:cubicBezTo>
                    <a:lnTo>
                      <a:pt x="1742" y="0"/>
                    </a:lnTo>
                    <a:cubicBezTo>
                      <a:pt x="1635" y="0"/>
                      <a:pt x="1559" y="76"/>
                      <a:pt x="1559" y="168"/>
                    </a:cubicBezTo>
                    <a:lnTo>
                      <a:pt x="1559" y="580"/>
                    </a:lnTo>
                    <a:cubicBezTo>
                      <a:pt x="1421" y="611"/>
                      <a:pt x="1299" y="672"/>
                      <a:pt x="1177" y="749"/>
                    </a:cubicBezTo>
                    <a:lnTo>
                      <a:pt x="887" y="458"/>
                    </a:lnTo>
                    <a:cubicBezTo>
                      <a:pt x="810" y="382"/>
                      <a:pt x="704" y="382"/>
                      <a:pt x="627" y="458"/>
                    </a:cubicBezTo>
                    <a:lnTo>
                      <a:pt x="459" y="626"/>
                    </a:lnTo>
                    <a:cubicBezTo>
                      <a:pt x="383" y="703"/>
                      <a:pt x="383" y="810"/>
                      <a:pt x="459" y="871"/>
                    </a:cubicBezTo>
                    <a:lnTo>
                      <a:pt x="749" y="1176"/>
                    </a:lnTo>
                    <a:cubicBezTo>
                      <a:pt x="673" y="1283"/>
                      <a:pt x="627" y="1421"/>
                      <a:pt x="581" y="1558"/>
                    </a:cubicBezTo>
                    <a:lnTo>
                      <a:pt x="169" y="1558"/>
                    </a:lnTo>
                    <a:cubicBezTo>
                      <a:pt x="77" y="1558"/>
                      <a:pt x="1" y="1634"/>
                      <a:pt x="1" y="1726"/>
                    </a:cubicBezTo>
                    <a:lnTo>
                      <a:pt x="1" y="1986"/>
                    </a:lnTo>
                    <a:cubicBezTo>
                      <a:pt x="1" y="2077"/>
                      <a:pt x="77" y="2154"/>
                      <a:pt x="169" y="2154"/>
                    </a:cubicBezTo>
                    <a:lnTo>
                      <a:pt x="581" y="2154"/>
                    </a:lnTo>
                    <a:cubicBezTo>
                      <a:pt x="627" y="2306"/>
                      <a:pt x="673" y="2429"/>
                      <a:pt x="749" y="2551"/>
                    </a:cubicBezTo>
                    <a:lnTo>
                      <a:pt x="459" y="2841"/>
                    </a:lnTo>
                    <a:cubicBezTo>
                      <a:pt x="383" y="2917"/>
                      <a:pt x="383" y="3024"/>
                      <a:pt x="459" y="3085"/>
                    </a:cubicBezTo>
                    <a:lnTo>
                      <a:pt x="627" y="3269"/>
                    </a:lnTo>
                    <a:cubicBezTo>
                      <a:pt x="704" y="3330"/>
                      <a:pt x="810" y="3330"/>
                      <a:pt x="887" y="3269"/>
                    </a:cubicBezTo>
                    <a:lnTo>
                      <a:pt x="1177" y="2979"/>
                    </a:lnTo>
                    <a:cubicBezTo>
                      <a:pt x="1299" y="3040"/>
                      <a:pt x="1421" y="3101"/>
                      <a:pt x="1559" y="3131"/>
                    </a:cubicBezTo>
                    <a:lnTo>
                      <a:pt x="1559" y="3559"/>
                    </a:lnTo>
                    <a:cubicBezTo>
                      <a:pt x="1559" y="3651"/>
                      <a:pt x="1635" y="3727"/>
                      <a:pt x="1742" y="3727"/>
                    </a:cubicBezTo>
                    <a:lnTo>
                      <a:pt x="1987" y="3727"/>
                    </a:lnTo>
                    <a:cubicBezTo>
                      <a:pt x="2093" y="3727"/>
                      <a:pt x="2170" y="3651"/>
                      <a:pt x="2170" y="3559"/>
                    </a:cubicBezTo>
                    <a:lnTo>
                      <a:pt x="2170" y="3131"/>
                    </a:lnTo>
                    <a:cubicBezTo>
                      <a:pt x="2307" y="3101"/>
                      <a:pt x="2430" y="3040"/>
                      <a:pt x="2552" y="2979"/>
                    </a:cubicBezTo>
                    <a:lnTo>
                      <a:pt x="2842" y="3269"/>
                    </a:lnTo>
                    <a:cubicBezTo>
                      <a:pt x="2918" y="3330"/>
                      <a:pt x="3025" y="3330"/>
                      <a:pt x="3086" y="3269"/>
                    </a:cubicBezTo>
                    <a:lnTo>
                      <a:pt x="3270" y="3085"/>
                    </a:lnTo>
                    <a:cubicBezTo>
                      <a:pt x="3346" y="3024"/>
                      <a:pt x="3346" y="2902"/>
                      <a:pt x="3270" y="2841"/>
                    </a:cubicBezTo>
                    <a:lnTo>
                      <a:pt x="2979" y="2551"/>
                    </a:lnTo>
                    <a:cubicBezTo>
                      <a:pt x="3056" y="2429"/>
                      <a:pt x="3102" y="2306"/>
                      <a:pt x="3132" y="2154"/>
                    </a:cubicBezTo>
                    <a:lnTo>
                      <a:pt x="3560" y="2154"/>
                    </a:lnTo>
                    <a:cubicBezTo>
                      <a:pt x="3651" y="2154"/>
                      <a:pt x="3728" y="2093"/>
                      <a:pt x="3728" y="1986"/>
                    </a:cubicBezTo>
                    <a:close/>
                    <a:moveTo>
                      <a:pt x="1987" y="2566"/>
                    </a:moveTo>
                    <a:cubicBezTo>
                      <a:pt x="1498" y="2658"/>
                      <a:pt x="1070" y="2230"/>
                      <a:pt x="1146" y="1741"/>
                    </a:cubicBezTo>
                    <a:cubicBezTo>
                      <a:pt x="1208" y="1436"/>
                      <a:pt x="1437" y="1207"/>
                      <a:pt x="1742" y="1146"/>
                    </a:cubicBezTo>
                    <a:cubicBezTo>
                      <a:pt x="2231" y="1069"/>
                      <a:pt x="2659" y="1482"/>
                      <a:pt x="2567" y="1986"/>
                    </a:cubicBezTo>
                    <a:cubicBezTo>
                      <a:pt x="2521" y="2276"/>
                      <a:pt x="2277" y="2520"/>
                      <a:pt x="1987" y="25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594;p72">
                <a:extLst>
                  <a:ext uri="{FF2B5EF4-FFF2-40B4-BE49-F238E27FC236}">
                    <a16:creationId xmlns:a16="http://schemas.microsoft.com/office/drawing/2014/main" id="{83854F84-5FFF-EB39-5455-30A5B4652442}"/>
                  </a:ext>
                </a:extLst>
              </p:cNvPr>
              <p:cNvSpPr/>
              <p:nvPr/>
            </p:nvSpPr>
            <p:spPr>
              <a:xfrm>
                <a:off x="1815550" y="2198400"/>
                <a:ext cx="16537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6615" h="3575" extrusionOk="0">
                    <a:moveTo>
                      <a:pt x="1" y="3575"/>
                    </a:moveTo>
                    <a:lnTo>
                      <a:pt x="4736" y="3300"/>
                    </a:lnTo>
                    <a:cubicBezTo>
                      <a:pt x="4736" y="3300"/>
                      <a:pt x="6615" y="3285"/>
                      <a:pt x="4980" y="2322"/>
                    </a:cubicBezTo>
                    <a:cubicBezTo>
                      <a:pt x="4690" y="2139"/>
                      <a:pt x="4430" y="1956"/>
                      <a:pt x="4201" y="1757"/>
                    </a:cubicBezTo>
                    <a:cubicBezTo>
                      <a:pt x="3453" y="1116"/>
                      <a:pt x="3025" y="383"/>
                      <a:pt x="2827" y="1"/>
                    </a:cubicBezTo>
                    <a:lnTo>
                      <a:pt x="1895" y="245"/>
                    </a:lnTo>
                    <a:lnTo>
                      <a:pt x="276" y="673"/>
                    </a:lnTo>
                    <a:cubicBezTo>
                      <a:pt x="260" y="673"/>
                      <a:pt x="245" y="688"/>
                      <a:pt x="230" y="688"/>
                    </a:cubicBezTo>
                    <a:cubicBezTo>
                      <a:pt x="123" y="1650"/>
                      <a:pt x="1" y="3575"/>
                      <a:pt x="1" y="35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595;p72">
                <a:extLst>
                  <a:ext uri="{FF2B5EF4-FFF2-40B4-BE49-F238E27FC236}">
                    <a16:creationId xmlns:a16="http://schemas.microsoft.com/office/drawing/2014/main" id="{48E3A719-6507-BD53-5875-7395B81D4119}"/>
                  </a:ext>
                </a:extLst>
              </p:cNvPr>
              <p:cNvSpPr/>
              <p:nvPr/>
            </p:nvSpPr>
            <p:spPr>
              <a:xfrm>
                <a:off x="1813275" y="2255800"/>
                <a:ext cx="16002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6401" h="1738" extrusionOk="0">
                    <a:moveTo>
                      <a:pt x="4878" y="0"/>
                    </a:moveTo>
                    <a:cubicBezTo>
                      <a:pt x="3819" y="0"/>
                      <a:pt x="3696" y="1065"/>
                      <a:pt x="3696" y="1065"/>
                    </a:cubicBezTo>
                    <a:lnTo>
                      <a:pt x="92" y="867"/>
                    </a:lnTo>
                    <a:lnTo>
                      <a:pt x="0" y="1737"/>
                    </a:lnTo>
                    <a:lnTo>
                      <a:pt x="6400" y="1737"/>
                    </a:lnTo>
                    <a:cubicBezTo>
                      <a:pt x="6400" y="1737"/>
                      <a:pt x="6293" y="164"/>
                      <a:pt x="5071" y="11"/>
                    </a:cubicBezTo>
                    <a:cubicBezTo>
                      <a:pt x="5004" y="4"/>
                      <a:pt x="4939" y="0"/>
                      <a:pt x="48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596;p72">
                <a:extLst>
                  <a:ext uri="{FF2B5EF4-FFF2-40B4-BE49-F238E27FC236}">
                    <a16:creationId xmlns:a16="http://schemas.microsoft.com/office/drawing/2014/main" id="{AA5101B0-8D3B-1F37-5CCB-0FC3953B8569}"/>
                  </a:ext>
                </a:extLst>
              </p:cNvPr>
              <p:cNvSpPr/>
              <p:nvPr/>
            </p:nvSpPr>
            <p:spPr>
              <a:xfrm>
                <a:off x="1862900" y="2198400"/>
                <a:ext cx="57700" cy="52350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2094" extrusionOk="0">
                    <a:moveTo>
                      <a:pt x="933" y="1"/>
                    </a:moveTo>
                    <a:lnTo>
                      <a:pt x="1" y="245"/>
                    </a:lnTo>
                    <a:cubicBezTo>
                      <a:pt x="154" y="719"/>
                      <a:pt x="551" y="1788"/>
                      <a:pt x="1314" y="2093"/>
                    </a:cubicBezTo>
                    <a:cubicBezTo>
                      <a:pt x="1696" y="1803"/>
                      <a:pt x="2063" y="1757"/>
                      <a:pt x="2307" y="1757"/>
                    </a:cubicBezTo>
                    <a:cubicBezTo>
                      <a:pt x="1559" y="1116"/>
                      <a:pt x="1131" y="383"/>
                      <a:pt x="9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597;p72">
                <a:extLst>
                  <a:ext uri="{FF2B5EF4-FFF2-40B4-BE49-F238E27FC236}">
                    <a16:creationId xmlns:a16="http://schemas.microsoft.com/office/drawing/2014/main" id="{1F5F6C11-F9D8-AA26-FE9B-A06218423926}"/>
                  </a:ext>
                </a:extLst>
              </p:cNvPr>
              <p:cNvSpPr/>
              <p:nvPr/>
            </p:nvSpPr>
            <p:spPr>
              <a:xfrm>
                <a:off x="1599050" y="1697025"/>
                <a:ext cx="291000" cy="506375"/>
              </a:xfrm>
              <a:custGeom>
                <a:avLst/>
                <a:gdLst/>
                <a:ahLst/>
                <a:cxnLst/>
                <a:rect l="l" t="t" r="r" b="b"/>
                <a:pathLst>
                  <a:path w="11640" h="20255" extrusionOk="0">
                    <a:moveTo>
                      <a:pt x="11639" y="19704"/>
                    </a:moveTo>
                    <a:lnTo>
                      <a:pt x="8477" y="20041"/>
                    </a:lnTo>
                    <a:cubicBezTo>
                      <a:pt x="8477" y="20041"/>
                      <a:pt x="7225" y="10112"/>
                      <a:pt x="6110" y="6019"/>
                    </a:cubicBezTo>
                    <a:cubicBezTo>
                      <a:pt x="5743" y="6859"/>
                      <a:pt x="5026" y="9914"/>
                      <a:pt x="4338" y="12969"/>
                    </a:cubicBezTo>
                    <a:cubicBezTo>
                      <a:pt x="3544" y="16512"/>
                      <a:pt x="2826" y="20056"/>
                      <a:pt x="2826" y="20056"/>
                    </a:cubicBezTo>
                    <a:cubicBezTo>
                      <a:pt x="2826" y="20056"/>
                      <a:pt x="1008" y="20254"/>
                      <a:pt x="0" y="19445"/>
                    </a:cubicBezTo>
                    <a:cubicBezTo>
                      <a:pt x="306" y="13778"/>
                      <a:pt x="2505" y="2475"/>
                      <a:pt x="2780" y="826"/>
                    </a:cubicBezTo>
                    <a:cubicBezTo>
                      <a:pt x="2780" y="841"/>
                      <a:pt x="2795" y="841"/>
                      <a:pt x="2795" y="856"/>
                    </a:cubicBezTo>
                    <a:cubicBezTo>
                      <a:pt x="2811" y="933"/>
                      <a:pt x="2841" y="994"/>
                      <a:pt x="2872" y="1055"/>
                    </a:cubicBezTo>
                    <a:cubicBezTo>
                      <a:pt x="2887" y="1070"/>
                      <a:pt x="2902" y="1101"/>
                      <a:pt x="2918" y="1131"/>
                    </a:cubicBezTo>
                    <a:lnTo>
                      <a:pt x="2933" y="1131"/>
                    </a:lnTo>
                    <a:cubicBezTo>
                      <a:pt x="3193" y="1421"/>
                      <a:pt x="3972" y="1727"/>
                      <a:pt x="5071" y="1773"/>
                    </a:cubicBezTo>
                    <a:cubicBezTo>
                      <a:pt x="6263" y="1803"/>
                      <a:pt x="7805" y="1513"/>
                      <a:pt x="9455" y="520"/>
                    </a:cubicBezTo>
                    <a:cubicBezTo>
                      <a:pt x="9486" y="444"/>
                      <a:pt x="9486" y="260"/>
                      <a:pt x="9470" y="1"/>
                    </a:cubicBezTo>
                    <a:cubicBezTo>
                      <a:pt x="9531" y="47"/>
                      <a:pt x="9638" y="719"/>
                      <a:pt x="9761" y="1773"/>
                    </a:cubicBezTo>
                    <a:cubicBezTo>
                      <a:pt x="10387" y="6615"/>
                      <a:pt x="11639" y="19704"/>
                      <a:pt x="11639" y="197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598;p72">
                <a:extLst>
                  <a:ext uri="{FF2B5EF4-FFF2-40B4-BE49-F238E27FC236}">
                    <a16:creationId xmlns:a16="http://schemas.microsoft.com/office/drawing/2014/main" id="{B258E1D2-2BCC-4ACA-5696-85A77FD71794}"/>
                  </a:ext>
                </a:extLst>
              </p:cNvPr>
              <p:cNvSpPr/>
              <p:nvPr/>
            </p:nvSpPr>
            <p:spPr>
              <a:xfrm>
                <a:off x="1610500" y="1480900"/>
                <a:ext cx="57300" cy="121075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4843" extrusionOk="0">
                    <a:moveTo>
                      <a:pt x="2292" y="3682"/>
                    </a:moveTo>
                    <a:lnTo>
                      <a:pt x="2063" y="4552"/>
                    </a:lnTo>
                    <a:lnTo>
                      <a:pt x="2047" y="4613"/>
                    </a:lnTo>
                    <a:lnTo>
                      <a:pt x="2001" y="4812"/>
                    </a:lnTo>
                    <a:lnTo>
                      <a:pt x="2001" y="4812"/>
                    </a:lnTo>
                    <a:cubicBezTo>
                      <a:pt x="2001" y="4812"/>
                      <a:pt x="1589" y="4843"/>
                      <a:pt x="1054" y="4674"/>
                    </a:cubicBezTo>
                    <a:cubicBezTo>
                      <a:pt x="795" y="4583"/>
                      <a:pt x="505" y="4461"/>
                      <a:pt x="214" y="4262"/>
                    </a:cubicBezTo>
                    <a:cubicBezTo>
                      <a:pt x="138" y="4201"/>
                      <a:pt x="62" y="4155"/>
                      <a:pt x="1" y="4094"/>
                    </a:cubicBezTo>
                    <a:cubicBezTo>
                      <a:pt x="92" y="2933"/>
                      <a:pt x="474" y="871"/>
                      <a:pt x="596" y="214"/>
                    </a:cubicBezTo>
                    <a:cubicBezTo>
                      <a:pt x="627" y="77"/>
                      <a:pt x="642" y="1"/>
                      <a:pt x="6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599;p72">
                <a:extLst>
                  <a:ext uri="{FF2B5EF4-FFF2-40B4-BE49-F238E27FC236}">
                    <a16:creationId xmlns:a16="http://schemas.microsoft.com/office/drawing/2014/main" id="{DA973265-902B-AF44-0812-C14AA5D5DCC5}"/>
                  </a:ext>
                </a:extLst>
              </p:cNvPr>
              <p:cNvSpPr/>
              <p:nvPr/>
            </p:nvSpPr>
            <p:spPr>
              <a:xfrm>
                <a:off x="1571550" y="1587450"/>
                <a:ext cx="98175" cy="132900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5316" extrusionOk="0">
                    <a:moveTo>
                      <a:pt x="3926" y="443"/>
                    </a:moveTo>
                    <a:cubicBezTo>
                      <a:pt x="3926" y="443"/>
                      <a:pt x="3682" y="1482"/>
                      <a:pt x="3376" y="2444"/>
                    </a:cubicBezTo>
                    <a:cubicBezTo>
                      <a:pt x="3162" y="3131"/>
                      <a:pt x="2918" y="3773"/>
                      <a:pt x="2704" y="3987"/>
                    </a:cubicBezTo>
                    <a:cubicBezTo>
                      <a:pt x="2169" y="4491"/>
                      <a:pt x="795" y="5316"/>
                      <a:pt x="795" y="5316"/>
                    </a:cubicBezTo>
                    <a:lnTo>
                      <a:pt x="1" y="3681"/>
                    </a:lnTo>
                    <a:lnTo>
                      <a:pt x="1177" y="2643"/>
                    </a:lnTo>
                    <a:lnTo>
                      <a:pt x="1635" y="581"/>
                    </a:lnTo>
                    <a:lnTo>
                      <a:pt x="1772" y="0"/>
                    </a:lnTo>
                    <a:cubicBezTo>
                      <a:pt x="2658" y="626"/>
                      <a:pt x="3559" y="550"/>
                      <a:pt x="3559" y="550"/>
                    </a:cubicBezTo>
                    <a:lnTo>
                      <a:pt x="3605" y="351"/>
                    </a:ln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600;p72">
                <a:extLst>
                  <a:ext uri="{FF2B5EF4-FFF2-40B4-BE49-F238E27FC236}">
                    <a16:creationId xmlns:a16="http://schemas.microsoft.com/office/drawing/2014/main" id="{93D1B344-C806-CB75-729C-32184704C1C3}"/>
                  </a:ext>
                </a:extLst>
              </p:cNvPr>
              <p:cNvSpPr/>
              <p:nvPr/>
            </p:nvSpPr>
            <p:spPr>
              <a:xfrm>
                <a:off x="1625000" y="1424775"/>
                <a:ext cx="211200" cy="317350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12694" extrusionOk="0">
                    <a:moveTo>
                      <a:pt x="8417" y="11410"/>
                    </a:moveTo>
                    <a:cubicBezTo>
                      <a:pt x="6767" y="12403"/>
                      <a:pt x="5225" y="12693"/>
                      <a:pt x="4033" y="12663"/>
                    </a:cubicBezTo>
                    <a:cubicBezTo>
                      <a:pt x="2934" y="12617"/>
                      <a:pt x="2139" y="12296"/>
                      <a:pt x="1880" y="12021"/>
                    </a:cubicBezTo>
                    <a:cubicBezTo>
                      <a:pt x="1864" y="11991"/>
                      <a:pt x="1834" y="11960"/>
                      <a:pt x="1834" y="11929"/>
                    </a:cubicBezTo>
                    <a:cubicBezTo>
                      <a:pt x="1803" y="11884"/>
                      <a:pt x="1773" y="11823"/>
                      <a:pt x="1757" y="11746"/>
                    </a:cubicBezTo>
                    <a:cubicBezTo>
                      <a:pt x="1757" y="11731"/>
                      <a:pt x="1742" y="11716"/>
                      <a:pt x="1742" y="11716"/>
                    </a:cubicBezTo>
                    <a:cubicBezTo>
                      <a:pt x="1666" y="11349"/>
                      <a:pt x="1651" y="10723"/>
                      <a:pt x="1651" y="10081"/>
                    </a:cubicBezTo>
                    <a:cubicBezTo>
                      <a:pt x="1651" y="9990"/>
                      <a:pt x="1651" y="9883"/>
                      <a:pt x="1651" y="9776"/>
                    </a:cubicBezTo>
                    <a:cubicBezTo>
                      <a:pt x="1651" y="9516"/>
                      <a:pt x="1666" y="9241"/>
                      <a:pt x="1666" y="8982"/>
                    </a:cubicBezTo>
                    <a:lnTo>
                      <a:pt x="1666" y="8982"/>
                    </a:lnTo>
                    <a:cubicBezTo>
                      <a:pt x="1666" y="8645"/>
                      <a:pt x="1666" y="8340"/>
                      <a:pt x="1651" y="8096"/>
                    </a:cubicBezTo>
                    <a:cubicBezTo>
                      <a:pt x="1651" y="7973"/>
                      <a:pt x="1635" y="7882"/>
                      <a:pt x="1620" y="7805"/>
                    </a:cubicBezTo>
                    <a:cubicBezTo>
                      <a:pt x="1620" y="7775"/>
                      <a:pt x="1620" y="7744"/>
                      <a:pt x="1605" y="7714"/>
                    </a:cubicBezTo>
                    <a:cubicBezTo>
                      <a:pt x="1605" y="7698"/>
                      <a:pt x="1605" y="7698"/>
                      <a:pt x="1605" y="7683"/>
                    </a:cubicBezTo>
                    <a:cubicBezTo>
                      <a:pt x="1574" y="7546"/>
                      <a:pt x="1498" y="7317"/>
                      <a:pt x="1421" y="7057"/>
                    </a:cubicBezTo>
                    <a:lnTo>
                      <a:pt x="1421" y="7057"/>
                    </a:lnTo>
                    <a:cubicBezTo>
                      <a:pt x="1345" y="6813"/>
                      <a:pt x="1253" y="6522"/>
                      <a:pt x="1147" y="6217"/>
                    </a:cubicBezTo>
                    <a:cubicBezTo>
                      <a:pt x="1116" y="6125"/>
                      <a:pt x="1085" y="6034"/>
                      <a:pt x="1055" y="5942"/>
                    </a:cubicBezTo>
                    <a:cubicBezTo>
                      <a:pt x="963" y="5667"/>
                      <a:pt x="856" y="5362"/>
                      <a:pt x="765" y="5071"/>
                    </a:cubicBezTo>
                    <a:cubicBezTo>
                      <a:pt x="688" y="4827"/>
                      <a:pt x="612" y="4598"/>
                      <a:pt x="536" y="4369"/>
                    </a:cubicBezTo>
                    <a:cubicBezTo>
                      <a:pt x="505" y="4277"/>
                      <a:pt x="474" y="4185"/>
                      <a:pt x="444" y="4094"/>
                    </a:cubicBezTo>
                    <a:cubicBezTo>
                      <a:pt x="261" y="3468"/>
                      <a:pt x="93" y="2902"/>
                      <a:pt x="31" y="2505"/>
                    </a:cubicBezTo>
                    <a:cubicBezTo>
                      <a:pt x="16" y="2490"/>
                      <a:pt x="16" y="2475"/>
                      <a:pt x="16" y="2459"/>
                    </a:cubicBezTo>
                    <a:cubicBezTo>
                      <a:pt x="1" y="2414"/>
                      <a:pt x="1" y="2368"/>
                      <a:pt x="1" y="2337"/>
                    </a:cubicBezTo>
                    <a:cubicBezTo>
                      <a:pt x="16" y="2307"/>
                      <a:pt x="31" y="2276"/>
                      <a:pt x="62" y="2246"/>
                    </a:cubicBezTo>
                    <a:cubicBezTo>
                      <a:pt x="62" y="2230"/>
                      <a:pt x="77" y="2215"/>
                      <a:pt x="93" y="2185"/>
                    </a:cubicBezTo>
                    <a:cubicBezTo>
                      <a:pt x="444" y="1680"/>
                      <a:pt x="933" y="1238"/>
                      <a:pt x="1360" y="886"/>
                    </a:cubicBezTo>
                    <a:cubicBezTo>
                      <a:pt x="1483" y="795"/>
                      <a:pt x="1605" y="703"/>
                      <a:pt x="1712" y="627"/>
                    </a:cubicBezTo>
                    <a:cubicBezTo>
                      <a:pt x="1803" y="550"/>
                      <a:pt x="1880" y="489"/>
                      <a:pt x="1971" y="443"/>
                    </a:cubicBezTo>
                    <a:lnTo>
                      <a:pt x="1971" y="443"/>
                    </a:lnTo>
                    <a:lnTo>
                      <a:pt x="2475" y="138"/>
                    </a:lnTo>
                    <a:cubicBezTo>
                      <a:pt x="3056" y="46"/>
                      <a:pt x="3590" y="16"/>
                      <a:pt x="4079" y="16"/>
                    </a:cubicBezTo>
                    <a:cubicBezTo>
                      <a:pt x="4736" y="0"/>
                      <a:pt x="5286" y="61"/>
                      <a:pt x="5714" y="138"/>
                    </a:cubicBezTo>
                    <a:cubicBezTo>
                      <a:pt x="6248" y="229"/>
                      <a:pt x="6554" y="336"/>
                      <a:pt x="6554" y="336"/>
                    </a:cubicBezTo>
                    <a:lnTo>
                      <a:pt x="6569" y="657"/>
                    </a:lnTo>
                    <a:lnTo>
                      <a:pt x="6599" y="947"/>
                    </a:lnTo>
                    <a:lnTo>
                      <a:pt x="6737" y="2612"/>
                    </a:lnTo>
                    <a:lnTo>
                      <a:pt x="6752" y="2902"/>
                    </a:lnTo>
                    <a:lnTo>
                      <a:pt x="6767" y="3040"/>
                    </a:lnTo>
                    <a:cubicBezTo>
                      <a:pt x="6767" y="3040"/>
                      <a:pt x="6767" y="3040"/>
                      <a:pt x="6767" y="3040"/>
                    </a:cubicBezTo>
                    <a:cubicBezTo>
                      <a:pt x="6783" y="3101"/>
                      <a:pt x="6920" y="3681"/>
                      <a:pt x="7134" y="4506"/>
                    </a:cubicBezTo>
                    <a:cubicBezTo>
                      <a:pt x="7149" y="4598"/>
                      <a:pt x="7180" y="4689"/>
                      <a:pt x="7195" y="4796"/>
                    </a:cubicBezTo>
                    <a:cubicBezTo>
                      <a:pt x="7317" y="5270"/>
                      <a:pt x="7439" y="5820"/>
                      <a:pt x="7577" y="6400"/>
                    </a:cubicBezTo>
                    <a:lnTo>
                      <a:pt x="7638" y="6675"/>
                    </a:lnTo>
                    <a:cubicBezTo>
                      <a:pt x="7760" y="7210"/>
                      <a:pt x="7882" y="7760"/>
                      <a:pt x="7989" y="8294"/>
                    </a:cubicBezTo>
                    <a:cubicBezTo>
                      <a:pt x="8005" y="8386"/>
                      <a:pt x="8020" y="8477"/>
                      <a:pt x="8050" y="8569"/>
                    </a:cubicBezTo>
                    <a:cubicBezTo>
                      <a:pt x="8173" y="9165"/>
                      <a:pt x="8264" y="9730"/>
                      <a:pt x="8341" y="10203"/>
                    </a:cubicBezTo>
                    <a:cubicBezTo>
                      <a:pt x="8356" y="10295"/>
                      <a:pt x="8371" y="10387"/>
                      <a:pt x="8386" y="10478"/>
                    </a:cubicBezTo>
                    <a:cubicBezTo>
                      <a:pt x="8402" y="10631"/>
                      <a:pt x="8417" y="10769"/>
                      <a:pt x="8432" y="10876"/>
                    </a:cubicBezTo>
                    <a:cubicBezTo>
                      <a:pt x="8448" y="11150"/>
                      <a:pt x="8448" y="11334"/>
                      <a:pt x="8417" y="114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601;p72">
                <a:extLst>
                  <a:ext uri="{FF2B5EF4-FFF2-40B4-BE49-F238E27FC236}">
                    <a16:creationId xmlns:a16="http://schemas.microsoft.com/office/drawing/2014/main" id="{B92EEAB0-F9F1-D05E-AD0B-030358D49180}"/>
                  </a:ext>
                </a:extLst>
              </p:cNvPr>
              <p:cNvSpPr/>
              <p:nvPr/>
            </p:nvSpPr>
            <p:spPr>
              <a:xfrm>
                <a:off x="1625000" y="1441575"/>
                <a:ext cx="165000" cy="45850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1834" extrusionOk="0">
                    <a:moveTo>
                      <a:pt x="6584" y="0"/>
                    </a:moveTo>
                    <a:lnTo>
                      <a:pt x="93" y="1528"/>
                    </a:lnTo>
                    <a:cubicBezTo>
                      <a:pt x="77" y="1543"/>
                      <a:pt x="77" y="1558"/>
                      <a:pt x="62" y="1574"/>
                    </a:cubicBezTo>
                    <a:cubicBezTo>
                      <a:pt x="31" y="1604"/>
                      <a:pt x="16" y="1635"/>
                      <a:pt x="1" y="1665"/>
                    </a:cubicBezTo>
                    <a:cubicBezTo>
                      <a:pt x="1" y="1711"/>
                      <a:pt x="16" y="1742"/>
                      <a:pt x="16" y="1787"/>
                    </a:cubicBezTo>
                    <a:cubicBezTo>
                      <a:pt x="16" y="1803"/>
                      <a:pt x="31" y="1818"/>
                      <a:pt x="31" y="1833"/>
                    </a:cubicBezTo>
                    <a:lnTo>
                      <a:pt x="6599" y="291"/>
                    </a:lnTo>
                    <a:lnTo>
                      <a:pt x="65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602;p72">
                <a:extLst>
                  <a:ext uri="{FF2B5EF4-FFF2-40B4-BE49-F238E27FC236}">
                    <a16:creationId xmlns:a16="http://schemas.microsoft.com/office/drawing/2014/main" id="{F5443D46-C1F4-6EB2-49B6-5BCF482B92AF}"/>
                  </a:ext>
                </a:extLst>
              </p:cNvPr>
              <p:cNvSpPr/>
              <p:nvPr/>
            </p:nvSpPr>
            <p:spPr>
              <a:xfrm>
                <a:off x="1636475" y="1490075"/>
                <a:ext cx="1577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6309" h="1757" extrusionOk="0">
                    <a:moveTo>
                      <a:pt x="6278" y="0"/>
                    </a:moveTo>
                    <a:lnTo>
                      <a:pt x="0" y="1482"/>
                    </a:lnTo>
                    <a:cubicBezTo>
                      <a:pt x="15" y="1573"/>
                      <a:pt x="46" y="1665"/>
                      <a:pt x="77" y="1757"/>
                    </a:cubicBezTo>
                    <a:lnTo>
                      <a:pt x="6308" y="290"/>
                    </a:lnTo>
                    <a:lnTo>
                      <a:pt x="62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603;p72">
                <a:extLst>
                  <a:ext uri="{FF2B5EF4-FFF2-40B4-BE49-F238E27FC236}">
                    <a16:creationId xmlns:a16="http://schemas.microsoft.com/office/drawing/2014/main" id="{21FD8425-3358-830B-EA9A-2B11ECC70E7B}"/>
                  </a:ext>
                </a:extLst>
              </p:cNvPr>
              <p:cNvSpPr/>
              <p:nvPr/>
            </p:nvSpPr>
            <p:spPr>
              <a:xfrm>
                <a:off x="1651350" y="1537425"/>
                <a:ext cx="153550" cy="42775"/>
              </a:xfrm>
              <a:custGeom>
                <a:avLst/>
                <a:gdLst/>
                <a:ahLst/>
                <a:cxnLst/>
                <a:rect l="l" t="t" r="r" b="b"/>
                <a:pathLst>
                  <a:path w="6142" h="1711" extrusionOk="0">
                    <a:moveTo>
                      <a:pt x="6080" y="0"/>
                    </a:moveTo>
                    <a:lnTo>
                      <a:pt x="1" y="1436"/>
                    </a:lnTo>
                    <a:cubicBezTo>
                      <a:pt x="31" y="1528"/>
                      <a:pt x="62" y="1635"/>
                      <a:pt x="93" y="1711"/>
                    </a:cubicBezTo>
                    <a:lnTo>
                      <a:pt x="6141" y="290"/>
                    </a:lnTo>
                    <a:cubicBezTo>
                      <a:pt x="6126" y="199"/>
                      <a:pt x="6095" y="92"/>
                      <a:pt x="6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604;p72">
                <a:extLst>
                  <a:ext uri="{FF2B5EF4-FFF2-40B4-BE49-F238E27FC236}">
                    <a16:creationId xmlns:a16="http://schemas.microsoft.com/office/drawing/2014/main" id="{BA9A0598-0B8F-40CD-8842-50EB9858FFDF}"/>
                  </a:ext>
                </a:extLst>
              </p:cNvPr>
              <p:cNvSpPr/>
              <p:nvPr/>
            </p:nvSpPr>
            <p:spPr>
              <a:xfrm>
                <a:off x="1665500" y="1584775"/>
                <a:ext cx="150475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1696" extrusionOk="0">
                    <a:moveTo>
                      <a:pt x="5957" y="0"/>
                    </a:moveTo>
                    <a:lnTo>
                      <a:pt x="0" y="1405"/>
                    </a:lnTo>
                    <a:cubicBezTo>
                      <a:pt x="15" y="1482"/>
                      <a:pt x="31" y="1573"/>
                      <a:pt x="31" y="1696"/>
                    </a:cubicBezTo>
                    <a:lnTo>
                      <a:pt x="6018" y="275"/>
                    </a:lnTo>
                    <a:cubicBezTo>
                      <a:pt x="6003" y="183"/>
                      <a:pt x="5972" y="92"/>
                      <a:pt x="5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605;p72">
                <a:extLst>
                  <a:ext uri="{FF2B5EF4-FFF2-40B4-BE49-F238E27FC236}">
                    <a16:creationId xmlns:a16="http://schemas.microsoft.com/office/drawing/2014/main" id="{75993268-DAFC-A35F-192D-12113284CE6B}"/>
                  </a:ext>
                </a:extLst>
              </p:cNvPr>
              <p:cNvSpPr/>
              <p:nvPr/>
            </p:nvSpPr>
            <p:spPr>
              <a:xfrm>
                <a:off x="1666250" y="1632125"/>
                <a:ext cx="1600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6401" h="1788" extrusionOk="0">
                    <a:moveTo>
                      <a:pt x="6339" y="0"/>
                    </a:moveTo>
                    <a:lnTo>
                      <a:pt x="1" y="1497"/>
                    </a:lnTo>
                    <a:cubicBezTo>
                      <a:pt x="1" y="1589"/>
                      <a:pt x="1" y="1696"/>
                      <a:pt x="1" y="1787"/>
                    </a:cubicBezTo>
                    <a:lnTo>
                      <a:pt x="6400" y="275"/>
                    </a:lnTo>
                    <a:cubicBezTo>
                      <a:pt x="6385" y="183"/>
                      <a:pt x="6355" y="92"/>
                      <a:pt x="6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606;p72">
                <a:extLst>
                  <a:ext uri="{FF2B5EF4-FFF2-40B4-BE49-F238E27FC236}">
                    <a16:creationId xmlns:a16="http://schemas.microsoft.com/office/drawing/2014/main" id="{0BB1811F-B9A7-200E-0DB0-DC03427B74DF}"/>
                  </a:ext>
                </a:extLst>
              </p:cNvPr>
              <p:cNvSpPr/>
              <p:nvPr/>
            </p:nvSpPr>
            <p:spPr>
              <a:xfrm>
                <a:off x="1668925" y="1679475"/>
                <a:ext cx="165750" cy="45850"/>
              </a:xfrm>
              <a:custGeom>
                <a:avLst/>
                <a:gdLst/>
                <a:ahLst/>
                <a:cxnLst/>
                <a:rect l="l" t="t" r="r" b="b"/>
                <a:pathLst>
                  <a:path w="6630" h="1834" extrusionOk="0">
                    <a:moveTo>
                      <a:pt x="6584" y="0"/>
                    </a:moveTo>
                    <a:lnTo>
                      <a:pt x="0" y="1558"/>
                    </a:lnTo>
                    <a:cubicBezTo>
                      <a:pt x="16" y="1635"/>
                      <a:pt x="46" y="1696"/>
                      <a:pt x="77" y="1741"/>
                    </a:cubicBezTo>
                    <a:cubicBezTo>
                      <a:pt x="92" y="1772"/>
                      <a:pt x="107" y="1803"/>
                      <a:pt x="138" y="1833"/>
                    </a:cubicBezTo>
                    <a:lnTo>
                      <a:pt x="6629" y="290"/>
                    </a:lnTo>
                    <a:cubicBezTo>
                      <a:pt x="6614" y="214"/>
                      <a:pt x="6599" y="107"/>
                      <a:pt x="65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607;p72">
                <a:extLst>
                  <a:ext uri="{FF2B5EF4-FFF2-40B4-BE49-F238E27FC236}">
                    <a16:creationId xmlns:a16="http://schemas.microsoft.com/office/drawing/2014/main" id="{C7C71EDC-07B8-900E-CBD0-736EEF623665}"/>
                  </a:ext>
                </a:extLst>
              </p:cNvPr>
              <p:cNvSpPr/>
              <p:nvPr/>
            </p:nvSpPr>
            <p:spPr>
              <a:xfrm>
                <a:off x="1659000" y="1425150"/>
                <a:ext cx="1088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4354" h="2235" extrusionOk="0">
                    <a:moveTo>
                      <a:pt x="2719" y="1"/>
                    </a:moveTo>
                    <a:cubicBezTo>
                      <a:pt x="2230" y="1"/>
                      <a:pt x="1696" y="31"/>
                      <a:pt x="1131" y="138"/>
                    </a:cubicBezTo>
                    <a:lnTo>
                      <a:pt x="611" y="428"/>
                    </a:lnTo>
                    <a:cubicBezTo>
                      <a:pt x="535" y="489"/>
                      <a:pt x="443" y="535"/>
                      <a:pt x="352" y="612"/>
                    </a:cubicBezTo>
                    <a:cubicBezTo>
                      <a:pt x="245" y="688"/>
                      <a:pt x="123" y="780"/>
                      <a:pt x="0" y="871"/>
                    </a:cubicBezTo>
                    <a:cubicBezTo>
                      <a:pt x="44" y="1312"/>
                      <a:pt x="329" y="2235"/>
                      <a:pt x="1822" y="2235"/>
                    </a:cubicBezTo>
                    <a:cubicBezTo>
                      <a:pt x="1880" y="2235"/>
                      <a:pt x="1940" y="2233"/>
                      <a:pt x="2001" y="2231"/>
                    </a:cubicBezTo>
                    <a:cubicBezTo>
                      <a:pt x="3376" y="2185"/>
                      <a:pt x="4048" y="993"/>
                      <a:pt x="4354" y="123"/>
                    </a:cubicBezTo>
                    <a:cubicBezTo>
                      <a:pt x="3941" y="62"/>
                      <a:pt x="3376" y="1"/>
                      <a:pt x="271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608;p72">
                <a:extLst>
                  <a:ext uri="{FF2B5EF4-FFF2-40B4-BE49-F238E27FC236}">
                    <a16:creationId xmlns:a16="http://schemas.microsoft.com/office/drawing/2014/main" id="{82B23AD9-5000-03FB-4607-83C8873C2BFC}"/>
                  </a:ext>
                </a:extLst>
              </p:cNvPr>
              <p:cNvSpPr/>
              <p:nvPr/>
            </p:nvSpPr>
            <p:spPr>
              <a:xfrm>
                <a:off x="1617000" y="1359475"/>
                <a:ext cx="102725" cy="104650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4186" extrusionOk="0">
                    <a:moveTo>
                      <a:pt x="3681" y="3987"/>
                    </a:moveTo>
                    <a:cubicBezTo>
                      <a:pt x="3544" y="4109"/>
                      <a:pt x="3376" y="4186"/>
                      <a:pt x="3193" y="4140"/>
                    </a:cubicBezTo>
                    <a:cubicBezTo>
                      <a:pt x="2841" y="4079"/>
                      <a:pt x="2612" y="3850"/>
                      <a:pt x="2490" y="3651"/>
                    </a:cubicBezTo>
                    <a:cubicBezTo>
                      <a:pt x="2414" y="3529"/>
                      <a:pt x="2368" y="3422"/>
                      <a:pt x="2352" y="3391"/>
                    </a:cubicBezTo>
                    <a:cubicBezTo>
                      <a:pt x="2352" y="3391"/>
                      <a:pt x="2352" y="3391"/>
                      <a:pt x="2352" y="3391"/>
                    </a:cubicBezTo>
                    <a:cubicBezTo>
                      <a:pt x="2352" y="3391"/>
                      <a:pt x="2276" y="3437"/>
                      <a:pt x="2062" y="3391"/>
                    </a:cubicBezTo>
                    <a:cubicBezTo>
                      <a:pt x="2062" y="3391"/>
                      <a:pt x="2047" y="3391"/>
                      <a:pt x="2032" y="3391"/>
                    </a:cubicBezTo>
                    <a:cubicBezTo>
                      <a:pt x="2032" y="3391"/>
                      <a:pt x="2032" y="3391"/>
                      <a:pt x="2032" y="3391"/>
                    </a:cubicBezTo>
                    <a:cubicBezTo>
                      <a:pt x="1879" y="3361"/>
                      <a:pt x="1650" y="3284"/>
                      <a:pt x="1360" y="3116"/>
                    </a:cubicBezTo>
                    <a:cubicBezTo>
                      <a:pt x="932" y="2872"/>
                      <a:pt x="581" y="2505"/>
                      <a:pt x="321" y="2139"/>
                    </a:cubicBezTo>
                    <a:cubicBezTo>
                      <a:pt x="260" y="2062"/>
                      <a:pt x="214" y="1971"/>
                      <a:pt x="153" y="1894"/>
                    </a:cubicBezTo>
                    <a:cubicBezTo>
                      <a:pt x="107" y="1818"/>
                      <a:pt x="46" y="1726"/>
                      <a:pt x="0" y="1650"/>
                    </a:cubicBezTo>
                    <a:cubicBezTo>
                      <a:pt x="993" y="1543"/>
                      <a:pt x="1650" y="840"/>
                      <a:pt x="1940" y="0"/>
                    </a:cubicBezTo>
                    <a:cubicBezTo>
                      <a:pt x="1940" y="0"/>
                      <a:pt x="2475" y="902"/>
                      <a:pt x="2597" y="902"/>
                    </a:cubicBezTo>
                    <a:cubicBezTo>
                      <a:pt x="2719" y="902"/>
                      <a:pt x="2826" y="62"/>
                      <a:pt x="3177" y="46"/>
                    </a:cubicBezTo>
                    <a:cubicBezTo>
                      <a:pt x="3238" y="46"/>
                      <a:pt x="3299" y="62"/>
                      <a:pt x="3345" y="77"/>
                    </a:cubicBezTo>
                    <a:cubicBezTo>
                      <a:pt x="3544" y="214"/>
                      <a:pt x="3544" y="672"/>
                      <a:pt x="3376" y="1146"/>
                    </a:cubicBezTo>
                    <a:cubicBezTo>
                      <a:pt x="3269" y="1451"/>
                      <a:pt x="3712" y="1711"/>
                      <a:pt x="3803" y="1726"/>
                    </a:cubicBezTo>
                    <a:cubicBezTo>
                      <a:pt x="3819" y="1742"/>
                      <a:pt x="3819" y="1726"/>
                      <a:pt x="3834" y="1711"/>
                    </a:cubicBezTo>
                    <a:cubicBezTo>
                      <a:pt x="3865" y="2032"/>
                      <a:pt x="3910" y="2383"/>
                      <a:pt x="3971" y="2643"/>
                    </a:cubicBezTo>
                    <a:cubicBezTo>
                      <a:pt x="3987" y="2780"/>
                      <a:pt x="4017" y="2887"/>
                      <a:pt x="4033" y="2948"/>
                    </a:cubicBezTo>
                    <a:cubicBezTo>
                      <a:pt x="4109" y="3162"/>
                      <a:pt x="3971" y="3712"/>
                      <a:pt x="3681" y="3987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609;p72">
                <a:extLst>
                  <a:ext uri="{FF2B5EF4-FFF2-40B4-BE49-F238E27FC236}">
                    <a16:creationId xmlns:a16="http://schemas.microsoft.com/office/drawing/2014/main" id="{5ED01D00-6325-C55A-34BA-7C40349A59BB}"/>
                  </a:ext>
                </a:extLst>
              </p:cNvPr>
              <p:cNvSpPr/>
              <p:nvPr/>
            </p:nvSpPr>
            <p:spPr>
              <a:xfrm>
                <a:off x="1614700" y="1375125"/>
                <a:ext cx="29425" cy="24850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994" extrusionOk="0">
                    <a:moveTo>
                      <a:pt x="1177" y="1"/>
                    </a:moveTo>
                    <a:cubicBezTo>
                      <a:pt x="1146" y="46"/>
                      <a:pt x="627" y="551"/>
                      <a:pt x="1" y="841"/>
                    </a:cubicBezTo>
                    <a:cubicBezTo>
                      <a:pt x="31" y="887"/>
                      <a:pt x="46" y="932"/>
                      <a:pt x="92" y="993"/>
                    </a:cubicBezTo>
                    <a:cubicBezTo>
                      <a:pt x="841" y="688"/>
                      <a:pt x="1161" y="46"/>
                      <a:pt x="1177" y="1"/>
                    </a:cubicBezTo>
                    <a:close/>
                  </a:path>
                </a:pathLst>
              </a:custGeom>
              <a:solidFill>
                <a:srgbClr val="FFB7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610;p72">
                <a:extLst>
                  <a:ext uri="{FF2B5EF4-FFF2-40B4-BE49-F238E27FC236}">
                    <a16:creationId xmlns:a16="http://schemas.microsoft.com/office/drawing/2014/main" id="{B2C5C2CC-C8F5-1E0F-3FB4-9C9D89237DD6}"/>
                  </a:ext>
                </a:extLst>
              </p:cNvPr>
              <p:cNvSpPr/>
              <p:nvPr/>
            </p:nvSpPr>
            <p:spPr>
              <a:xfrm>
                <a:off x="1568500" y="1265925"/>
                <a:ext cx="164225" cy="136725"/>
              </a:xfrm>
              <a:custGeom>
                <a:avLst/>
                <a:gdLst/>
                <a:ahLst/>
                <a:cxnLst/>
                <a:rect l="l" t="t" r="r" b="b"/>
                <a:pathLst>
                  <a:path w="6569" h="5469" extrusionOk="0">
                    <a:moveTo>
                      <a:pt x="6492" y="3513"/>
                    </a:moveTo>
                    <a:cubicBezTo>
                      <a:pt x="6339" y="4460"/>
                      <a:pt x="5896" y="5331"/>
                      <a:pt x="5774" y="5453"/>
                    </a:cubicBezTo>
                    <a:cubicBezTo>
                      <a:pt x="5759" y="5468"/>
                      <a:pt x="5759" y="5468"/>
                      <a:pt x="5759" y="5468"/>
                    </a:cubicBezTo>
                    <a:cubicBezTo>
                      <a:pt x="5652" y="5453"/>
                      <a:pt x="5209" y="5193"/>
                      <a:pt x="5316" y="4888"/>
                    </a:cubicBezTo>
                    <a:cubicBezTo>
                      <a:pt x="5530" y="4323"/>
                      <a:pt x="5484" y="3773"/>
                      <a:pt x="5117" y="3788"/>
                    </a:cubicBezTo>
                    <a:cubicBezTo>
                      <a:pt x="4766" y="3788"/>
                      <a:pt x="4659" y="4644"/>
                      <a:pt x="4552" y="4644"/>
                    </a:cubicBezTo>
                    <a:cubicBezTo>
                      <a:pt x="4430" y="4644"/>
                      <a:pt x="3880" y="3742"/>
                      <a:pt x="3880" y="3742"/>
                    </a:cubicBezTo>
                    <a:cubicBezTo>
                      <a:pt x="3590" y="4582"/>
                      <a:pt x="2933" y="5285"/>
                      <a:pt x="1955" y="5392"/>
                    </a:cubicBezTo>
                    <a:cubicBezTo>
                      <a:pt x="1910" y="5392"/>
                      <a:pt x="1879" y="5392"/>
                      <a:pt x="1849" y="5392"/>
                    </a:cubicBezTo>
                    <a:cubicBezTo>
                      <a:pt x="1879" y="5392"/>
                      <a:pt x="1910" y="5377"/>
                      <a:pt x="1940" y="5361"/>
                    </a:cubicBezTo>
                    <a:cubicBezTo>
                      <a:pt x="2689" y="5056"/>
                      <a:pt x="3009" y="4414"/>
                      <a:pt x="3025" y="4369"/>
                    </a:cubicBezTo>
                    <a:cubicBezTo>
                      <a:pt x="2994" y="4414"/>
                      <a:pt x="2475" y="4919"/>
                      <a:pt x="1849" y="5209"/>
                    </a:cubicBezTo>
                    <a:cubicBezTo>
                      <a:pt x="1558" y="5346"/>
                      <a:pt x="1222" y="5423"/>
                      <a:pt x="932" y="5392"/>
                    </a:cubicBezTo>
                    <a:cubicBezTo>
                      <a:pt x="902" y="5361"/>
                      <a:pt x="886" y="5331"/>
                      <a:pt x="871" y="5300"/>
                    </a:cubicBezTo>
                    <a:cubicBezTo>
                      <a:pt x="0" y="4002"/>
                      <a:pt x="627" y="1299"/>
                      <a:pt x="1833" y="779"/>
                    </a:cubicBezTo>
                    <a:cubicBezTo>
                      <a:pt x="1833" y="779"/>
                      <a:pt x="1528" y="688"/>
                      <a:pt x="1146" y="413"/>
                    </a:cubicBezTo>
                    <a:cubicBezTo>
                      <a:pt x="1681" y="520"/>
                      <a:pt x="3070" y="46"/>
                      <a:pt x="3544" y="107"/>
                    </a:cubicBezTo>
                    <a:cubicBezTo>
                      <a:pt x="4033" y="168"/>
                      <a:pt x="4186" y="550"/>
                      <a:pt x="4186" y="550"/>
                    </a:cubicBezTo>
                    <a:cubicBezTo>
                      <a:pt x="4186" y="550"/>
                      <a:pt x="4781" y="0"/>
                      <a:pt x="5469" y="229"/>
                    </a:cubicBezTo>
                    <a:cubicBezTo>
                      <a:pt x="5133" y="229"/>
                      <a:pt x="4888" y="626"/>
                      <a:pt x="4888" y="626"/>
                    </a:cubicBezTo>
                    <a:cubicBezTo>
                      <a:pt x="4888" y="626"/>
                      <a:pt x="6171" y="917"/>
                      <a:pt x="6492" y="2291"/>
                    </a:cubicBezTo>
                    <a:cubicBezTo>
                      <a:pt x="6568" y="2673"/>
                      <a:pt x="6568" y="3101"/>
                      <a:pt x="6492" y="3513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611;p72">
                <a:extLst>
                  <a:ext uri="{FF2B5EF4-FFF2-40B4-BE49-F238E27FC236}">
                    <a16:creationId xmlns:a16="http://schemas.microsoft.com/office/drawing/2014/main" id="{8EC57143-AB39-2410-B2E9-B199A2585E41}"/>
                  </a:ext>
                </a:extLst>
              </p:cNvPr>
              <p:cNvSpPr/>
              <p:nvPr/>
            </p:nvSpPr>
            <p:spPr>
              <a:xfrm>
                <a:off x="1675800" y="1422850"/>
                <a:ext cx="3325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619" extrusionOk="0">
                    <a:moveTo>
                      <a:pt x="810" y="1"/>
                    </a:moveTo>
                    <a:cubicBezTo>
                      <a:pt x="566" y="612"/>
                      <a:pt x="245" y="810"/>
                      <a:pt x="0" y="856"/>
                    </a:cubicBezTo>
                    <a:cubicBezTo>
                      <a:pt x="16" y="887"/>
                      <a:pt x="62" y="994"/>
                      <a:pt x="138" y="1116"/>
                    </a:cubicBezTo>
                    <a:cubicBezTo>
                      <a:pt x="260" y="1315"/>
                      <a:pt x="489" y="1544"/>
                      <a:pt x="841" y="1605"/>
                    </a:cubicBezTo>
                    <a:cubicBezTo>
                      <a:pt x="877" y="1614"/>
                      <a:pt x="913" y="1618"/>
                      <a:pt x="949" y="1618"/>
                    </a:cubicBezTo>
                    <a:cubicBezTo>
                      <a:pt x="1090" y="1618"/>
                      <a:pt x="1219" y="1550"/>
                      <a:pt x="1329" y="1452"/>
                    </a:cubicBezTo>
                    <a:cubicBezTo>
                      <a:pt x="993" y="1192"/>
                      <a:pt x="1039" y="169"/>
                      <a:pt x="810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612;p72">
                <a:extLst>
                  <a:ext uri="{FF2B5EF4-FFF2-40B4-BE49-F238E27FC236}">
                    <a16:creationId xmlns:a16="http://schemas.microsoft.com/office/drawing/2014/main" id="{3A0BFE19-FD34-5684-7B25-8AEA16800976}"/>
                  </a:ext>
                </a:extLst>
              </p:cNvPr>
              <p:cNvSpPr/>
              <p:nvPr/>
            </p:nvSpPr>
            <p:spPr>
              <a:xfrm>
                <a:off x="1614700" y="1375125"/>
                <a:ext cx="29425" cy="24850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994" extrusionOk="0">
                    <a:moveTo>
                      <a:pt x="1177" y="1"/>
                    </a:moveTo>
                    <a:cubicBezTo>
                      <a:pt x="1146" y="46"/>
                      <a:pt x="627" y="551"/>
                      <a:pt x="1" y="841"/>
                    </a:cubicBezTo>
                    <a:cubicBezTo>
                      <a:pt x="31" y="887"/>
                      <a:pt x="62" y="932"/>
                      <a:pt x="92" y="993"/>
                    </a:cubicBezTo>
                    <a:cubicBezTo>
                      <a:pt x="841" y="703"/>
                      <a:pt x="1161" y="46"/>
                      <a:pt x="1177" y="1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613;p72">
                <a:extLst>
                  <a:ext uri="{FF2B5EF4-FFF2-40B4-BE49-F238E27FC236}">
                    <a16:creationId xmlns:a16="http://schemas.microsoft.com/office/drawing/2014/main" id="{9EA82861-818E-3F6D-2C32-E987EEEE5EFC}"/>
                  </a:ext>
                </a:extLst>
              </p:cNvPr>
              <p:cNvSpPr/>
              <p:nvPr/>
            </p:nvSpPr>
            <p:spPr>
              <a:xfrm>
                <a:off x="1617000" y="1359475"/>
                <a:ext cx="83650" cy="47375"/>
              </a:xfrm>
              <a:custGeom>
                <a:avLst/>
                <a:gdLst/>
                <a:ahLst/>
                <a:cxnLst/>
                <a:rect l="l" t="t" r="r" b="b"/>
                <a:pathLst>
                  <a:path w="3346" h="1895" extrusionOk="0">
                    <a:moveTo>
                      <a:pt x="1940" y="0"/>
                    </a:moveTo>
                    <a:cubicBezTo>
                      <a:pt x="1650" y="840"/>
                      <a:pt x="993" y="1543"/>
                      <a:pt x="0" y="1650"/>
                    </a:cubicBezTo>
                    <a:cubicBezTo>
                      <a:pt x="46" y="1726"/>
                      <a:pt x="107" y="1818"/>
                      <a:pt x="153" y="1894"/>
                    </a:cubicBezTo>
                    <a:cubicBezTo>
                      <a:pt x="458" y="1879"/>
                      <a:pt x="825" y="1803"/>
                      <a:pt x="1146" y="1619"/>
                    </a:cubicBezTo>
                    <a:cubicBezTo>
                      <a:pt x="1879" y="1207"/>
                      <a:pt x="2123" y="734"/>
                      <a:pt x="2123" y="734"/>
                    </a:cubicBezTo>
                    <a:cubicBezTo>
                      <a:pt x="2123" y="734"/>
                      <a:pt x="2288" y="1242"/>
                      <a:pt x="2631" y="1242"/>
                    </a:cubicBezTo>
                    <a:cubicBezTo>
                      <a:pt x="2650" y="1242"/>
                      <a:pt x="2669" y="1241"/>
                      <a:pt x="2688" y="1238"/>
                    </a:cubicBezTo>
                    <a:cubicBezTo>
                      <a:pt x="3009" y="1192"/>
                      <a:pt x="2765" y="275"/>
                      <a:pt x="3345" y="77"/>
                    </a:cubicBezTo>
                    <a:cubicBezTo>
                      <a:pt x="3312" y="54"/>
                      <a:pt x="3270" y="40"/>
                      <a:pt x="3226" y="40"/>
                    </a:cubicBezTo>
                    <a:cubicBezTo>
                      <a:pt x="3210" y="40"/>
                      <a:pt x="3194" y="42"/>
                      <a:pt x="3177" y="46"/>
                    </a:cubicBezTo>
                    <a:cubicBezTo>
                      <a:pt x="2826" y="46"/>
                      <a:pt x="2719" y="902"/>
                      <a:pt x="2597" y="902"/>
                    </a:cubicBezTo>
                    <a:cubicBezTo>
                      <a:pt x="2475" y="902"/>
                      <a:pt x="1940" y="0"/>
                      <a:pt x="1940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614;p72">
                <a:extLst>
                  <a:ext uri="{FF2B5EF4-FFF2-40B4-BE49-F238E27FC236}">
                    <a16:creationId xmlns:a16="http://schemas.microsoft.com/office/drawing/2014/main" id="{54201AD8-F2A3-4F12-7CE0-AFF7ED67DEA9}"/>
                  </a:ext>
                </a:extLst>
              </p:cNvPr>
              <p:cNvSpPr/>
              <p:nvPr/>
            </p:nvSpPr>
            <p:spPr>
              <a:xfrm>
                <a:off x="1625000" y="1412850"/>
                <a:ext cx="71050" cy="31925"/>
              </a:xfrm>
              <a:custGeom>
                <a:avLst/>
                <a:gdLst/>
                <a:ahLst/>
                <a:cxnLst/>
                <a:rect l="l" t="t" r="r" b="b"/>
                <a:pathLst>
                  <a:path w="2842" h="1277" extrusionOk="0">
                    <a:moveTo>
                      <a:pt x="39" y="0"/>
                    </a:moveTo>
                    <a:cubicBezTo>
                      <a:pt x="26" y="0"/>
                      <a:pt x="13" y="1"/>
                      <a:pt x="1" y="4"/>
                    </a:cubicBezTo>
                    <a:cubicBezTo>
                      <a:pt x="261" y="355"/>
                      <a:pt x="612" y="737"/>
                      <a:pt x="1040" y="981"/>
                    </a:cubicBezTo>
                    <a:cubicBezTo>
                      <a:pt x="1345" y="1149"/>
                      <a:pt x="1559" y="1226"/>
                      <a:pt x="1712" y="1256"/>
                    </a:cubicBezTo>
                    <a:lnTo>
                      <a:pt x="1727" y="1256"/>
                    </a:lnTo>
                    <a:cubicBezTo>
                      <a:pt x="1803" y="1272"/>
                      <a:pt x="1863" y="1277"/>
                      <a:pt x="1908" y="1277"/>
                    </a:cubicBezTo>
                    <a:cubicBezTo>
                      <a:pt x="1998" y="1277"/>
                      <a:pt x="2032" y="1256"/>
                      <a:pt x="2032" y="1256"/>
                    </a:cubicBezTo>
                    <a:lnTo>
                      <a:pt x="2048" y="1256"/>
                    </a:lnTo>
                    <a:cubicBezTo>
                      <a:pt x="2277" y="1210"/>
                      <a:pt x="2598" y="1012"/>
                      <a:pt x="2842" y="401"/>
                    </a:cubicBezTo>
                    <a:lnTo>
                      <a:pt x="2842" y="401"/>
                    </a:lnTo>
                    <a:cubicBezTo>
                      <a:pt x="2694" y="629"/>
                      <a:pt x="2335" y="1069"/>
                      <a:pt x="1794" y="1069"/>
                    </a:cubicBezTo>
                    <a:cubicBezTo>
                      <a:pt x="1719" y="1069"/>
                      <a:pt x="1641" y="1061"/>
                      <a:pt x="1559" y="1042"/>
                    </a:cubicBezTo>
                    <a:cubicBezTo>
                      <a:pt x="887" y="890"/>
                      <a:pt x="612" y="355"/>
                      <a:pt x="306" y="126"/>
                    </a:cubicBezTo>
                    <a:cubicBezTo>
                      <a:pt x="204" y="36"/>
                      <a:pt x="112" y="0"/>
                      <a:pt x="39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615;p72">
                <a:extLst>
                  <a:ext uri="{FF2B5EF4-FFF2-40B4-BE49-F238E27FC236}">
                    <a16:creationId xmlns:a16="http://schemas.microsoft.com/office/drawing/2014/main" id="{E61858DC-E32E-8150-5E3A-EB8653903FC2}"/>
                  </a:ext>
                </a:extLst>
              </p:cNvPr>
              <p:cNvSpPr/>
              <p:nvPr/>
            </p:nvSpPr>
            <p:spPr>
              <a:xfrm>
                <a:off x="1693750" y="1370175"/>
                <a:ext cx="107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79" extrusionOk="0">
                    <a:moveTo>
                      <a:pt x="123" y="0"/>
                    </a:moveTo>
                    <a:cubicBezTo>
                      <a:pt x="122" y="0"/>
                      <a:pt x="0" y="336"/>
                      <a:pt x="46" y="458"/>
                    </a:cubicBezTo>
                    <a:cubicBezTo>
                      <a:pt x="54" y="472"/>
                      <a:pt x="67" y="479"/>
                      <a:pt x="84" y="479"/>
                    </a:cubicBezTo>
                    <a:cubicBezTo>
                      <a:pt x="191" y="479"/>
                      <a:pt x="428" y="199"/>
                      <a:pt x="123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1616;p72">
                <a:extLst>
                  <a:ext uri="{FF2B5EF4-FFF2-40B4-BE49-F238E27FC236}">
                    <a16:creationId xmlns:a16="http://schemas.microsoft.com/office/drawing/2014/main" id="{BDB02513-4B5E-698B-D119-D908FB804074}"/>
                  </a:ext>
                </a:extLst>
              </p:cNvPr>
              <p:cNvSpPr/>
              <p:nvPr/>
            </p:nvSpPr>
            <p:spPr>
              <a:xfrm>
                <a:off x="1590250" y="1322050"/>
                <a:ext cx="140550" cy="80600"/>
              </a:xfrm>
              <a:custGeom>
                <a:avLst/>
                <a:gdLst/>
                <a:ahLst/>
                <a:cxnLst/>
                <a:rect l="l" t="t" r="r" b="b"/>
                <a:pathLst>
                  <a:path w="5622" h="3224" extrusionOk="0">
                    <a:moveTo>
                      <a:pt x="2811" y="1"/>
                    </a:moveTo>
                    <a:lnTo>
                      <a:pt x="2811" y="1"/>
                    </a:lnTo>
                    <a:cubicBezTo>
                      <a:pt x="2873" y="688"/>
                      <a:pt x="2567" y="1497"/>
                      <a:pt x="2567" y="1497"/>
                    </a:cubicBezTo>
                    <a:cubicBezTo>
                      <a:pt x="2567" y="1497"/>
                      <a:pt x="2628" y="718"/>
                      <a:pt x="2307" y="107"/>
                    </a:cubicBezTo>
                    <a:lnTo>
                      <a:pt x="2307" y="107"/>
                    </a:lnTo>
                    <a:cubicBezTo>
                      <a:pt x="2338" y="1345"/>
                      <a:pt x="658" y="2597"/>
                      <a:pt x="1" y="3055"/>
                    </a:cubicBezTo>
                    <a:cubicBezTo>
                      <a:pt x="16" y="3086"/>
                      <a:pt x="32" y="3116"/>
                      <a:pt x="62" y="3147"/>
                    </a:cubicBezTo>
                    <a:cubicBezTo>
                      <a:pt x="105" y="3152"/>
                      <a:pt x="149" y="3154"/>
                      <a:pt x="193" y="3154"/>
                    </a:cubicBezTo>
                    <a:cubicBezTo>
                      <a:pt x="450" y="3154"/>
                      <a:pt x="731" y="3081"/>
                      <a:pt x="979" y="2964"/>
                    </a:cubicBezTo>
                    <a:cubicBezTo>
                      <a:pt x="1605" y="2674"/>
                      <a:pt x="2124" y="2169"/>
                      <a:pt x="2155" y="2124"/>
                    </a:cubicBezTo>
                    <a:lnTo>
                      <a:pt x="2155" y="2124"/>
                    </a:lnTo>
                    <a:cubicBezTo>
                      <a:pt x="2139" y="2169"/>
                      <a:pt x="1819" y="2811"/>
                      <a:pt x="1070" y="3116"/>
                    </a:cubicBezTo>
                    <a:cubicBezTo>
                      <a:pt x="1040" y="3132"/>
                      <a:pt x="1009" y="3147"/>
                      <a:pt x="979" y="3147"/>
                    </a:cubicBezTo>
                    <a:lnTo>
                      <a:pt x="1085" y="3147"/>
                    </a:lnTo>
                    <a:cubicBezTo>
                      <a:pt x="2063" y="3040"/>
                      <a:pt x="2720" y="2337"/>
                      <a:pt x="3010" y="1497"/>
                    </a:cubicBezTo>
                    <a:cubicBezTo>
                      <a:pt x="3010" y="1497"/>
                      <a:pt x="3560" y="2399"/>
                      <a:pt x="3682" y="2399"/>
                    </a:cubicBezTo>
                    <a:cubicBezTo>
                      <a:pt x="3789" y="2399"/>
                      <a:pt x="3896" y="1543"/>
                      <a:pt x="4247" y="1543"/>
                    </a:cubicBezTo>
                    <a:cubicBezTo>
                      <a:pt x="4252" y="1543"/>
                      <a:pt x="4257" y="1543"/>
                      <a:pt x="4262" y="1543"/>
                    </a:cubicBezTo>
                    <a:cubicBezTo>
                      <a:pt x="4615" y="1543"/>
                      <a:pt x="4657" y="2086"/>
                      <a:pt x="4446" y="2643"/>
                    </a:cubicBezTo>
                    <a:cubicBezTo>
                      <a:pt x="4339" y="2948"/>
                      <a:pt x="4782" y="3208"/>
                      <a:pt x="4889" y="3223"/>
                    </a:cubicBezTo>
                    <a:cubicBezTo>
                      <a:pt x="4889" y="3223"/>
                      <a:pt x="4889" y="3223"/>
                      <a:pt x="4904" y="3208"/>
                    </a:cubicBezTo>
                    <a:cubicBezTo>
                      <a:pt x="5026" y="3086"/>
                      <a:pt x="5469" y="2215"/>
                      <a:pt x="5622" y="1268"/>
                    </a:cubicBezTo>
                    <a:cubicBezTo>
                      <a:pt x="5484" y="825"/>
                      <a:pt x="5301" y="459"/>
                      <a:pt x="5103" y="337"/>
                    </a:cubicBezTo>
                    <a:lnTo>
                      <a:pt x="5103" y="337"/>
                    </a:lnTo>
                    <a:cubicBezTo>
                      <a:pt x="5408" y="1085"/>
                      <a:pt x="5133" y="1497"/>
                      <a:pt x="5133" y="1497"/>
                    </a:cubicBezTo>
                    <a:cubicBezTo>
                      <a:pt x="5133" y="1497"/>
                      <a:pt x="5092" y="463"/>
                      <a:pt x="4419" y="463"/>
                    </a:cubicBezTo>
                    <a:cubicBezTo>
                      <a:pt x="4380" y="463"/>
                      <a:pt x="4337" y="466"/>
                      <a:pt x="4293" y="474"/>
                    </a:cubicBezTo>
                    <a:cubicBezTo>
                      <a:pt x="3499" y="596"/>
                      <a:pt x="3438" y="1284"/>
                      <a:pt x="3438" y="1284"/>
                    </a:cubicBezTo>
                    <a:cubicBezTo>
                      <a:pt x="3438" y="1284"/>
                      <a:pt x="3300" y="688"/>
                      <a:pt x="2811" y="1"/>
                    </a:cubicBezTo>
                    <a:close/>
                  </a:path>
                </a:pathLst>
              </a:cu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1617;p72">
                <a:extLst>
                  <a:ext uri="{FF2B5EF4-FFF2-40B4-BE49-F238E27FC236}">
                    <a16:creationId xmlns:a16="http://schemas.microsoft.com/office/drawing/2014/main" id="{0A14B8D6-0980-410F-A130-8284502CAAED}"/>
                  </a:ext>
                </a:extLst>
              </p:cNvPr>
              <p:cNvSpPr/>
              <p:nvPr/>
            </p:nvSpPr>
            <p:spPr>
              <a:xfrm>
                <a:off x="1668925" y="1425150"/>
                <a:ext cx="58825" cy="48425"/>
              </a:xfrm>
              <a:custGeom>
                <a:avLst/>
                <a:gdLst/>
                <a:ahLst/>
                <a:cxnLst/>
                <a:rect l="l" t="t" r="r" b="b"/>
                <a:pathLst>
                  <a:path w="2353" h="1937" extrusionOk="0">
                    <a:moveTo>
                      <a:pt x="2322" y="1"/>
                    </a:moveTo>
                    <a:cubicBezTo>
                      <a:pt x="2185" y="1"/>
                      <a:pt x="2047" y="1"/>
                      <a:pt x="1894" y="16"/>
                    </a:cubicBezTo>
                    <a:cubicBezTo>
                      <a:pt x="1925" y="153"/>
                      <a:pt x="1940" y="260"/>
                      <a:pt x="1971" y="321"/>
                    </a:cubicBezTo>
                    <a:cubicBezTo>
                      <a:pt x="2032" y="535"/>
                      <a:pt x="1894" y="1070"/>
                      <a:pt x="1604" y="1360"/>
                    </a:cubicBezTo>
                    <a:cubicBezTo>
                      <a:pt x="1494" y="1458"/>
                      <a:pt x="1365" y="1526"/>
                      <a:pt x="1224" y="1526"/>
                    </a:cubicBezTo>
                    <a:cubicBezTo>
                      <a:pt x="1188" y="1526"/>
                      <a:pt x="1152" y="1522"/>
                      <a:pt x="1116" y="1513"/>
                    </a:cubicBezTo>
                    <a:cubicBezTo>
                      <a:pt x="764" y="1452"/>
                      <a:pt x="535" y="1223"/>
                      <a:pt x="413" y="1024"/>
                    </a:cubicBezTo>
                    <a:cubicBezTo>
                      <a:pt x="337" y="902"/>
                      <a:pt x="291" y="810"/>
                      <a:pt x="291" y="764"/>
                    </a:cubicBezTo>
                    <a:lnTo>
                      <a:pt x="275" y="764"/>
                    </a:lnTo>
                    <a:cubicBezTo>
                      <a:pt x="275" y="764"/>
                      <a:pt x="241" y="785"/>
                      <a:pt x="160" y="785"/>
                    </a:cubicBezTo>
                    <a:cubicBezTo>
                      <a:pt x="119" y="785"/>
                      <a:pt x="67" y="780"/>
                      <a:pt x="0" y="764"/>
                    </a:cubicBezTo>
                    <a:lnTo>
                      <a:pt x="0" y="764"/>
                    </a:lnTo>
                    <a:cubicBezTo>
                      <a:pt x="87" y="1094"/>
                      <a:pt x="361" y="1936"/>
                      <a:pt x="1217" y="1936"/>
                    </a:cubicBezTo>
                    <a:cubicBezTo>
                      <a:pt x="1272" y="1936"/>
                      <a:pt x="1330" y="1933"/>
                      <a:pt x="1390" y="1925"/>
                    </a:cubicBezTo>
                    <a:cubicBezTo>
                      <a:pt x="2246" y="1818"/>
                      <a:pt x="2353" y="764"/>
                      <a:pt x="2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1618;p72">
                <a:extLst>
                  <a:ext uri="{FF2B5EF4-FFF2-40B4-BE49-F238E27FC236}">
                    <a16:creationId xmlns:a16="http://schemas.microsoft.com/office/drawing/2014/main" id="{F812024F-BA9A-567D-4244-D60785051948}"/>
                  </a:ext>
                </a:extLst>
              </p:cNvPr>
              <p:cNvSpPr/>
              <p:nvPr/>
            </p:nvSpPr>
            <p:spPr>
              <a:xfrm>
                <a:off x="1636850" y="1529400"/>
                <a:ext cx="31725" cy="11992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4797" extrusionOk="0">
                    <a:moveTo>
                      <a:pt x="0" y="0"/>
                    </a:moveTo>
                    <a:cubicBezTo>
                      <a:pt x="62" y="275"/>
                      <a:pt x="92" y="734"/>
                      <a:pt x="92" y="1039"/>
                    </a:cubicBezTo>
                    <a:cubicBezTo>
                      <a:pt x="77" y="1803"/>
                      <a:pt x="77" y="2414"/>
                      <a:pt x="0" y="2734"/>
                    </a:cubicBezTo>
                    <a:cubicBezTo>
                      <a:pt x="392" y="2858"/>
                      <a:pt x="719" y="2874"/>
                      <a:pt x="865" y="2874"/>
                    </a:cubicBezTo>
                    <a:cubicBezTo>
                      <a:pt x="918" y="2874"/>
                      <a:pt x="947" y="2872"/>
                      <a:pt x="947" y="2872"/>
                    </a:cubicBezTo>
                    <a:cubicBezTo>
                      <a:pt x="1039" y="3162"/>
                      <a:pt x="1100" y="3391"/>
                      <a:pt x="1131" y="3529"/>
                    </a:cubicBezTo>
                    <a:cubicBezTo>
                      <a:pt x="1192" y="3788"/>
                      <a:pt x="1192" y="4262"/>
                      <a:pt x="1192" y="4797"/>
                    </a:cubicBezTo>
                    <a:cubicBezTo>
                      <a:pt x="1268" y="4338"/>
                      <a:pt x="1192" y="3529"/>
                      <a:pt x="1024" y="2612"/>
                    </a:cubicBezTo>
                    <a:cubicBezTo>
                      <a:pt x="841" y="1757"/>
                      <a:pt x="367" y="82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1619;p72">
                <a:extLst>
                  <a:ext uri="{FF2B5EF4-FFF2-40B4-BE49-F238E27FC236}">
                    <a16:creationId xmlns:a16="http://schemas.microsoft.com/office/drawing/2014/main" id="{A1AD9E5B-766F-13FC-ACD8-40C9E95C8D0E}"/>
                  </a:ext>
                </a:extLst>
              </p:cNvPr>
              <p:cNvSpPr/>
              <p:nvPr/>
            </p:nvSpPr>
            <p:spPr>
              <a:xfrm>
                <a:off x="1758650" y="1433175"/>
                <a:ext cx="77550" cy="12107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4843" extrusionOk="0">
                    <a:moveTo>
                      <a:pt x="3102" y="3758"/>
                    </a:moveTo>
                    <a:cubicBezTo>
                      <a:pt x="3102" y="3788"/>
                      <a:pt x="3086" y="3819"/>
                      <a:pt x="3071" y="3849"/>
                    </a:cubicBezTo>
                    <a:cubicBezTo>
                      <a:pt x="3010" y="4002"/>
                      <a:pt x="2796" y="4140"/>
                      <a:pt x="2521" y="4277"/>
                    </a:cubicBezTo>
                    <a:cubicBezTo>
                      <a:pt x="2063" y="4521"/>
                      <a:pt x="1437" y="4720"/>
                      <a:pt x="1162" y="4812"/>
                    </a:cubicBezTo>
                    <a:cubicBezTo>
                      <a:pt x="1070" y="4827"/>
                      <a:pt x="1024" y="4842"/>
                      <a:pt x="1024" y="4842"/>
                    </a:cubicBezTo>
                    <a:cubicBezTo>
                      <a:pt x="1024" y="4842"/>
                      <a:pt x="230" y="3300"/>
                      <a:pt x="93" y="1940"/>
                    </a:cubicBezTo>
                    <a:cubicBezTo>
                      <a:pt x="1" y="1085"/>
                      <a:pt x="184" y="306"/>
                      <a:pt x="978" y="46"/>
                    </a:cubicBezTo>
                    <a:cubicBezTo>
                      <a:pt x="1040" y="31"/>
                      <a:pt x="1131" y="16"/>
                      <a:pt x="1208" y="0"/>
                    </a:cubicBezTo>
                    <a:cubicBezTo>
                      <a:pt x="1208" y="0"/>
                      <a:pt x="2307" y="611"/>
                      <a:pt x="3071" y="3620"/>
                    </a:cubicBezTo>
                    <a:cubicBezTo>
                      <a:pt x="3071" y="3666"/>
                      <a:pt x="3086" y="3712"/>
                      <a:pt x="3102" y="375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1620;p72">
                <a:extLst>
                  <a:ext uri="{FF2B5EF4-FFF2-40B4-BE49-F238E27FC236}">
                    <a16:creationId xmlns:a16="http://schemas.microsoft.com/office/drawing/2014/main" id="{DFA2672C-899F-1BD9-FE41-AD1EB6416E07}"/>
                  </a:ext>
                </a:extLst>
              </p:cNvPr>
              <p:cNvSpPr/>
              <p:nvPr/>
            </p:nvSpPr>
            <p:spPr>
              <a:xfrm>
                <a:off x="1621950" y="1529400"/>
                <a:ext cx="237175" cy="201250"/>
              </a:xfrm>
              <a:custGeom>
                <a:avLst/>
                <a:gdLst/>
                <a:ahLst/>
                <a:cxnLst/>
                <a:rect l="l" t="t" r="r" b="b"/>
                <a:pathLst>
                  <a:path w="9487" h="8050" extrusionOk="0">
                    <a:moveTo>
                      <a:pt x="9287" y="3987"/>
                    </a:moveTo>
                    <a:cubicBezTo>
                      <a:pt x="8967" y="4598"/>
                      <a:pt x="3972" y="7027"/>
                      <a:pt x="3972" y="7027"/>
                    </a:cubicBezTo>
                    <a:cubicBezTo>
                      <a:pt x="3972" y="7027"/>
                      <a:pt x="3590" y="7760"/>
                      <a:pt x="2888" y="7897"/>
                    </a:cubicBezTo>
                    <a:cubicBezTo>
                      <a:pt x="2185" y="8035"/>
                      <a:pt x="1666" y="7653"/>
                      <a:pt x="1253" y="7638"/>
                    </a:cubicBezTo>
                    <a:cubicBezTo>
                      <a:pt x="841" y="7607"/>
                      <a:pt x="260" y="8035"/>
                      <a:pt x="260" y="8035"/>
                    </a:cubicBezTo>
                    <a:cubicBezTo>
                      <a:pt x="260" y="8035"/>
                      <a:pt x="184" y="8050"/>
                      <a:pt x="123" y="8019"/>
                    </a:cubicBezTo>
                    <a:cubicBezTo>
                      <a:pt x="62" y="7974"/>
                      <a:pt x="1" y="7882"/>
                      <a:pt x="123" y="7653"/>
                    </a:cubicBezTo>
                    <a:cubicBezTo>
                      <a:pt x="658" y="6691"/>
                      <a:pt x="2643" y="6522"/>
                      <a:pt x="2796" y="6446"/>
                    </a:cubicBezTo>
                    <a:cubicBezTo>
                      <a:pt x="2857" y="6416"/>
                      <a:pt x="3865" y="5621"/>
                      <a:pt x="4904" y="4781"/>
                    </a:cubicBezTo>
                    <a:cubicBezTo>
                      <a:pt x="6065" y="3850"/>
                      <a:pt x="7256" y="2872"/>
                      <a:pt x="7256" y="2872"/>
                    </a:cubicBezTo>
                    <a:lnTo>
                      <a:pt x="6783" y="1421"/>
                    </a:lnTo>
                    <a:lnTo>
                      <a:pt x="6630" y="963"/>
                    </a:lnTo>
                    <a:cubicBezTo>
                      <a:pt x="7057" y="825"/>
                      <a:pt x="8356" y="413"/>
                      <a:pt x="8539" y="0"/>
                    </a:cubicBezTo>
                    <a:cubicBezTo>
                      <a:pt x="8600" y="153"/>
                      <a:pt x="8661" y="398"/>
                      <a:pt x="8753" y="688"/>
                    </a:cubicBezTo>
                    <a:cubicBezTo>
                      <a:pt x="9058" y="1818"/>
                      <a:pt x="9486" y="3590"/>
                      <a:pt x="9287" y="3987"/>
                    </a:cubicBezTo>
                    <a:close/>
                  </a:path>
                </a:pathLst>
              </a:custGeom>
              <a:solidFill>
                <a:srgbClr val="7D52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1621;p72">
                <a:extLst>
                  <a:ext uri="{FF2B5EF4-FFF2-40B4-BE49-F238E27FC236}">
                    <a16:creationId xmlns:a16="http://schemas.microsoft.com/office/drawing/2014/main" id="{A188CB94-128C-3141-4D0C-17A48D03CE9C}"/>
                  </a:ext>
                </a:extLst>
              </p:cNvPr>
              <p:cNvSpPr/>
              <p:nvPr/>
            </p:nvSpPr>
            <p:spPr>
              <a:xfrm>
                <a:off x="1787675" y="1529400"/>
                <a:ext cx="53100" cy="3552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421" extrusionOk="0">
                    <a:moveTo>
                      <a:pt x="1910" y="0"/>
                    </a:moveTo>
                    <a:cubicBezTo>
                      <a:pt x="1727" y="413"/>
                      <a:pt x="428" y="825"/>
                      <a:pt x="1" y="963"/>
                    </a:cubicBezTo>
                    <a:lnTo>
                      <a:pt x="154" y="1421"/>
                    </a:lnTo>
                    <a:cubicBezTo>
                      <a:pt x="596" y="1406"/>
                      <a:pt x="1467" y="1299"/>
                      <a:pt x="2124" y="688"/>
                    </a:cubicBezTo>
                    <a:cubicBezTo>
                      <a:pt x="2032" y="413"/>
                      <a:pt x="1971" y="168"/>
                      <a:pt x="19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1622;p72">
                <a:extLst>
                  <a:ext uri="{FF2B5EF4-FFF2-40B4-BE49-F238E27FC236}">
                    <a16:creationId xmlns:a16="http://schemas.microsoft.com/office/drawing/2014/main" id="{682A8450-BBDD-E372-3DCC-7D902C198814}"/>
                  </a:ext>
                </a:extLst>
              </p:cNvPr>
              <p:cNvSpPr/>
              <p:nvPr/>
            </p:nvSpPr>
            <p:spPr>
              <a:xfrm>
                <a:off x="1612400" y="1587450"/>
                <a:ext cx="52725" cy="6110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444" extrusionOk="0">
                    <a:moveTo>
                      <a:pt x="138" y="0"/>
                    </a:moveTo>
                    <a:lnTo>
                      <a:pt x="1" y="581"/>
                    </a:lnTo>
                    <a:cubicBezTo>
                      <a:pt x="398" y="1130"/>
                      <a:pt x="1131" y="2062"/>
                      <a:pt x="1757" y="2444"/>
                    </a:cubicBezTo>
                    <a:cubicBezTo>
                      <a:pt x="1895" y="2001"/>
                      <a:pt x="2017" y="1543"/>
                      <a:pt x="2109" y="1176"/>
                    </a:cubicBezTo>
                    <a:cubicBezTo>
                      <a:pt x="2078" y="1039"/>
                      <a:pt x="2017" y="825"/>
                      <a:pt x="1925" y="550"/>
                    </a:cubicBezTo>
                    <a:cubicBezTo>
                      <a:pt x="1925" y="550"/>
                      <a:pt x="1891" y="553"/>
                      <a:pt x="1828" y="553"/>
                    </a:cubicBezTo>
                    <a:cubicBezTo>
                      <a:pt x="1573" y="553"/>
                      <a:pt x="851" y="504"/>
                      <a:pt x="1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1623;p72">
                <a:extLst>
                  <a:ext uri="{FF2B5EF4-FFF2-40B4-BE49-F238E27FC236}">
                    <a16:creationId xmlns:a16="http://schemas.microsoft.com/office/drawing/2014/main" id="{F05913C1-7894-6DF3-39C1-5FB94631E27B}"/>
                  </a:ext>
                </a:extLst>
              </p:cNvPr>
              <p:cNvSpPr/>
              <p:nvPr/>
            </p:nvSpPr>
            <p:spPr>
              <a:xfrm>
                <a:off x="1807550" y="2185775"/>
                <a:ext cx="90900" cy="29925"/>
              </a:xfrm>
              <a:custGeom>
                <a:avLst/>
                <a:gdLst/>
                <a:ahLst/>
                <a:cxnLst/>
                <a:rect l="l" t="t" r="r" b="b"/>
                <a:pathLst>
                  <a:path w="3636" h="1197" extrusionOk="0">
                    <a:moveTo>
                      <a:pt x="3160" y="1"/>
                    </a:moveTo>
                    <a:cubicBezTo>
                      <a:pt x="3150" y="1"/>
                      <a:pt x="3141" y="1"/>
                      <a:pt x="3131" y="2"/>
                    </a:cubicBezTo>
                    <a:lnTo>
                      <a:pt x="428" y="231"/>
                    </a:lnTo>
                    <a:cubicBezTo>
                      <a:pt x="183" y="261"/>
                      <a:pt x="0" y="475"/>
                      <a:pt x="15" y="720"/>
                    </a:cubicBezTo>
                    <a:lnTo>
                      <a:pt x="31" y="781"/>
                    </a:lnTo>
                    <a:cubicBezTo>
                      <a:pt x="45" y="1021"/>
                      <a:pt x="229" y="1196"/>
                      <a:pt x="463" y="1196"/>
                    </a:cubicBezTo>
                    <a:cubicBezTo>
                      <a:pt x="482" y="1196"/>
                      <a:pt x="500" y="1195"/>
                      <a:pt x="519" y="1193"/>
                    </a:cubicBezTo>
                    <a:lnTo>
                      <a:pt x="3208" y="964"/>
                    </a:lnTo>
                    <a:cubicBezTo>
                      <a:pt x="3452" y="949"/>
                      <a:pt x="3635" y="735"/>
                      <a:pt x="3620" y="475"/>
                    </a:cubicBezTo>
                    <a:lnTo>
                      <a:pt x="3620" y="414"/>
                    </a:lnTo>
                    <a:cubicBezTo>
                      <a:pt x="3591" y="179"/>
                      <a:pt x="3392" y="1"/>
                      <a:pt x="31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1624;p72">
                <a:extLst>
                  <a:ext uri="{FF2B5EF4-FFF2-40B4-BE49-F238E27FC236}">
                    <a16:creationId xmlns:a16="http://schemas.microsoft.com/office/drawing/2014/main" id="{D13ED685-B7B6-350C-759C-428CF50C7B99}"/>
                  </a:ext>
                </a:extLst>
              </p:cNvPr>
              <p:cNvSpPr/>
              <p:nvPr/>
            </p:nvSpPr>
            <p:spPr>
              <a:xfrm>
                <a:off x="1585675" y="2173975"/>
                <a:ext cx="93975" cy="41650"/>
              </a:xfrm>
              <a:custGeom>
                <a:avLst/>
                <a:gdLst/>
                <a:ahLst/>
                <a:cxnLst/>
                <a:rect l="l" t="t" r="r" b="b"/>
                <a:pathLst>
                  <a:path w="3759" h="1666" extrusionOk="0">
                    <a:moveTo>
                      <a:pt x="535" y="0"/>
                    </a:moveTo>
                    <a:cubicBezTo>
                      <a:pt x="321" y="0"/>
                      <a:pt x="123" y="138"/>
                      <a:pt x="77" y="352"/>
                    </a:cubicBezTo>
                    <a:cubicBezTo>
                      <a:pt x="1" y="611"/>
                      <a:pt x="153" y="871"/>
                      <a:pt x="413" y="947"/>
                    </a:cubicBezTo>
                    <a:lnTo>
                      <a:pt x="551" y="978"/>
                    </a:lnTo>
                    <a:lnTo>
                      <a:pt x="3101" y="1650"/>
                    </a:lnTo>
                    <a:cubicBezTo>
                      <a:pt x="3117" y="1650"/>
                      <a:pt x="3132" y="1665"/>
                      <a:pt x="3147" y="1665"/>
                    </a:cubicBezTo>
                    <a:lnTo>
                      <a:pt x="3224" y="1665"/>
                    </a:lnTo>
                    <a:cubicBezTo>
                      <a:pt x="3437" y="1665"/>
                      <a:pt x="3636" y="1528"/>
                      <a:pt x="3697" y="1314"/>
                    </a:cubicBezTo>
                    <a:cubicBezTo>
                      <a:pt x="3758" y="1054"/>
                      <a:pt x="3605" y="794"/>
                      <a:pt x="3346" y="718"/>
                    </a:cubicBezTo>
                    <a:lnTo>
                      <a:pt x="657" y="16"/>
                    </a:lnTo>
                    <a:cubicBezTo>
                      <a:pt x="627" y="0"/>
                      <a:pt x="581" y="0"/>
                      <a:pt x="5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1625;p72">
                <a:extLst>
                  <a:ext uri="{FF2B5EF4-FFF2-40B4-BE49-F238E27FC236}">
                    <a16:creationId xmlns:a16="http://schemas.microsoft.com/office/drawing/2014/main" id="{9C05DC58-2298-CA4B-1614-C10410D81471}"/>
                  </a:ext>
                </a:extLst>
              </p:cNvPr>
              <p:cNvSpPr/>
              <p:nvPr/>
            </p:nvSpPr>
            <p:spPr>
              <a:xfrm>
                <a:off x="1504725" y="2198400"/>
                <a:ext cx="16537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6615" h="3575" extrusionOk="0">
                    <a:moveTo>
                      <a:pt x="6614" y="3575"/>
                    </a:moveTo>
                    <a:lnTo>
                      <a:pt x="1879" y="3300"/>
                    </a:lnTo>
                    <a:cubicBezTo>
                      <a:pt x="1879" y="3300"/>
                      <a:pt x="1" y="3285"/>
                      <a:pt x="1650" y="2322"/>
                    </a:cubicBezTo>
                    <a:cubicBezTo>
                      <a:pt x="1940" y="2139"/>
                      <a:pt x="2185" y="1956"/>
                      <a:pt x="2414" y="1757"/>
                    </a:cubicBezTo>
                    <a:cubicBezTo>
                      <a:pt x="3162" y="1116"/>
                      <a:pt x="3590" y="383"/>
                      <a:pt x="3789" y="1"/>
                    </a:cubicBezTo>
                    <a:lnTo>
                      <a:pt x="4720" y="245"/>
                    </a:lnTo>
                    <a:lnTo>
                      <a:pt x="6339" y="673"/>
                    </a:lnTo>
                    <a:cubicBezTo>
                      <a:pt x="6355" y="673"/>
                      <a:pt x="6370" y="688"/>
                      <a:pt x="6385" y="688"/>
                    </a:cubicBezTo>
                    <a:cubicBezTo>
                      <a:pt x="6492" y="1650"/>
                      <a:pt x="6614" y="3575"/>
                      <a:pt x="6614" y="35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1626;p72">
                <a:extLst>
                  <a:ext uri="{FF2B5EF4-FFF2-40B4-BE49-F238E27FC236}">
                    <a16:creationId xmlns:a16="http://schemas.microsoft.com/office/drawing/2014/main" id="{EBE0A53E-8546-DDD6-93E4-6BC8B79F26C7}"/>
                  </a:ext>
                </a:extLst>
              </p:cNvPr>
              <p:cNvSpPr/>
              <p:nvPr/>
            </p:nvSpPr>
            <p:spPr>
              <a:xfrm>
                <a:off x="1512750" y="2255800"/>
                <a:ext cx="15962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1738" extrusionOk="0">
                    <a:moveTo>
                      <a:pt x="1520" y="0"/>
                    </a:moveTo>
                    <a:cubicBezTo>
                      <a:pt x="1459" y="0"/>
                      <a:pt x="1396" y="4"/>
                      <a:pt x="1329" y="11"/>
                    </a:cubicBezTo>
                    <a:cubicBezTo>
                      <a:pt x="92" y="164"/>
                      <a:pt x="0" y="1737"/>
                      <a:pt x="0" y="1737"/>
                    </a:cubicBezTo>
                    <a:lnTo>
                      <a:pt x="6385" y="1737"/>
                    </a:lnTo>
                    <a:lnTo>
                      <a:pt x="6293" y="867"/>
                    </a:lnTo>
                    <a:lnTo>
                      <a:pt x="2689" y="1065"/>
                    </a:lnTo>
                    <a:cubicBezTo>
                      <a:pt x="2689" y="1065"/>
                      <a:pt x="2566" y="0"/>
                      <a:pt x="15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1627;p72">
                <a:extLst>
                  <a:ext uri="{FF2B5EF4-FFF2-40B4-BE49-F238E27FC236}">
                    <a16:creationId xmlns:a16="http://schemas.microsoft.com/office/drawing/2014/main" id="{D8BED76F-FC70-D31D-92EC-E0388A411521}"/>
                  </a:ext>
                </a:extLst>
              </p:cNvPr>
              <p:cNvSpPr/>
              <p:nvPr/>
            </p:nvSpPr>
            <p:spPr>
              <a:xfrm>
                <a:off x="1565050" y="2198400"/>
                <a:ext cx="57700" cy="52350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2094" extrusionOk="0">
                    <a:moveTo>
                      <a:pt x="1376" y="1"/>
                    </a:moveTo>
                    <a:cubicBezTo>
                      <a:pt x="1177" y="383"/>
                      <a:pt x="749" y="1116"/>
                      <a:pt x="1" y="1757"/>
                    </a:cubicBezTo>
                    <a:cubicBezTo>
                      <a:pt x="245" y="1757"/>
                      <a:pt x="627" y="1803"/>
                      <a:pt x="994" y="2093"/>
                    </a:cubicBezTo>
                    <a:cubicBezTo>
                      <a:pt x="1757" y="1788"/>
                      <a:pt x="2155" y="719"/>
                      <a:pt x="2307" y="245"/>
                    </a:cubicBezTo>
                    <a:lnTo>
                      <a:pt x="13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1628;p72">
                <a:extLst>
                  <a:ext uri="{FF2B5EF4-FFF2-40B4-BE49-F238E27FC236}">
                    <a16:creationId xmlns:a16="http://schemas.microsoft.com/office/drawing/2014/main" id="{A3D1D3DB-906B-4CAC-9D3B-3135CC223BF7}"/>
                  </a:ext>
                </a:extLst>
              </p:cNvPr>
              <p:cNvSpPr/>
              <p:nvPr/>
            </p:nvSpPr>
            <p:spPr>
              <a:xfrm>
                <a:off x="1783100" y="1433175"/>
                <a:ext cx="53100" cy="10695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4278" extrusionOk="0">
                    <a:moveTo>
                      <a:pt x="230" y="0"/>
                    </a:moveTo>
                    <a:cubicBezTo>
                      <a:pt x="153" y="16"/>
                      <a:pt x="62" y="31"/>
                      <a:pt x="0" y="46"/>
                    </a:cubicBezTo>
                    <a:cubicBezTo>
                      <a:pt x="321" y="413"/>
                      <a:pt x="932" y="1161"/>
                      <a:pt x="1238" y="2169"/>
                    </a:cubicBezTo>
                    <a:cubicBezTo>
                      <a:pt x="1482" y="2948"/>
                      <a:pt x="1543" y="3727"/>
                      <a:pt x="1543" y="4277"/>
                    </a:cubicBezTo>
                    <a:cubicBezTo>
                      <a:pt x="1818" y="4140"/>
                      <a:pt x="2032" y="4002"/>
                      <a:pt x="2093" y="3849"/>
                    </a:cubicBezTo>
                    <a:cubicBezTo>
                      <a:pt x="2108" y="3819"/>
                      <a:pt x="2124" y="3788"/>
                      <a:pt x="2124" y="3758"/>
                    </a:cubicBezTo>
                    <a:cubicBezTo>
                      <a:pt x="2108" y="3712"/>
                      <a:pt x="2093" y="3666"/>
                      <a:pt x="2093" y="3620"/>
                    </a:cubicBezTo>
                    <a:cubicBezTo>
                      <a:pt x="1329" y="611"/>
                      <a:pt x="230" y="0"/>
                      <a:pt x="2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1629;p72">
                <a:extLst>
                  <a:ext uri="{FF2B5EF4-FFF2-40B4-BE49-F238E27FC236}">
                    <a16:creationId xmlns:a16="http://schemas.microsoft.com/office/drawing/2014/main" id="{F4B5F08C-E88E-3A29-6BBA-7927F33F6C4D}"/>
                  </a:ext>
                </a:extLst>
              </p:cNvPr>
              <p:cNvSpPr/>
              <p:nvPr/>
            </p:nvSpPr>
            <p:spPr>
              <a:xfrm>
                <a:off x="1804875" y="1741325"/>
                <a:ext cx="26375" cy="317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269" fill="none" extrusionOk="0">
                    <a:moveTo>
                      <a:pt x="76" y="1"/>
                    </a:moveTo>
                    <a:cubicBezTo>
                      <a:pt x="76" y="1"/>
                      <a:pt x="0" y="1055"/>
                      <a:pt x="1054" y="1268"/>
                    </a:cubicBez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1630;p72">
                <a:extLst>
                  <a:ext uri="{FF2B5EF4-FFF2-40B4-BE49-F238E27FC236}">
                    <a16:creationId xmlns:a16="http://schemas.microsoft.com/office/drawing/2014/main" id="{D873D247-DC31-5A27-7E22-39FA7B267E0B}"/>
                  </a:ext>
                </a:extLst>
              </p:cNvPr>
              <p:cNvSpPr/>
              <p:nvPr/>
            </p:nvSpPr>
            <p:spPr>
              <a:xfrm>
                <a:off x="1819000" y="1783325"/>
                <a:ext cx="51175" cy="390675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15627" fill="none" extrusionOk="0">
                    <a:moveTo>
                      <a:pt x="0" y="1"/>
                    </a:moveTo>
                    <a:lnTo>
                      <a:pt x="2047" y="1562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1631;p72">
                <a:extLst>
                  <a:ext uri="{FF2B5EF4-FFF2-40B4-BE49-F238E27FC236}">
                    <a16:creationId xmlns:a16="http://schemas.microsoft.com/office/drawing/2014/main" id="{E4C0D541-1CC4-C584-6B84-58D3ED427ACB}"/>
                  </a:ext>
                </a:extLst>
              </p:cNvPr>
              <p:cNvSpPr/>
              <p:nvPr/>
            </p:nvSpPr>
            <p:spPr>
              <a:xfrm>
                <a:off x="1652125" y="1842525"/>
                <a:ext cx="87075" cy="331475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13259" fill="none" extrusionOk="0">
                    <a:moveTo>
                      <a:pt x="3483" y="0"/>
                    </a:moveTo>
                    <a:lnTo>
                      <a:pt x="0" y="1325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1632;p72">
                <a:extLst>
                  <a:ext uri="{FF2B5EF4-FFF2-40B4-BE49-F238E27FC236}">
                    <a16:creationId xmlns:a16="http://schemas.microsoft.com/office/drawing/2014/main" id="{BE82F0F1-119D-8B64-8099-9E9A5609BA86}"/>
                  </a:ext>
                </a:extLst>
              </p:cNvPr>
              <p:cNvSpPr/>
              <p:nvPr/>
            </p:nvSpPr>
            <p:spPr>
              <a:xfrm>
                <a:off x="1707100" y="1844975"/>
                <a:ext cx="44700" cy="176275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7051" extrusionOk="0">
                    <a:moveTo>
                      <a:pt x="1455" y="1"/>
                    </a:moveTo>
                    <a:cubicBezTo>
                      <a:pt x="1081" y="1"/>
                      <a:pt x="490" y="362"/>
                      <a:pt x="199" y="2453"/>
                    </a:cubicBezTo>
                    <a:cubicBezTo>
                      <a:pt x="31" y="3736"/>
                      <a:pt x="1" y="5447"/>
                      <a:pt x="16" y="7051"/>
                    </a:cubicBezTo>
                    <a:cubicBezTo>
                      <a:pt x="704" y="3996"/>
                      <a:pt x="1421" y="941"/>
                      <a:pt x="1788" y="101"/>
                    </a:cubicBezTo>
                    <a:cubicBezTo>
                      <a:pt x="1788" y="101"/>
                      <a:pt x="1652" y="1"/>
                      <a:pt x="14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1633;p72">
                <a:extLst>
                  <a:ext uri="{FF2B5EF4-FFF2-40B4-BE49-F238E27FC236}">
                    <a16:creationId xmlns:a16="http://schemas.microsoft.com/office/drawing/2014/main" id="{53CFE363-5FAA-CB94-DDF9-2810DC99CB2D}"/>
                  </a:ext>
                </a:extLst>
              </p:cNvPr>
              <p:cNvSpPr/>
              <p:nvPr/>
            </p:nvSpPr>
            <p:spPr>
              <a:xfrm>
                <a:off x="1672350" y="1697025"/>
                <a:ext cx="17072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6829" h="2676" extrusionOk="0">
                    <a:moveTo>
                      <a:pt x="6538" y="1"/>
                    </a:moveTo>
                    <a:lnTo>
                      <a:pt x="6538" y="1"/>
                    </a:lnTo>
                    <a:cubicBezTo>
                      <a:pt x="6554" y="260"/>
                      <a:pt x="6554" y="444"/>
                      <a:pt x="6523" y="520"/>
                    </a:cubicBezTo>
                    <a:cubicBezTo>
                      <a:pt x="4950" y="1467"/>
                      <a:pt x="3474" y="1775"/>
                      <a:pt x="2307" y="1775"/>
                    </a:cubicBezTo>
                    <a:cubicBezTo>
                      <a:pt x="2251" y="1775"/>
                      <a:pt x="2195" y="1774"/>
                      <a:pt x="2139" y="1773"/>
                    </a:cubicBezTo>
                    <a:cubicBezTo>
                      <a:pt x="1040" y="1727"/>
                      <a:pt x="261" y="1421"/>
                      <a:pt x="1" y="1131"/>
                    </a:cubicBezTo>
                    <a:lnTo>
                      <a:pt x="1" y="1131"/>
                    </a:lnTo>
                    <a:cubicBezTo>
                      <a:pt x="66" y="1218"/>
                      <a:pt x="1153" y="2675"/>
                      <a:pt x="3445" y="2675"/>
                    </a:cubicBezTo>
                    <a:cubicBezTo>
                      <a:pt x="4371" y="2675"/>
                      <a:pt x="5495" y="2437"/>
                      <a:pt x="6829" y="1773"/>
                    </a:cubicBezTo>
                    <a:cubicBezTo>
                      <a:pt x="6706" y="719"/>
                      <a:pt x="6599" y="47"/>
                      <a:pt x="65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1634;p72">
                <a:extLst>
                  <a:ext uri="{FF2B5EF4-FFF2-40B4-BE49-F238E27FC236}">
                    <a16:creationId xmlns:a16="http://schemas.microsoft.com/office/drawing/2014/main" id="{91442DB2-8E01-AB78-19E8-B2D8571CBCC3}"/>
                  </a:ext>
                </a:extLst>
              </p:cNvPr>
              <p:cNvSpPr/>
              <p:nvPr/>
            </p:nvSpPr>
            <p:spPr>
              <a:xfrm>
                <a:off x="1621950" y="1648925"/>
                <a:ext cx="122600" cy="80975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3239" extrusionOk="0">
                    <a:moveTo>
                      <a:pt x="4904" y="0"/>
                    </a:moveTo>
                    <a:cubicBezTo>
                      <a:pt x="3865" y="840"/>
                      <a:pt x="2857" y="1635"/>
                      <a:pt x="2796" y="1665"/>
                    </a:cubicBezTo>
                    <a:cubicBezTo>
                      <a:pt x="2643" y="1741"/>
                      <a:pt x="658" y="1910"/>
                      <a:pt x="123" y="2872"/>
                    </a:cubicBezTo>
                    <a:cubicBezTo>
                      <a:pt x="1" y="3101"/>
                      <a:pt x="62" y="3193"/>
                      <a:pt x="123" y="3238"/>
                    </a:cubicBezTo>
                    <a:cubicBezTo>
                      <a:pt x="153" y="3101"/>
                      <a:pt x="230" y="2750"/>
                      <a:pt x="596" y="2551"/>
                    </a:cubicBezTo>
                    <a:cubicBezTo>
                      <a:pt x="1037" y="2287"/>
                      <a:pt x="2411" y="1923"/>
                      <a:pt x="2800" y="1923"/>
                    </a:cubicBezTo>
                    <a:cubicBezTo>
                      <a:pt x="2816" y="1923"/>
                      <a:pt x="2830" y="1924"/>
                      <a:pt x="2842" y="1925"/>
                    </a:cubicBezTo>
                    <a:cubicBezTo>
                      <a:pt x="2844" y="1925"/>
                      <a:pt x="2845" y="1925"/>
                      <a:pt x="2847" y="1925"/>
                    </a:cubicBezTo>
                    <a:cubicBezTo>
                      <a:pt x="3137" y="1925"/>
                      <a:pt x="4706" y="744"/>
                      <a:pt x="4904" y="0"/>
                    </a:cubicBezTo>
                    <a:close/>
                  </a:path>
                </a:pathLst>
              </a:custGeom>
              <a:solidFill>
                <a:srgbClr val="3725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1635;p72">
                <a:extLst>
                  <a:ext uri="{FF2B5EF4-FFF2-40B4-BE49-F238E27FC236}">
                    <a16:creationId xmlns:a16="http://schemas.microsoft.com/office/drawing/2014/main" id="{4204F67C-4D9F-C152-B58F-1A37E7C0F447}"/>
                  </a:ext>
                </a:extLst>
              </p:cNvPr>
              <p:cNvSpPr/>
              <p:nvPr/>
            </p:nvSpPr>
            <p:spPr>
              <a:xfrm>
                <a:off x="848325" y="1776850"/>
                <a:ext cx="154275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71" h="20896" extrusionOk="0">
                    <a:moveTo>
                      <a:pt x="6171" y="519"/>
                    </a:moveTo>
                    <a:lnTo>
                      <a:pt x="5804" y="260"/>
                    </a:lnTo>
                    <a:lnTo>
                      <a:pt x="5438" y="0"/>
                    </a:lnTo>
                    <a:cubicBezTo>
                      <a:pt x="5377" y="92"/>
                      <a:pt x="4048" y="2001"/>
                      <a:pt x="2704" y="5545"/>
                    </a:cubicBezTo>
                    <a:cubicBezTo>
                      <a:pt x="1467" y="8798"/>
                      <a:pt x="0" y="14098"/>
                      <a:pt x="0" y="20895"/>
                    </a:cubicBezTo>
                    <a:lnTo>
                      <a:pt x="901" y="20895"/>
                    </a:lnTo>
                    <a:cubicBezTo>
                      <a:pt x="901" y="8202"/>
                      <a:pt x="6125" y="596"/>
                      <a:pt x="6171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1636;p72">
                <a:extLst>
                  <a:ext uri="{FF2B5EF4-FFF2-40B4-BE49-F238E27FC236}">
                    <a16:creationId xmlns:a16="http://schemas.microsoft.com/office/drawing/2014/main" id="{4830A37E-084B-F909-3472-EFAF677A6CD7}"/>
                  </a:ext>
                </a:extLst>
              </p:cNvPr>
              <p:cNvSpPr/>
              <p:nvPr/>
            </p:nvSpPr>
            <p:spPr>
              <a:xfrm>
                <a:off x="1049550" y="1776850"/>
                <a:ext cx="154675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87" h="20896" extrusionOk="0">
                    <a:moveTo>
                      <a:pt x="6187" y="519"/>
                    </a:moveTo>
                    <a:lnTo>
                      <a:pt x="5820" y="260"/>
                    </a:lnTo>
                    <a:lnTo>
                      <a:pt x="5438" y="0"/>
                    </a:lnTo>
                    <a:cubicBezTo>
                      <a:pt x="5393" y="92"/>
                      <a:pt x="4064" y="2001"/>
                      <a:pt x="2720" y="5545"/>
                    </a:cubicBezTo>
                    <a:cubicBezTo>
                      <a:pt x="1482" y="8798"/>
                      <a:pt x="1" y="14098"/>
                      <a:pt x="1" y="20895"/>
                    </a:cubicBezTo>
                    <a:lnTo>
                      <a:pt x="902" y="20895"/>
                    </a:lnTo>
                    <a:cubicBezTo>
                      <a:pt x="902" y="8202"/>
                      <a:pt x="6126" y="596"/>
                      <a:pt x="6187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1637;p72">
                <a:extLst>
                  <a:ext uri="{FF2B5EF4-FFF2-40B4-BE49-F238E27FC236}">
                    <a16:creationId xmlns:a16="http://schemas.microsoft.com/office/drawing/2014/main" id="{FADAD552-DB40-BDCF-5AD2-4017A60951F5}"/>
                  </a:ext>
                </a:extLst>
              </p:cNvPr>
              <p:cNvSpPr/>
              <p:nvPr/>
            </p:nvSpPr>
            <p:spPr>
              <a:xfrm>
                <a:off x="1849925" y="1776850"/>
                <a:ext cx="154300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20896" extrusionOk="0">
                    <a:moveTo>
                      <a:pt x="0" y="519"/>
                    </a:moveTo>
                    <a:lnTo>
                      <a:pt x="367" y="260"/>
                    </a:lnTo>
                    <a:lnTo>
                      <a:pt x="734" y="0"/>
                    </a:lnTo>
                    <a:cubicBezTo>
                      <a:pt x="795" y="92"/>
                      <a:pt x="2124" y="2001"/>
                      <a:pt x="3468" y="5545"/>
                    </a:cubicBezTo>
                    <a:cubicBezTo>
                      <a:pt x="4705" y="8798"/>
                      <a:pt x="6171" y="14098"/>
                      <a:pt x="6171" y="20895"/>
                    </a:cubicBezTo>
                    <a:lnTo>
                      <a:pt x="5270" y="20895"/>
                    </a:lnTo>
                    <a:cubicBezTo>
                      <a:pt x="5270" y="8202"/>
                      <a:pt x="46" y="596"/>
                      <a:pt x="0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1638;p72">
                <a:extLst>
                  <a:ext uri="{FF2B5EF4-FFF2-40B4-BE49-F238E27FC236}">
                    <a16:creationId xmlns:a16="http://schemas.microsoft.com/office/drawing/2014/main" id="{30B136D8-F23C-4DE8-31AC-4EBC8680E72E}"/>
                  </a:ext>
                </a:extLst>
              </p:cNvPr>
              <p:cNvSpPr/>
              <p:nvPr/>
            </p:nvSpPr>
            <p:spPr>
              <a:xfrm>
                <a:off x="1648300" y="1776850"/>
                <a:ext cx="154300" cy="522400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20896" extrusionOk="0">
                    <a:moveTo>
                      <a:pt x="1" y="519"/>
                    </a:moveTo>
                    <a:lnTo>
                      <a:pt x="367" y="260"/>
                    </a:lnTo>
                    <a:lnTo>
                      <a:pt x="734" y="0"/>
                    </a:lnTo>
                    <a:cubicBezTo>
                      <a:pt x="795" y="92"/>
                      <a:pt x="2124" y="2001"/>
                      <a:pt x="3468" y="5545"/>
                    </a:cubicBezTo>
                    <a:cubicBezTo>
                      <a:pt x="4705" y="8798"/>
                      <a:pt x="6171" y="14098"/>
                      <a:pt x="6171" y="20895"/>
                    </a:cubicBezTo>
                    <a:lnTo>
                      <a:pt x="5270" y="20895"/>
                    </a:lnTo>
                    <a:cubicBezTo>
                      <a:pt x="5270" y="8202"/>
                      <a:pt x="62" y="596"/>
                      <a:pt x="1" y="5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1639;p72">
                <a:extLst>
                  <a:ext uri="{FF2B5EF4-FFF2-40B4-BE49-F238E27FC236}">
                    <a16:creationId xmlns:a16="http://schemas.microsoft.com/office/drawing/2014/main" id="{5FFB24F4-A190-06DC-BE7A-FC923E149AC9}"/>
                  </a:ext>
                </a:extLst>
              </p:cNvPr>
              <p:cNvSpPr/>
              <p:nvPr/>
            </p:nvSpPr>
            <p:spPr>
              <a:xfrm>
                <a:off x="830750" y="1763850"/>
                <a:ext cx="10394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41577" h="1193" extrusionOk="0">
                    <a:moveTo>
                      <a:pt x="596" y="1"/>
                    </a:moveTo>
                    <a:cubicBezTo>
                      <a:pt x="428" y="1"/>
                      <a:pt x="276" y="77"/>
                      <a:pt x="169" y="184"/>
                    </a:cubicBezTo>
                    <a:cubicBezTo>
                      <a:pt x="62" y="291"/>
                      <a:pt x="1" y="444"/>
                      <a:pt x="1" y="596"/>
                    </a:cubicBezTo>
                    <a:cubicBezTo>
                      <a:pt x="1" y="932"/>
                      <a:pt x="260" y="1192"/>
                      <a:pt x="596" y="1192"/>
                    </a:cubicBezTo>
                    <a:lnTo>
                      <a:pt x="40981" y="1192"/>
                    </a:lnTo>
                    <a:cubicBezTo>
                      <a:pt x="41149" y="1192"/>
                      <a:pt x="41302" y="1131"/>
                      <a:pt x="41409" y="1024"/>
                    </a:cubicBezTo>
                    <a:cubicBezTo>
                      <a:pt x="41516" y="917"/>
                      <a:pt x="41577" y="764"/>
                      <a:pt x="41577" y="596"/>
                    </a:cubicBezTo>
                    <a:cubicBezTo>
                      <a:pt x="41577" y="276"/>
                      <a:pt x="41317" y="1"/>
                      <a:pt x="409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1640;p72">
                <a:extLst>
                  <a:ext uri="{FF2B5EF4-FFF2-40B4-BE49-F238E27FC236}">
                    <a16:creationId xmlns:a16="http://schemas.microsoft.com/office/drawing/2014/main" id="{3180DFB9-38AA-66F9-6E06-EB924BD6DBC2}"/>
                  </a:ext>
                </a:extLst>
              </p:cNvPr>
              <p:cNvSpPr/>
              <p:nvPr/>
            </p:nvSpPr>
            <p:spPr>
              <a:xfrm>
                <a:off x="1855275" y="1763850"/>
                <a:ext cx="1936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7745" h="1193" extrusionOk="0">
                    <a:moveTo>
                      <a:pt x="0" y="1"/>
                    </a:moveTo>
                    <a:cubicBezTo>
                      <a:pt x="336" y="1"/>
                      <a:pt x="596" y="276"/>
                      <a:pt x="596" y="596"/>
                    </a:cubicBezTo>
                    <a:cubicBezTo>
                      <a:pt x="596" y="764"/>
                      <a:pt x="535" y="917"/>
                      <a:pt x="428" y="1024"/>
                    </a:cubicBezTo>
                    <a:cubicBezTo>
                      <a:pt x="321" y="1131"/>
                      <a:pt x="168" y="1192"/>
                      <a:pt x="0" y="1192"/>
                    </a:cubicBezTo>
                    <a:lnTo>
                      <a:pt x="7149" y="1192"/>
                    </a:lnTo>
                    <a:cubicBezTo>
                      <a:pt x="7317" y="1192"/>
                      <a:pt x="7454" y="1131"/>
                      <a:pt x="7576" y="1024"/>
                    </a:cubicBezTo>
                    <a:cubicBezTo>
                      <a:pt x="7683" y="917"/>
                      <a:pt x="7744" y="764"/>
                      <a:pt x="7744" y="596"/>
                    </a:cubicBezTo>
                    <a:cubicBezTo>
                      <a:pt x="7744" y="276"/>
                      <a:pt x="7485" y="1"/>
                      <a:pt x="71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1641;p72">
                <a:extLst>
                  <a:ext uri="{FF2B5EF4-FFF2-40B4-BE49-F238E27FC236}">
                    <a16:creationId xmlns:a16="http://schemas.microsoft.com/office/drawing/2014/main" id="{8FB68050-ABDC-6638-AE0C-FB59FE217CFF}"/>
                  </a:ext>
                </a:extLst>
              </p:cNvPr>
              <p:cNvSpPr/>
              <p:nvPr/>
            </p:nvSpPr>
            <p:spPr>
              <a:xfrm>
                <a:off x="925450" y="1327400"/>
                <a:ext cx="269625" cy="326900"/>
              </a:xfrm>
              <a:custGeom>
                <a:avLst/>
                <a:gdLst/>
                <a:ahLst/>
                <a:cxnLst/>
                <a:rect l="l" t="t" r="r" b="b"/>
                <a:pathLst>
                  <a:path w="10785" h="13076" extrusionOk="0">
                    <a:moveTo>
                      <a:pt x="1345" y="0"/>
                    </a:moveTo>
                    <a:cubicBezTo>
                      <a:pt x="612" y="0"/>
                      <a:pt x="1" y="611"/>
                      <a:pt x="1" y="1360"/>
                    </a:cubicBezTo>
                    <a:lnTo>
                      <a:pt x="1" y="11731"/>
                    </a:lnTo>
                    <a:cubicBezTo>
                      <a:pt x="1" y="12479"/>
                      <a:pt x="612" y="13075"/>
                      <a:pt x="1345" y="13075"/>
                    </a:cubicBezTo>
                    <a:lnTo>
                      <a:pt x="10784" y="13075"/>
                    </a:lnTo>
                    <a:lnTo>
                      <a:pt x="10784" y="16"/>
                    </a:lnTo>
                    <a:lnTo>
                      <a:pt x="107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1642;p72">
                <a:extLst>
                  <a:ext uri="{FF2B5EF4-FFF2-40B4-BE49-F238E27FC236}">
                    <a16:creationId xmlns:a16="http://schemas.microsoft.com/office/drawing/2014/main" id="{A8B76B7B-716F-5A37-C472-A395289ACF25}"/>
                  </a:ext>
                </a:extLst>
              </p:cNvPr>
              <p:cNvSpPr/>
              <p:nvPr/>
            </p:nvSpPr>
            <p:spPr>
              <a:xfrm>
                <a:off x="1161050" y="1327400"/>
                <a:ext cx="34025" cy="326900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076" extrusionOk="0">
                    <a:moveTo>
                      <a:pt x="1360" y="0"/>
                    </a:moveTo>
                    <a:cubicBezTo>
                      <a:pt x="612" y="0"/>
                      <a:pt x="1" y="611"/>
                      <a:pt x="1" y="1360"/>
                    </a:cubicBezTo>
                    <a:lnTo>
                      <a:pt x="1" y="11731"/>
                    </a:lnTo>
                    <a:cubicBezTo>
                      <a:pt x="1" y="12479"/>
                      <a:pt x="612" y="13075"/>
                      <a:pt x="1360" y="13075"/>
                    </a:cubicBezTo>
                    <a:lnTo>
                      <a:pt x="13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1643;p72">
                <a:extLst>
                  <a:ext uri="{FF2B5EF4-FFF2-40B4-BE49-F238E27FC236}">
                    <a16:creationId xmlns:a16="http://schemas.microsoft.com/office/drawing/2014/main" id="{FA6B5D2F-0412-2EEE-E30C-0EC1C55C487A}"/>
                  </a:ext>
                </a:extLst>
              </p:cNvPr>
              <p:cNvSpPr/>
              <p:nvPr/>
            </p:nvSpPr>
            <p:spPr>
              <a:xfrm>
                <a:off x="994950" y="1516850"/>
                <a:ext cx="82500" cy="137450"/>
              </a:xfrm>
              <a:custGeom>
                <a:avLst/>
                <a:gdLst/>
                <a:ahLst/>
                <a:cxnLst/>
                <a:rect l="l" t="t" r="r" b="b"/>
                <a:pathLst>
                  <a:path w="3300" h="5498" extrusionOk="0">
                    <a:moveTo>
                      <a:pt x="1516" y="1"/>
                    </a:moveTo>
                    <a:cubicBezTo>
                      <a:pt x="1042" y="1"/>
                      <a:pt x="825" y="426"/>
                      <a:pt x="825" y="426"/>
                    </a:cubicBezTo>
                    <a:lnTo>
                      <a:pt x="0" y="5497"/>
                    </a:lnTo>
                    <a:lnTo>
                      <a:pt x="3300" y="5497"/>
                    </a:lnTo>
                    <a:cubicBezTo>
                      <a:pt x="2429" y="3985"/>
                      <a:pt x="2750" y="564"/>
                      <a:pt x="2063" y="166"/>
                    </a:cubicBezTo>
                    <a:cubicBezTo>
                      <a:pt x="1852" y="46"/>
                      <a:pt x="1670" y="1"/>
                      <a:pt x="15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1644;p72">
                <a:extLst>
                  <a:ext uri="{FF2B5EF4-FFF2-40B4-BE49-F238E27FC236}">
                    <a16:creationId xmlns:a16="http://schemas.microsoft.com/office/drawing/2014/main" id="{B5F200A4-D31D-6C09-CC42-034149F742EB}"/>
                  </a:ext>
                </a:extLst>
              </p:cNvPr>
              <p:cNvSpPr/>
              <p:nvPr/>
            </p:nvSpPr>
            <p:spPr>
              <a:xfrm>
                <a:off x="960975" y="1521125"/>
                <a:ext cx="87450" cy="208775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8351" extrusionOk="0">
                    <a:moveTo>
                      <a:pt x="2528" y="1"/>
                    </a:moveTo>
                    <a:cubicBezTo>
                      <a:pt x="2376" y="1"/>
                      <a:pt x="2223" y="94"/>
                      <a:pt x="2169" y="255"/>
                    </a:cubicBezTo>
                    <a:lnTo>
                      <a:pt x="0" y="8167"/>
                    </a:lnTo>
                    <a:lnTo>
                      <a:pt x="2062" y="8350"/>
                    </a:lnTo>
                    <a:cubicBezTo>
                      <a:pt x="2062" y="8350"/>
                      <a:pt x="3208" y="4532"/>
                      <a:pt x="3391" y="2546"/>
                    </a:cubicBezTo>
                    <a:cubicBezTo>
                      <a:pt x="3498" y="1401"/>
                      <a:pt x="3131" y="606"/>
                      <a:pt x="2811" y="148"/>
                    </a:cubicBezTo>
                    <a:cubicBezTo>
                      <a:pt x="2741" y="47"/>
                      <a:pt x="2635" y="1"/>
                      <a:pt x="25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1645;p72">
                <a:extLst>
                  <a:ext uri="{FF2B5EF4-FFF2-40B4-BE49-F238E27FC236}">
                    <a16:creationId xmlns:a16="http://schemas.microsoft.com/office/drawing/2014/main" id="{FBDF91AB-D410-C38E-3E00-829362E12D1B}"/>
                  </a:ext>
                </a:extLst>
              </p:cNvPr>
              <p:cNvSpPr/>
              <p:nvPr/>
            </p:nvSpPr>
            <p:spPr>
              <a:xfrm>
                <a:off x="925450" y="1719950"/>
                <a:ext cx="154300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1757" extrusionOk="0">
                    <a:moveTo>
                      <a:pt x="886" y="0"/>
                    </a:moveTo>
                    <a:cubicBezTo>
                      <a:pt x="398" y="0"/>
                      <a:pt x="1" y="397"/>
                      <a:pt x="1" y="886"/>
                    </a:cubicBezTo>
                    <a:cubicBezTo>
                      <a:pt x="1" y="1360"/>
                      <a:pt x="398" y="1757"/>
                      <a:pt x="886" y="1757"/>
                    </a:cubicBezTo>
                    <a:lnTo>
                      <a:pt x="5301" y="1757"/>
                    </a:lnTo>
                    <a:cubicBezTo>
                      <a:pt x="5774" y="1757"/>
                      <a:pt x="6171" y="1360"/>
                      <a:pt x="6171" y="886"/>
                    </a:cubicBezTo>
                    <a:cubicBezTo>
                      <a:pt x="6171" y="397"/>
                      <a:pt x="5774" y="0"/>
                      <a:pt x="53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1646;p72">
                <a:extLst>
                  <a:ext uri="{FF2B5EF4-FFF2-40B4-BE49-F238E27FC236}">
                    <a16:creationId xmlns:a16="http://schemas.microsoft.com/office/drawing/2014/main" id="{2B06C3DE-E2A6-259A-7605-4801F797FEB3}"/>
                  </a:ext>
                </a:extLst>
              </p:cNvPr>
              <p:cNvSpPr/>
              <p:nvPr/>
            </p:nvSpPr>
            <p:spPr>
              <a:xfrm>
                <a:off x="1009450" y="1434325"/>
                <a:ext cx="37075" cy="56900"/>
              </a:xfrm>
              <a:custGeom>
                <a:avLst/>
                <a:gdLst/>
                <a:ahLst/>
                <a:cxnLst/>
                <a:rect l="l" t="t" r="r" b="b"/>
                <a:pathLst>
                  <a:path w="1483" h="2276" extrusionOk="0">
                    <a:moveTo>
                      <a:pt x="1483" y="1130"/>
                    </a:moveTo>
                    <a:cubicBezTo>
                      <a:pt x="1483" y="1757"/>
                      <a:pt x="1146" y="2276"/>
                      <a:pt x="749" y="2276"/>
                    </a:cubicBezTo>
                    <a:cubicBezTo>
                      <a:pt x="337" y="2276"/>
                      <a:pt x="1" y="1757"/>
                      <a:pt x="1" y="1130"/>
                    </a:cubicBezTo>
                    <a:cubicBezTo>
                      <a:pt x="1" y="504"/>
                      <a:pt x="337" y="0"/>
                      <a:pt x="749" y="0"/>
                    </a:cubicBezTo>
                    <a:cubicBezTo>
                      <a:pt x="1146" y="0"/>
                      <a:pt x="1483" y="504"/>
                      <a:pt x="1483" y="11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1647;p72">
                <a:extLst>
                  <a:ext uri="{FF2B5EF4-FFF2-40B4-BE49-F238E27FC236}">
                    <a16:creationId xmlns:a16="http://schemas.microsoft.com/office/drawing/2014/main" id="{30E90475-92ED-F75B-A615-01873C6F1D3F}"/>
                  </a:ext>
                </a:extLst>
              </p:cNvPr>
              <p:cNvSpPr/>
              <p:nvPr/>
            </p:nvSpPr>
            <p:spPr>
              <a:xfrm>
                <a:off x="1592175" y="1741325"/>
                <a:ext cx="14245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5698" h="902" extrusionOk="0">
                    <a:moveTo>
                      <a:pt x="0" y="1"/>
                    </a:moveTo>
                    <a:lnTo>
                      <a:pt x="0" y="902"/>
                    </a:lnTo>
                    <a:lnTo>
                      <a:pt x="5698" y="902"/>
                    </a:lnTo>
                    <a:lnTo>
                      <a:pt x="5698" y="29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1648;p72">
                <a:extLst>
                  <a:ext uri="{FF2B5EF4-FFF2-40B4-BE49-F238E27FC236}">
                    <a16:creationId xmlns:a16="http://schemas.microsoft.com/office/drawing/2014/main" id="{38D6FCF8-4DAE-6995-20CA-71F0BB76CA96}"/>
                  </a:ext>
                </a:extLst>
              </p:cNvPr>
              <p:cNvSpPr/>
              <p:nvPr/>
            </p:nvSpPr>
            <p:spPr>
              <a:xfrm>
                <a:off x="1297000" y="1571775"/>
                <a:ext cx="333375" cy="192100"/>
              </a:xfrm>
              <a:custGeom>
                <a:avLst/>
                <a:gdLst/>
                <a:ahLst/>
                <a:cxnLst/>
                <a:rect l="l" t="t" r="r" b="b"/>
                <a:pathLst>
                  <a:path w="13335" h="7684" extrusionOk="0">
                    <a:moveTo>
                      <a:pt x="321" y="1"/>
                    </a:moveTo>
                    <a:cubicBezTo>
                      <a:pt x="138" y="1"/>
                      <a:pt x="0" y="169"/>
                      <a:pt x="46" y="352"/>
                    </a:cubicBezTo>
                    <a:lnTo>
                      <a:pt x="1772" y="7470"/>
                    </a:lnTo>
                    <a:cubicBezTo>
                      <a:pt x="1803" y="7607"/>
                      <a:pt x="1925" y="7684"/>
                      <a:pt x="2047" y="7684"/>
                    </a:cubicBezTo>
                    <a:lnTo>
                      <a:pt x="13014" y="7684"/>
                    </a:lnTo>
                    <a:cubicBezTo>
                      <a:pt x="13197" y="7684"/>
                      <a:pt x="13335" y="7516"/>
                      <a:pt x="13289" y="7348"/>
                    </a:cubicBezTo>
                    <a:lnTo>
                      <a:pt x="11563" y="215"/>
                    </a:lnTo>
                    <a:cubicBezTo>
                      <a:pt x="11532" y="92"/>
                      <a:pt x="11410" y="1"/>
                      <a:pt x="112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1649;p72">
                <a:extLst>
                  <a:ext uri="{FF2B5EF4-FFF2-40B4-BE49-F238E27FC236}">
                    <a16:creationId xmlns:a16="http://schemas.microsoft.com/office/drawing/2014/main" id="{8D7E89C9-3348-3596-3B46-0E0FABCBED38}"/>
                  </a:ext>
                </a:extLst>
              </p:cNvPr>
              <p:cNvSpPr/>
              <p:nvPr/>
            </p:nvSpPr>
            <p:spPr>
              <a:xfrm>
                <a:off x="1288600" y="1563375"/>
                <a:ext cx="333000" cy="192100"/>
              </a:xfrm>
              <a:custGeom>
                <a:avLst/>
                <a:gdLst/>
                <a:ahLst/>
                <a:cxnLst/>
                <a:rect l="l" t="t" r="r" b="b"/>
                <a:pathLst>
                  <a:path w="13320" h="7684" extrusionOk="0">
                    <a:moveTo>
                      <a:pt x="306" y="1"/>
                    </a:moveTo>
                    <a:cubicBezTo>
                      <a:pt x="214" y="1"/>
                      <a:pt x="138" y="47"/>
                      <a:pt x="92" y="108"/>
                    </a:cubicBezTo>
                    <a:cubicBezTo>
                      <a:pt x="31" y="169"/>
                      <a:pt x="0" y="260"/>
                      <a:pt x="31" y="352"/>
                    </a:cubicBezTo>
                    <a:lnTo>
                      <a:pt x="1757" y="7470"/>
                    </a:lnTo>
                    <a:cubicBezTo>
                      <a:pt x="1787" y="7607"/>
                      <a:pt x="1894" y="7684"/>
                      <a:pt x="2032" y="7684"/>
                    </a:cubicBezTo>
                    <a:lnTo>
                      <a:pt x="12999" y="7684"/>
                    </a:lnTo>
                    <a:cubicBezTo>
                      <a:pt x="13182" y="7684"/>
                      <a:pt x="13319" y="7516"/>
                      <a:pt x="13274" y="7348"/>
                    </a:cubicBezTo>
                    <a:lnTo>
                      <a:pt x="11532" y="215"/>
                    </a:lnTo>
                    <a:cubicBezTo>
                      <a:pt x="11502" y="92"/>
                      <a:pt x="11395" y="1"/>
                      <a:pt x="11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1650;p72">
                <a:extLst>
                  <a:ext uri="{FF2B5EF4-FFF2-40B4-BE49-F238E27FC236}">
                    <a16:creationId xmlns:a16="http://schemas.microsoft.com/office/drawing/2014/main" id="{DC3D96DA-4918-028B-9916-F0041B7EBE14}"/>
                  </a:ext>
                </a:extLst>
              </p:cNvPr>
              <p:cNvSpPr/>
              <p:nvPr/>
            </p:nvSpPr>
            <p:spPr>
              <a:xfrm>
                <a:off x="1433325" y="1647775"/>
                <a:ext cx="35150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605" extrusionOk="0">
                    <a:moveTo>
                      <a:pt x="1268" y="596"/>
                    </a:moveTo>
                    <a:cubicBezTo>
                      <a:pt x="1406" y="963"/>
                      <a:pt x="1283" y="1360"/>
                      <a:pt x="963" y="1482"/>
                    </a:cubicBezTo>
                    <a:cubicBezTo>
                      <a:pt x="657" y="1604"/>
                      <a:pt x="291" y="1406"/>
                      <a:pt x="138" y="1024"/>
                    </a:cubicBezTo>
                    <a:cubicBezTo>
                      <a:pt x="0" y="642"/>
                      <a:pt x="138" y="245"/>
                      <a:pt x="443" y="123"/>
                    </a:cubicBezTo>
                    <a:cubicBezTo>
                      <a:pt x="749" y="0"/>
                      <a:pt x="1115" y="214"/>
                      <a:pt x="1268" y="5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1651;p72">
                <a:extLst>
                  <a:ext uri="{FF2B5EF4-FFF2-40B4-BE49-F238E27FC236}">
                    <a16:creationId xmlns:a16="http://schemas.microsoft.com/office/drawing/2014/main" id="{804C5C53-C4BF-459C-CF74-A82710940ABB}"/>
                  </a:ext>
                </a:extLst>
              </p:cNvPr>
              <p:cNvSpPr/>
              <p:nvPr/>
            </p:nvSpPr>
            <p:spPr>
              <a:xfrm>
                <a:off x="1768200" y="1134950"/>
                <a:ext cx="372725" cy="247075"/>
              </a:xfrm>
              <a:custGeom>
                <a:avLst/>
                <a:gdLst/>
                <a:ahLst/>
                <a:cxnLst/>
                <a:rect l="l" t="t" r="r" b="b"/>
                <a:pathLst>
                  <a:path w="14909" h="9883" extrusionOk="0">
                    <a:moveTo>
                      <a:pt x="14908" y="794"/>
                    </a:moveTo>
                    <a:lnTo>
                      <a:pt x="14908" y="9073"/>
                    </a:lnTo>
                    <a:cubicBezTo>
                      <a:pt x="14908" y="9516"/>
                      <a:pt x="14557" y="9883"/>
                      <a:pt x="14114" y="9883"/>
                    </a:cubicBezTo>
                    <a:lnTo>
                      <a:pt x="795" y="9883"/>
                    </a:lnTo>
                    <a:cubicBezTo>
                      <a:pt x="352" y="9883"/>
                      <a:pt x="1" y="9516"/>
                      <a:pt x="1" y="9073"/>
                    </a:cubicBezTo>
                    <a:lnTo>
                      <a:pt x="1" y="794"/>
                    </a:lnTo>
                    <a:cubicBezTo>
                      <a:pt x="1" y="352"/>
                      <a:pt x="352" y="0"/>
                      <a:pt x="795" y="0"/>
                    </a:cubicBezTo>
                    <a:lnTo>
                      <a:pt x="14114" y="0"/>
                    </a:lnTo>
                    <a:cubicBezTo>
                      <a:pt x="14557" y="0"/>
                      <a:pt x="14908" y="352"/>
                      <a:pt x="14908" y="79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1652;p72">
                <a:extLst>
                  <a:ext uri="{FF2B5EF4-FFF2-40B4-BE49-F238E27FC236}">
                    <a16:creationId xmlns:a16="http://schemas.microsoft.com/office/drawing/2014/main" id="{355C154E-DC05-7E55-AF6A-6B54C5887C6D}"/>
                  </a:ext>
                </a:extLst>
              </p:cNvPr>
              <p:cNvSpPr/>
              <p:nvPr/>
            </p:nvSpPr>
            <p:spPr>
              <a:xfrm>
                <a:off x="1846475" y="1179225"/>
                <a:ext cx="351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325" extrusionOk="0">
                    <a:moveTo>
                      <a:pt x="1406" y="1"/>
                    </a:moveTo>
                    <a:cubicBezTo>
                      <a:pt x="963" y="1"/>
                      <a:pt x="597" y="368"/>
                      <a:pt x="597" y="811"/>
                    </a:cubicBezTo>
                    <a:lnTo>
                      <a:pt x="597" y="2246"/>
                    </a:lnTo>
                    <a:cubicBezTo>
                      <a:pt x="597" y="2353"/>
                      <a:pt x="566" y="2460"/>
                      <a:pt x="490" y="2537"/>
                    </a:cubicBezTo>
                    <a:lnTo>
                      <a:pt x="200" y="2811"/>
                    </a:lnTo>
                    <a:cubicBezTo>
                      <a:pt x="1" y="3010"/>
                      <a:pt x="1" y="3315"/>
                      <a:pt x="200" y="3514"/>
                    </a:cubicBezTo>
                    <a:lnTo>
                      <a:pt x="490" y="3804"/>
                    </a:lnTo>
                    <a:cubicBezTo>
                      <a:pt x="566" y="3881"/>
                      <a:pt x="597" y="3988"/>
                      <a:pt x="597" y="4094"/>
                    </a:cubicBezTo>
                    <a:lnTo>
                      <a:pt x="597" y="5530"/>
                    </a:lnTo>
                    <a:cubicBezTo>
                      <a:pt x="597" y="5958"/>
                      <a:pt x="963" y="6325"/>
                      <a:pt x="1406" y="6325"/>
                    </a:cubicBezTo>
                    <a:lnTo>
                      <a:pt x="1406" y="5927"/>
                    </a:lnTo>
                    <a:cubicBezTo>
                      <a:pt x="1177" y="5927"/>
                      <a:pt x="1009" y="5744"/>
                      <a:pt x="1009" y="5515"/>
                    </a:cubicBezTo>
                    <a:lnTo>
                      <a:pt x="1009" y="4079"/>
                    </a:lnTo>
                    <a:cubicBezTo>
                      <a:pt x="1009" y="3865"/>
                      <a:pt x="917" y="3667"/>
                      <a:pt x="765" y="3514"/>
                    </a:cubicBezTo>
                    <a:lnTo>
                      <a:pt x="474" y="3224"/>
                    </a:lnTo>
                    <a:cubicBezTo>
                      <a:pt x="444" y="3193"/>
                      <a:pt x="444" y="3132"/>
                      <a:pt x="474" y="3102"/>
                    </a:cubicBezTo>
                    <a:lnTo>
                      <a:pt x="765" y="2811"/>
                    </a:lnTo>
                    <a:cubicBezTo>
                      <a:pt x="917" y="2659"/>
                      <a:pt x="1009" y="2460"/>
                      <a:pt x="1009" y="2246"/>
                    </a:cubicBezTo>
                    <a:lnTo>
                      <a:pt x="1009" y="811"/>
                    </a:lnTo>
                    <a:cubicBezTo>
                      <a:pt x="1009" y="581"/>
                      <a:pt x="1177" y="413"/>
                      <a:pt x="1406" y="413"/>
                    </a:cubicBez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1653;p72">
                <a:extLst>
                  <a:ext uri="{FF2B5EF4-FFF2-40B4-BE49-F238E27FC236}">
                    <a16:creationId xmlns:a16="http://schemas.microsoft.com/office/drawing/2014/main" id="{81B67E5F-4FCB-DD94-7D10-A0104F6BAADC}"/>
                  </a:ext>
                </a:extLst>
              </p:cNvPr>
              <p:cNvSpPr/>
              <p:nvPr/>
            </p:nvSpPr>
            <p:spPr>
              <a:xfrm>
                <a:off x="2027475" y="1179225"/>
                <a:ext cx="351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325" extrusionOk="0">
                    <a:moveTo>
                      <a:pt x="1" y="1"/>
                    </a:moveTo>
                    <a:lnTo>
                      <a:pt x="1" y="413"/>
                    </a:lnTo>
                    <a:cubicBezTo>
                      <a:pt x="230" y="413"/>
                      <a:pt x="398" y="597"/>
                      <a:pt x="398" y="811"/>
                    </a:cubicBezTo>
                    <a:lnTo>
                      <a:pt x="398" y="2246"/>
                    </a:lnTo>
                    <a:cubicBezTo>
                      <a:pt x="398" y="2460"/>
                      <a:pt x="490" y="2659"/>
                      <a:pt x="642" y="2811"/>
                    </a:cubicBezTo>
                    <a:lnTo>
                      <a:pt x="933" y="3102"/>
                    </a:lnTo>
                    <a:cubicBezTo>
                      <a:pt x="963" y="3132"/>
                      <a:pt x="963" y="3193"/>
                      <a:pt x="933" y="3239"/>
                    </a:cubicBezTo>
                    <a:lnTo>
                      <a:pt x="642" y="3514"/>
                    </a:lnTo>
                    <a:cubicBezTo>
                      <a:pt x="490" y="3667"/>
                      <a:pt x="398" y="3881"/>
                      <a:pt x="398" y="4094"/>
                    </a:cubicBezTo>
                    <a:lnTo>
                      <a:pt x="398" y="5530"/>
                    </a:lnTo>
                    <a:cubicBezTo>
                      <a:pt x="398" y="5744"/>
                      <a:pt x="230" y="5927"/>
                      <a:pt x="1" y="5927"/>
                    </a:cubicBezTo>
                    <a:lnTo>
                      <a:pt x="1" y="6325"/>
                    </a:lnTo>
                    <a:cubicBezTo>
                      <a:pt x="444" y="6325"/>
                      <a:pt x="811" y="5973"/>
                      <a:pt x="811" y="5530"/>
                    </a:cubicBezTo>
                    <a:lnTo>
                      <a:pt x="811" y="4094"/>
                    </a:lnTo>
                    <a:cubicBezTo>
                      <a:pt x="811" y="3972"/>
                      <a:pt x="841" y="3881"/>
                      <a:pt x="917" y="3804"/>
                    </a:cubicBezTo>
                    <a:lnTo>
                      <a:pt x="1208" y="3514"/>
                    </a:lnTo>
                    <a:cubicBezTo>
                      <a:pt x="1406" y="3315"/>
                      <a:pt x="1406" y="3010"/>
                      <a:pt x="1208" y="2811"/>
                    </a:cubicBezTo>
                    <a:lnTo>
                      <a:pt x="917" y="2537"/>
                    </a:lnTo>
                    <a:cubicBezTo>
                      <a:pt x="841" y="2460"/>
                      <a:pt x="811" y="2353"/>
                      <a:pt x="811" y="2246"/>
                    </a:cubicBezTo>
                    <a:lnTo>
                      <a:pt x="811" y="811"/>
                    </a:lnTo>
                    <a:cubicBezTo>
                      <a:pt x="811" y="368"/>
                      <a:pt x="444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1654;p72">
                <a:extLst>
                  <a:ext uri="{FF2B5EF4-FFF2-40B4-BE49-F238E27FC236}">
                    <a16:creationId xmlns:a16="http://schemas.microsoft.com/office/drawing/2014/main" id="{77AA29C9-EC0F-7617-8B86-C497E0A5FF95}"/>
                  </a:ext>
                </a:extLst>
              </p:cNvPr>
              <p:cNvSpPr/>
              <p:nvPr/>
            </p:nvSpPr>
            <p:spPr>
              <a:xfrm>
                <a:off x="1900325" y="1222200"/>
                <a:ext cx="1084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4339" h="3323" extrusionOk="0">
                    <a:moveTo>
                      <a:pt x="948" y="0"/>
                    </a:moveTo>
                    <a:cubicBezTo>
                      <a:pt x="726" y="0"/>
                      <a:pt x="505" y="84"/>
                      <a:pt x="337" y="252"/>
                    </a:cubicBezTo>
                    <a:cubicBezTo>
                      <a:pt x="1" y="588"/>
                      <a:pt x="1" y="1138"/>
                      <a:pt x="337" y="1474"/>
                    </a:cubicBezTo>
                    <a:lnTo>
                      <a:pt x="948" y="2101"/>
                    </a:lnTo>
                    <a:lnTo>
                      <a:pt x="2170" y="3322"/>
                    </a:lnTo>
                    <a:lnTo>
                      <a:pt x="3392" y="2101"/>
                    </a:lnTo>
                    <a:lnTo>
                      <a:pt x="4003" y="1474"/>
                    </a:lnTo>
                    <a:cubicBezTo>
                      <a:pt x="4339" y="1138"/>
                      <a:pt x="4339" y="588"/>
                      <a:pt x="4003" y="252"/>
                    </a:cubicBezTo>
                    <a:cubicBezTo>
                      <a:pt x="3834" y="84"/>
                      <a:pt x="3613" y="0"/>
                      <a:pt x="3392" y="0"/>
                    </a:cubicBezTo>
                    <a:cubicBezTo>
                      <a:pt x="3170" y="0"/>
                      <a:pt x="2949" y="84"/>
                      <a:pt x="2781" y="252"/>
                    </a:cubicBezTo>
                    <a:lnTo>
                      <a:pt x="2170" y="863"/>
                    </a:lnTo>
                    <a:lnTo>
                      <a:pt x="1559" y="252"/>
                    </a:lnTo>
                    <a:cubicBezTo>
                      <a:pt x="1391" y="84"/>
                      <a:pt x="1169" y="0"/>
                      <a:pt x="9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1655;p72">
                <a:extLst>
                  <a:ext uri="{FF2B5EF4-FFF2-40B4-BE49-F238E27FC236}">
                    <a16:creationId xmlns:a16="http://schemas.microsoft.com/office/drawing/2014/main" id="{05635C59-807E-518A-16EF-EE029504E4A0}"/>
                  </a:ext>
                </a:extLst>
              </p:cNvPr>
              <p:cNvSpPr/>
              <p:nvPr/>
            </p:nvSpPr>
            <p:spPr>
              <a:xfrm>
                <a:off x="1573450" y="1076900"/>
                <a:ext cx="141700" cy="141700"/>
              </a:xfrm>
              <a:custGeom>
                <a:avLst/>
                <a:gdLst/>
                <a:ahLst/>
                <a:cxnLst/>
                <a:rect l="l" t="t" r="r" b="b"/>
                <a:pathLst>
                  <a:path w="5668" h="5668" extrusionOk="0">
                    <a:moveTo>
                      <a:pt x="2827" y="1742"/>
                    </a:moveTo>
                    <a:cubicBezTo>
                      <a:pt x="3493" y="1742"/>
                      <a:pt x="4023" y="2338"/>
                      <a:pt x="3911" y="3025"/>
                    </a:cubicBezTo>
                    <a:cubicBezTo>
                      <a:pt x="3835" y="3483"/>
                      <a:pt x="3468" y="3850"/>
                      <a:pt x="3025" y="3911"/>
                    </a:cubicBezTo>
                    <a:cubicBezTo>
                      <a:pt x="2956" y="3923"/>
                      <a:pt x="2889" y="3929"/>
                      <a:pt x="2822" y="3929"/>
                    </a:cubicBezTo>
                    <a:cubicBezTo>
                      <a:pt x="2165" y="3929"/>
                      <a:pt x="1646" y="3338"/>
                      <a:pt x="1757" y="2658"/>
                    </a:cubicBezTo>
                    <a:cubicBezTo>
                      <a:pt x="1834" y="2200"/>
                      <a:pt x="2200" y="1833"/>
                      <a:pt x="2643" y="1757"/>
                    </a:cubicBezTo>
                    <a:cubicBezTo>
                      <a:pt x="2705" y="1747"/>
                      <a:pt x="2767" y="1742"/>
                      <a:pt x="2827" y="1742"/>
                    </a:cubicBezTo>
                    <a:close/>
                    <a:moveTo>
                      <a:pt x="2643" y="1"/>
                    </a:moveTo>
                    <a:cubicBezTo>
                      <a:pt x="2491" y="1"/>
                      <a:pt x="2384" y="123"/>
                      <a:pt x="2384" y="260"/>
                    </a:cubicBezTo>
                    <a:lnTo>
                      <a:pt x="2384" y="902"/>
                    </a:lnTo>
                    <a:cubicBezTo>
                      <a:pt x="2170" y="948"/>
                      <a:pt x="1971" y="1039"/>
                      <a:pt x="1788" y="1146"/>
                    </a:cubicBezTo>
                    <a:lnTo>
                      <a:pt x="1345" y="703"/>
                    </a:lnTo>
                    <a:cubicBezTo>
                      <a:pt x="1292" y="650"/>
                      <a:pt x="1223" y="623"/>
                      <a:pt x="1154" y="623"/>
                    </a:cubicBezTo>
                    <a:cubicBezTo>
                      <a:pt x="1085" y="623"/>
                      <a:pt x="1017" y="650"/>
                      <a:pt x="963" y="703"/>
                    </a:cubicBezTo>
                    <a:lnTo>
                      <a:pt x="688" y="963"/>
                    </a:lnTo>
                    <a:cubicBezTo>
                      <a:pt x="597" y="1070"/>
                      <a:pt x="597" y="1238"/>
                      <a:pt x="688" y="1345"/>
                    </a:cubicBezTo>
                    <a:lnTo>
                      <a:pt x="1146" y="1788"/>
                    </a:lnTo>
                    <a:cubicBezTo>
                      <a:pt x="1024" y="1971"/>
                      <a:pt x="948" y="2169"/>
                      <a:pt x="902" y="2383"/>
                    </a:cubicBezTo>
                    <a:lnTo>
                      <a:pt x="261" y="2383"/>
                    </a:lnTo>
                    <a:cubicBezTo>
                      <a:pt x="123" y="2383"/>
                      <a:pt x="1" y="2505"/>
                      <a:pt x="1" y="2643"/>
                    </a:cubicBezTo>
                    <a:lnTo>
                      <a:pt x="1" y="3025"/>
                    </a:lnTo>
                    <a:cubicBezTo>
                      <a:pt x="1" y="3178"/>
                      <a:pt x="123" y="3300"/>
                      <a:pt x="261" y="3300"/>
                    </a:cubicBezTo>
                    <a:lnTo>
                      <a:pt x="902" y="3300"/>
                    </a:lnTo>
                    <a:cubicBezTo>
                      <a:pt x="948" y="3514"/>
                      <a:pt x="1024" y="3697"/>
                      <a:pt x="1146" y="3880"/>
                    </a:cubicBezTo>
                    <a:lnTo>
                      <a:pt x="688" y="4338"/>
                    </a:lnTo>
                    <a:cubicBezTo>
                      <a:pt x="597" y="4430"/>
                      <a:pt x="597" y="4598"/>
                      <a:pt x="688" y="4705"/>
                    </a:cubicBezTo>
                    <a:lnTo>
                      <a:pt x="963" y="4980"/>
                    </a:lnTo>
                    <a:cubicBezTo>
                      <a:pt x="1017" y="5033"/>
                      <a:pt x="1085" y="5060"/>
                      <a:pt x="1154" y="5060"/>
                    </a:cubicBezTo>
                    <a:cubicBezTo>
                      <a:pt x="1223" y="5060"/>
                      <a:pt x="1292" y="5033"/>
                      <a:pt x="1345" y="4980"/>
                    </a:cubicBezTo>
                    <a:lnTo>
                      <a:pt x="1788" y="4537"/>
                    </a:lnTo>
                    <a:cubicBezTo>
                      <a:pt x="1971" y="4644"/>
                      <a:pt x="2170" y="4720"/>
                      <a:pt x="2384" y="4781"/>
                    </a:cubicBezTo>
                    <a:lnTo>
                      <a:pt x="2384" y="5408"/>
                    </a:lnTo>
                    <a:cubicBezTo>
                      <a:pt x="2384" y="5560"/>
                      <a:pt x="2491" y="5667"/>
                      <a:pt x="2643" y="5667"/>
                    </a:cubicBezTo>
                    <a:lnTo>
                      <a:pt x="3025" y="5667"/>
                    </a:lnTo>
                    <a:cubicBezTo>
                      <a:pt x="3178" y="5667"/>
                      <a:pt x="3300" y="5560"/>
                      <a:pt x="3300" y="5408"/>
                    </a:cubicBezTo>
                    <a:lnTo>
                      <a:pt x="3300" y="4781"/>
                    </a:lnTo>
                    <a:cubicBezTo>
                      <a:pt x="3499" y="4720"/>
                      <a:pt x="3697" y="4644"/>
                      <a:pt x="3881" y="4537"/>
                    </a:cubicBezTo>
                    <a:lnTo>
                      <a:pt x="4324" y="4980"/>
                    </a:lnTo>
                    <a:cubicBezTo>
                      <a:pt x="4377" y="5033"/>
                      <a:pt x="4446" y="5060"/>
                      <a:pt x="4514" y="5060"/>
                    </a:cubicBezTo>
                    <a:cubicBezTo>
                      <a:pt x="4583" y="5060"/>
                      <a:pt x="4652" y="5033"/>
                      <a:pt x="4705" y="4980"/>
                    </a:cubicBezTo>
                    <a:lnTo>
                      <a:pt x="4980" y="4705"/>
                    </a:lnTo>
                    <a:cubicBezTo>
                      <a:pt x="5072" y="4598"/>
                      <a:pt x="5072" y="4430"/>
                      <a:pt x="4980" y="4338"/>
                    </a:cubicBezTo>
                    <a:lnTo>
                      <a:pt x="4522" y="3880"/>
                    </a:lnTo>
                    <a:cubicBezTo>
                      <a:pt x="4644" y="3712"/>
                      <a:pt x="4721" y="3514"/>
                      <a:pt x="4766" y="3300"/>
                    </a:cubicBezTo>
                    <a:lnTo>
                      <a:pt x="5408" y="3300"/>
                    </a:lnTo>
                    <a:cubicBezTo>
                      <a:pt x="5545" y="3300"/>
                      <a:pt x="5668" y="3178"/>
                      <a:pt x="5668" y="3025"/>
                    </a:cubicBezTo>
                    <a:lnTo>
                      <a:pt x="5668" y="2643"/>
                    </a:lnTo>
                    <a:cubicBezTo>
                      <a:pt x="5668" y="2490"/>
                      <a:pt x="5545" y="2383"/>
                      <a:pt x="5408" y="2383"/>
                    </a:cubicBezTo>
                    <a:lnTo>
                      <a:pt x="4766" y="2383"/>
                    </a:lnTo>
                    <a:cubicBezTo>
                      <a:pt x="4721" y="2169"/>
                      <a:pt x="4644" y="1971"/>
                      <a:pt x="4522" y="1788"/>
                    </a:cubicBezTo>
                    <a:lnTo>
                      <a:pt x="4980" y="1345"/>
                    </a:lnTo>
                    <a:cubicBezTo>
                      <a:pt x="5072" y="1238"/>
                      <a:pt x="5072" y="1070"/>
                      <a:pt x="4980" y="963"/>
                    </a:cubicBezTo>
                    <a:lnTo>
                      <a:pt x="4705" y="703"/>
                    </a:lnTo>
                    <a:cubicBezTo>
                      <a:pt x="4652" y="650"/>
                      <a:pt x="4583" y="623"/>
                      <a:pt x="4514" y="623"/>
                    </a:cubicBezTo>
                    <a:cubicBezTo>
                      <a:pt x="4446" y="623"/>
                      <a:pt x="4377" y="650"/>
                      <a:pt x="4324" y="703"/>
                    </a:cubicBezTo>
                    <a:lnTo>
                      <a:pt x="3881" y="1146"/>
                    </a:lnTo>
                    <a:cubicBezTo>
                      <a:pt x="3697" y="1039"/>
                      <a:pt x="3499" y="948"/>
                      <a:pt x="3300" y="902"/>
                    </a:cubicBezTo>
                    <a:lnTo>
                      <a:pt x="3300" y="260"/>
                    </a:lnTo>
                    <a:cubicBezTo>
                      <a:pt x="3300" y="123"/>
                      <a:pt x="3178" y="1"/>
                      <a:pt x="30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1656;p72">
                <a:extLst>
                  <a:ext uri="{FF2B5EF4-FFF2-40B4-BE49-F238E27FC236}">
                    <a16:creationId xmlns:a16="http://schemas.microsoft.com/office/drawing/2014/main" id="{D477D857-48A7-2A87-8417-ED2FD69AB3DC}"/>
                  </a:ext>
                </a:extLst>
              </p:cNvPr>
              <p:cNvSpPr/>
              <p:nvPr/>
            </p:nvSpPr>
            <p:spPr>
              <a:xfrm>
                <a:off x="1358850" y="1305250"/>
                <a:ext cx="155450" cy="72575"/>
              </a:xfrm>
              <a:custGeom>
                <a:avLst/>
                <a:gdLst/>
                <a:ahLst/>
                <a:cxnLst/>
                <a:rect l="l" t="t" r="r" b="b"/>
                <a:pathLst>
                  <a:path w="6218" h="2903" extrusionOk="0">
                    <a:moveTo>
                      <a:pt x="3300" y="0"/>
                    </a:moveTo>
                    <a:cubicBezTo>
                      <a:pt x="2032" y="0"/>
                      <a:pt x="948" y="810"/>
                      <a:pt x="551" y="1956"/>
                    </a:cubicBezTo>
                    <a:lnTo>
                      <a:pt x="1" y="1833"/>
                    </a:lnTo>
                    <a:lnTo>
                      <a:pt x="413" y="2551"/>
                    </a:lnTo>
                    <a:lnTo>
                      <a:pt x="627" y="2903"/>
                    </a:lnTo>
                    <a:lnTo>
                      <a:pt x="673" y="2903"/>
                    </a:lnTo>
                    <a:lnTo>
                      <a:pt x="963" y="2689"/>
                    </a:lnTo>
                    <a:lnTo>
                      <a:pt x="1666" y="2185"/>
                    </a:lnTo>
                    <a:lnTo>
                      <a:pt x="1116" y="2078"/>
                    </a:lnTo>
                    <a:cubicBezTo>
                      <a:pt x="1452" y="1192"/>
                      <a:pt x="2307" y="566"/>
                      <a:pt x="3300" y="566"/>
                    </a:cubicBezTo>
                    <a:cubicBezTo>
                      <a:pt x="4507" y="566"/>
                      <a:pt x="5515" y="1482"/>
                      <a:pt x="5637" y="2643"/>
                    </a:cubicBezTo>
                    <a:cubicBezTo>
                      <a:pt x="5652" y="2796"/>
                      <a:pt x="5774" y="2903"/>
                      <a:pt x="5927" y="2903"/>
                    </a:cubicBezTo>
                    <a:cubicBezTo>
                      <a:pt x="6095" y="2903"/>
                      <a:pt x="6217" y="2765"/>
                      <a:pt x="6202" y="2582"/>
                    </a:cubicBezTo>
                    <a:cubicBezTo>
                      <a:pt x="6034" y="1131"/>
                      <a:pt x="4797" y="0"/>
                      <a:pt x="33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1657;p72">
                <a:extLst>
                  <a:ext uri="{FF2B5EF4-FFF2-40B4-BE49-F238E27FC236}">
                    <a16:creationId xmlns:a16="http://schemas.microsoft.com/office/drawing/2014/main" id="{70CC11B8-8CE2-D950-354F-7DDC0A1C4321}"/>
                  </a:ext>
                </a:extLst>
              </p:cNvPr>
              <p:cNvSpPr/>
              <p:nvPr/>
            </p:nvSpPr>
            <p:spPr>
              <a:xfrm>
                <a:off x="1367650" y="1397275"/>
                <a:ext cx="155050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6202" h="2918" extrusionOk="0">
                    <a:moveTo>
                      <a:pt x="290" y="1"/>
                    </a:moveTo>
                    <a:cubicBezTo>
                      <a:pt x="122" y="1"/>
                      <a:pt x="0" y="153"/>
                      <a:pt x="15" y="321"/>
                    </a:cubicBezTo>
                    <a:cubicBezTo>
                      <a:pt x="168" y="1772"/>
                      <a:pt x="1405" y="2918"/>
                      <a:pt x="2902" y="2918"/>
                    </a:cubicBezTo>
                    <a:cubicBezTo>
                      <a:pt x="4185" y="2918"/>
                      <a:pt x="5270" y="2093"/>
                      <a:pt x="5652" y="963"/>
                    </a:cubicBezTo>
                    <a:lnTo>
                      <a:pt x="6201" y="1070"/>
                    </a:lnTo>
                    <a:lnTo>
                      <a:pt x="5804" y="367"/>
                    </a:lnTo>
                    <a:lnTo>
                      <a:pt x="5590" y="1"/>
                    </a:lnTo>
                    <a:lnTo>
                      <a:pt x="5529" y="1"/>
                    </a:lnTo>
                    <a:lnTo>
                      <a:pt x="5239" y="214"/>
                    </a:lnTo>
                    <a:lnTo>
                      <a:pt x="4552" y="718"/>
                    </a:lnTo>
                    <a:lnTo>
                      <a:pt x="5102" y="841"/>
                    </a:lnTo>
                    <a:cubicBezTo>
                      <a:pt x="4766" y="1727"/>
                      <a:pt x="3910" y="2353"/>
                      <a:pt x="2902" y="2353"/>
                    </a:cubicBezTo>
                    <a:cubicBezTo>
                      <a:pt x="1696" y="2353"/>
                      <a:pt x="703" y="1436"/>
                      <a:pt x="581" y="260"/>
                    </a:cubicBezTo>
                    <a:cubicBezTo>
                      <a:pt x="550" y="123"/>
                      <a:pt x="443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1658;p72">
                <a:extLst>
                  <a:ext uri="{FF2B5EF4-FFF2-40B4-BE49-F238E27FC236}">
                    <a16:creationId xmlns:a16="http://schemas.microsoft.com/office/drawing/2014/main" id="{45EDEA69-7A55-BB23-4A80-7632DF599C40}"/>
                  </a:ext>
                </a:extLst>
              </p:cNvPr>
              <p:cNvSpPr/>
              <p:nvPr/>
            </p:nvSpPr>
            <p:spPr>
              <a:xfrm>
                <a:off x="1374525" y="1377800"/>
                <a:ext cx="1150" cy="8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32" extrusionOk="0">
                    <a:moveTo>
                      <a:pt x="0" y="1"/>
                    </a:moveTo>
                    <a:lnTo>
                      <a:pt x="15" y="31"/>
                    </a:lnTo>
                    <a:lnTo>
                      <a:pt x="46" y="1"/>
                    </a:lnTo>
                    <a:close/>
                  </a:path>
                </a:pathLst>
              </a:custGeom>
              <a:solidFill>
                <a:srgbClr val="EEF8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4" name="CaixaDeTexto 593">
            <a:extLst>
              <a:ext uri="{FF2B5EF4-FFF2-40B4-BE49-F238E27FC236}">
                <a16:creationId xmlns:a16="http://schemas.microsoft.com/office/drawing/2014/main" id="{B1940F97-EA1E-304A-F74D-212E1AC47A6F}"/>
              </a:ext>
            </a:extLst>
          </p:cNvPr>
          <p:cNvSpPr txBox="1"/>
          <p:nvPr/>
        </p:nvSpPr>
        <p:spPr>
          <a:xfrm>
            <a:off x="195942" y="3344302"/>
            <a:ext cx="4484915" cy="1481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b="1" dirty="0">
                <a:solidFill>
                  <a:schemeClr val="tx1"/>
                </a:solidFill>
                <a:latin typeface="Castellar" panose="020A0402060406010301" pitchFamily="18" charset="0"/>
              </a:rPr>
              <a:t>Aluno</a:t>
            </a:r>
          </a:p>
          <a:p>
            <a:pPr>
              <a:lnSpc>
                <a:spcPct val="150000"/>
              </a:lnSpc>
            </a:pPr>
            <a:r>
              <a:rPr lang="pt-PT" sz="1200" dirty="0">
                <a:solidFill>
                  <a:schemeClr val="tx1"/>
                </a:solidFill>
                <a:latin typeface="Castellar" panose="020A0402060406010301" pitchFamily="18" charset="0"/>
              </a:rPr>
              <a:t> João Paulo Peixoto Castro (PG53929)</a:t>
            </a:r>
          </a:p>
          <a:p>
            <a:endParaRPr lang="pt-PT" dirty="0">
              <a:solidFill>
                <a:schemeClr val="tx1"/>
              </a:solidFill>
              <a:latin typeface="Castellar" panose="020A0402060406010301" pitchFamily="18" charset="0"/>
            </a:endParaRPr>
          </a:p>
          <a:p>
            <a:pPr>
              <a:lnSpc>
                <a:spcPct val="150000"/>
              </a:lnSpc>
            </a:pPr>
            <a:r>
              <a:rPr lang="pt-PT" b="1" dirty="0">
                <a:solidFill>
                  <a:schemeClr val="tx1"/>
                </a:solidFill>
                <a:latin typeface="Castellar" panose="020A0402060406010301" pitchFamily="18" charset="0"/>
              </a:rPr>
              <a:t>Orientador</a:t>
            </a:r>
          </a:p>
          <a:p>
            <a:pPr>
              <a:lnSpc>
                <a:spcPct val="150000"/>
              </a:lnSpc>
            </a:pPr>
            <a:r>
              <a:rPr lang="pt-PT" sz="1200" dirty="0">
                <a:solidFill>
                  <a:schemeClr val="tx1"/>
                </a:solidFill>
                <a:latin typeface="Castellar" panose="020A0402060406010301" pitchFamily="18" charset="0"/>
              </a:rPr>
              <a:t> Prof. José </a:t>
            </a:r>
            <a:r>
              <a:rPr lang="pt-PT" sz="1200" dirty="0" err="1">
                <a:solidFill>
                  <a:schemeClr val="tx1"/>
                </a:solidFill>
                <a:latin typeface="Castellar" panose="020A0402060406010301" pitchFamily="18" charset="0"/>
              </a:rPr>
              <a:t>Creissac</a:t>
            </a:r>
            <a:r>
              <a:rPr lang="pt-PT" sz="1200" dirty="0">
                <a:solidFill>
                  <a:schemeClr val="tx1"/>
                </a:solidFill>
                <a:latin typeface="Castellar" panose="020A0402060406010301" pitchFamily="18" charset="0"/>
              </a:rPr>
              <a:t> Campos</a:t>
            </a:r>
          </a:p>
        </p:txBody>
      </p:sp>
      <p:pic>
        <p:nvPicPr>
          <p:cNvPr id="3" name="Imagem 2" descr="Uma imagem com texto, captura de ecrã, Tipo de letra, logótipo&#10;&#10;Os conteúdos gerados por IA poderão estar incorretos.">
            <a:extLst>
              <a:ext uri="{FF2B5EF4-FFF2-40B4-BE49-F238E27FC236}">
                <a16:creationId xmlns:a16="http://schemas.microsoft.com/office/drawing/2014/main" id="{F345A8A2-870A-1E0E-7570-93DD8DDAAF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4" b="56417"/>
          <a:stretch/>
        </p:blipFill>
        <p:spPr>
          <a:xfrm>
            <a:off x="-318575" y="88810"/>
            <a:ext cx="2008946" cy="4794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80882B0-089E-0AFE-D092-AF96BCA21845}"/>
              </a:ext>
            </a:extLst>
          </p:cNvPr>
          <p:cNvSpPr txBox="1"/>
          <p:nvPr/>
        </p:nvSpPr>
        <p:spPr>
          <a:xfrm>
            <a:off x="1134125" y="113100"/>
            <a:ext cx="1880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200" b="1" dirty="0">
                <a:solidFill>
                  <a:schemeClr val="tx1">
                    <a:lumMod val="65000"/>
                  </a:schemeClr>
                </a:solidFill>
              </a:rPr>
              <a:t>Universidade do Minho</a:t>
            </a:r>
          </a:p>
          <a:p>
            <a:pPr algn="ctr"/>
            <a:r>
              <a:rPr lang="pt-PT" sz="1000" dirty="0">
                <a:solidFill>
                  <a:schemeClr val="tx1">
                    <a:lumMod val="65000"/>
                  </a:schemeClr>
                </a:solidFill>
              </a:rPr>
              <a:t>Escola de Engenharia</a:t>
            </a:r>
          </a:p>
        </p:txBody>
      </p:sp>
    </p:spTree>
    <p:extLst>
      <p:ext uri="{BB962C8B-B14F-4D97-AF65-F5344CB8AC3E}">
        <p14:creationId xmlns:p14="http://schemas.microsoft.com/office/powerpoint/2010/main" val="849669859"/>
      </p:ext>
    </p:extLst>
  </p:cSld>
  <p:clrMapOvr>
    <a:masterClrMapping/>
  </p:clrMapOvr>
</p:sld>
</file>

<file path=ppt/theme/theme1.xml><?xml version="1.0" encoding="utf-8"?>
<a:theme xmlns:a="http://schemas.openxmlformats.org/drawingml/2006/main" name="World Informatics Day by Slidesgo">
  <a:themeElements>
    <a:clrScheme name="Simple Light">
      <a:dk1>
        <a:srgbClr val="FFFFFF"/>
      </a:dk1>
      <a:lt1>
        <a:srgbClr val="0C1C29"/>
      </a:lt1>
      <a:dk2>
        <a:srgbClr val="E0F4FB"/>
      </a:dk2>
      <a:lt2>
        <a:srgbClr val="8CDFF1"/>
      </a:lt2>
      <a:accent1>
        <a:srgbClr val="02B2FB"/>
      </a:accent1>
      <a:accent2>
        <a:srgbClr val="4DA6C6"/>
      </a:accent2>
      <a:accent3>
        <a:srgbClr val="0E5279"/>
      </a:accent3>
      <a:accent4>
        <a:srgbClr val="09364D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be3dbf-17e0-4254-8182-2f5e8f73ad9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2E62207687444A83D3F5A757AA688" ma:contentTypeVersion="9" ma:contentTypeDescription="Criar um novo documento." ma:contentTypeScope="" ma:versionID="f817c473306aa9fad6e6addbcad7adc2">
  <xsd:schema xmlns:xsd="http://www.w3.org/2001/XMLSchema" xmlns:xs="http://www.w3.org/2001/XMLSchema" xmlns:p="http://schemas.microsoft.com/office/2006/metadata/properties" xmlns:ns3="cfbe3dbf-17e0-4254-8182-2f5e8f73ad97" xmlns:ns4="0e95b70f-d881-4913-aabf-f0f109b88fa9" targetNamespace="http://schemas.microsoft.com/office/2006/metadata/properties" ma:root="true" ma:fieldsID="fb2d34b67797c018b89970b9fb954ea5" ns3:_="" ns4:_="">
    <xsd:import namespace="cfbe3dbf-17e0-4254-8182-2f5e8f73ad97"/>
    <xsd:import namespace="0e95b70f-d881-4913-aabf-f0f109b88fa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be3dbf-17e0-4254-8182-2f5e8f73ad9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5b70f-d881-4913-aabf-f0f109b88fa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F48585-154D-4AFB-8052-A33562C02B92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0e95b70f-d881-4913-aabf-f0f109b88fa9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fbe3dbf-17e0-4254-8182-2f5e8f73ad97"/>
  </ds:schemaRefs>
</ds:datastoreItem>
</file>

<file path=customXml/itemProps2.xml><?xml version="1.0" encoding="utf-8"?>
<ds:datastoreItem xmlns:ds="http://schemas.openxmlformats.org/officeDocument/2006/customXml" ds:itemID="{49D8813D-04E2-435A-9EAF-B21ACB3DE7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be3dbf-17e0-4254-8182-2f5e8f73ad97"/>
    <ds:schemaRef ds:uri="0e95b70f-d881-4913-aabf-f0f109b88f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AE2252-6EDF-4D1F-B8C4-CD27A756F7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926</Words>
  <Application>Microsoft Office PowerPoint</Application>
  <PresentationFormat>Apresentação no Ecrã (16:9)</PresentationFormat>
  <Paragraphs>103</Paragraphs>
  <Slides>18</Slides>
  <Notes>18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6" baseType="lpstr">
      <vt:lpstr>Castellar</vt:lpstr>
      <vt:lpstr>Zen Dots</vt:lpstr>
      <vt:lpstr>Roboto</vt:lpstr>
      <vt:lpstr>Aharoni</vt:lpstr>
      <vt:lpstr>ADLaM Display</vt:lpstr>
      <vt:lpstr>Arial</vt:lpstr>
      <vt:lpstr>Calibri</vt:lpstr>
      <vt:lpstr>World Informatics Day by Slidesgo</vt:lpstr>
      <vt:lpstr>Automatização do Desenvolvimento de Aplicações Web</vt:lpstr>
      <vt:lpstr>Contexto e Motivação</vt:lpstr>
      <vt:lpstr>±50%</vt:lpstr>
      <vt:lpstr>±25-30%</vt:lpstr>
      <vt:lpstr>Apresentação do PowerPoint</vt:lpstr>
      <vt:lpstr>Apresentação do PowerPoint</vt:lpstr>
      <vt:lpstr>Soluções existentes e Limitações</vt:lpstr>
      <vt:lpstr>Apresentação do PowerPoint</vt:lpstr>
      <vt:lpstr>Apresentação do PowerPoint</vt:lpstr>
      <vt:lpstr>Objetivos</vt:lpstr>
      <vt:lpstr>Apresentação do PowerPoint</vt:lpstr>
      <vt:lpstr>Apresentação do PowerPoint</vt:lpstr>
      <vt:lpstr>Apresentação do PowerPoint</vt:lpstr>
      <vt:lpstr>Desafios</vt:lpstr>
      <vt:lpstr>Apresentação do PowerPoint</vt:lpstr>
      <vt:lpstr>Planeamento</vt:lpstr>
      <vt:lpstr>Apresentação do PowerPoint</vt:lpstr>
      <vt:lpstr>Automatização do Desenvolvimento de Aplicações Web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João Castro</dc:creator>
  <cp:lastModifiedBy>João Paulo Peixoto Castro</cp:lastModifiedBy>
  <cp:revision>6</cp:revision>
  <dcterms:modified xsi:type="dcterms:W3CDTF">2025-03-05T13:47:31Z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0x010100B082E62207687444A83D3F5A757AA688</vt:lpwstr>
  </property>
</Properties>
</file>